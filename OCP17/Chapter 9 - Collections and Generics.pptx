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0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21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28.xml" ContentType="application/vnd.openxmlformats-officedocument.presentationml.notesSlide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ink/ink39.xml" ContentType="application/inkml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ink/ink40.xml" ContentType="application/inkml+xml"/>
  <Override PartName="/ppt/ink/ink41.xml" ContentType="application/inkml+xml"/>
  <Override PartName="/ppt/ink/ink42.xml" ContentType="application/inkml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5CD2C29-6869-4EB9-A262-397E95AA9D5D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F12651-E492-4749-A948-8FB040B70964}" v="10997" dt="2024-07-11T23:31:06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65" autoAdjust="0"/>
    <p:restoredTop sz="92164"/>
  </p:normalViewPr>
  <p:slideViewPr>
    <p:cSldViewPr snapToGrid="0">
      <p:cViewPr varScale="1">
        <p:scale>
          <a:sx n="113" d="100"/>
          <a:sy n="113" d="100"/>
        </p:scale>
        <p:origin x="17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h Vinh Mai" userId="b8e4a559-41e0-4141-8dc1-330451d69615" providerId="ADAL" clId="{9AF12651-E492-4749-A948-8FB040B70964}"/>
    <pc:docChg chg="undo custSel addSld delSld modSld sldOrd addSection delSection modSection">
      <pc:chgData name="Dinh Vinh Mai" userId="b8e4a559-41e0-4141-8dc1-330451d69615" providerId="ADAL" clId="{9AF12651-E492-4749-A948-8FB040B70964}" dt="2024-07-11T23:31:06.508" v="15304" actId="20577"/>
      <pc:docMkLst>
        <pc:docMk/>
      </pc:docMkLst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217268900" sldId="256"/>
        </pc:sldMkLst>
      </pc:sldChg>
      <pc:sldChg chg="modSp new mod">
        <pc:chgData name="Dinh Vinh Mai" userId="b8e4a559-41e0-4141-8dc1-330451d69615" providerId="ADAL" clId="{9AF12651-E492-4749-A948-8FB040B70964}" dt="2024-07-11T01:42:31.374" v="77" actId="20577"/>
        <pc:sldMkLst>
          <pc:docMk/>
          <pc:sldMk cId="2437323191" sldId="256"/>
        </pc:sldMkLst>
        <pc:spChg chg="mod">
          <ac:chgData name="Dinh Vinh Mai" userId="b8e4a559-41e0-4141-8dc1-330451d69615" providerId="ADAL" clId="{9AF12651-E492-4749-A948-8FB040B70964}" dt="2024-07-11T01:41:58.931" v="44" actId="20577"/>
          <ac:spMkLst>
            <pc:docMk/>
            <pc:sldMk cId="2437323191" sldId="256"/>
            <ac:spMk id="2" creationId="{5F432DBD-CB83-55BD-128C-2C66E47798F8}"/>
          </ac:spMkLst>
        </pc:spChg>
        <pc:spChg chg="mod">
          <ac:chgData name="Dinh Vinh Mai" userId="b8e4a559-41e0-4141-8dc1-330451d69615" providerId="ADAL" clId="{9AF12651-E492-4749-A948-8FB040B70964}" dt="2024-07-11T01:42:31.374" v="77" actId="20577"/>
          <ac:spMkLst>
            <pc:docMk/>
            <pc:sldMk cId="2437323191" sldId="256"/>
            <ac:spMk id="3" creationId="{96DD8BC4-D539-661E-8A88-53AF6C208F93}"/>
          </ac:spMkLst>
        </pc:spChg>
      </pc:sldChg>
      <pc:sldChg chg="addSp delSp modSp add del mod">
        <pc:chgData name="Dinh Vinh Mai" userId="b8e4a559-41e0-4141-8dc1-330451d69615" providerId="ADAL" clId="{9AF12651-E492-4749-A948-8FB040B70964}" dt="2024-07-11T01:48:04.827" v="216" actId="47"/>
        <pc:sldMkLst>
          <pc:docMk/>
          <pc:sldMk cId="1145363845" sldId="257"/>
        </pc:sldMkLst>
        <pc:spChg chg="del mod">
          <ac:chgData name="Dinh Vinh Mai" userId="b8e4a559-41e0-4141-8dc1-330451d69615" providerId="ADAL" clId="{9AF12651-E492-4749-A948-8FB040B70964}" dt="2024-07-11T01:44:11.394" v="80" actId="478"/>
          <ac:spMkLst>
            <pc:docMk/>
            <pc:sldMk cId="1145363845" sldId="257"/>
            <ac:spMk id="2" creationId="{5F432DBD-CB83-55BD-128C-2C66E47798F8}"/>
          </ac:spMkLst>
        </pc:spChg>
        <pc:spChg chg="mod">
          <ac:chgData name="Dinh Vinh Mai" userId="b8e4a559-41e0-4141-8dc1-330451d69615" providerId="ADAL" clId="{9AF12651-E492-4749-A948-8FB040B70964}" dt="2024-07-11T01:46:05.600" v="116" actId="1076"/>
          <ac:spMkLst>
            <pc:docMk/>
            <pc:sldMk cId="1145363845" sldId="257"/>
            <ac:spMk id="3" creationId="{96DD8BC4-D539-661E-8A88-53AF6C208F93}"/>
          </ac:spMkLst>
        </pc:spChg>
        <pc:spChg chg="add del mod">
          <ac:chgData name="Dinh Vinh Mai" userId="b8e4a559-41e0-4141-8dc1-330451d69615" providerId="ADAL" clId="{9AF12651-E492-4749-A948-8FB040B70964}" dt="2024-07-11T01:47:56.554" v="215" actId="478"/>
          <ac:spMkLst>
            <pc:docMk/>
            <pc:sldMk cId="1145363845" sldId="257"/>
            <ac:spMk id="4" creationId="{BBA13038-CAB8-FCA0-CDE8-65E40C2F10A3}"/>
          </ac:spMkLst>
        </pc:sp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3564134708" sldId="257"/>
        </pc:sldMkLst>
      </pc:sldChg>
      <pc:sldChg chg="modSp add mod modAnim">
        <pc:chgData name="Dinh Vinh Mai" userId="b8e4a559-41e0-4141-8dc1-330451d69615" providerId="ADAL" clId="{9AF12651-E492-4749-A948-8FB040B70964}" dt="2024-07-11T02:13:51.984" v="3027"/>
        <pc:sldMkLst>
          <pc:docMk/>
          <pc:sldMk cId="715447292" sldId="258"/>
        </pc:sldMkLst>
        <pc:spChg chg="mod">
          <ac:chgData name="Dinh Vinh Mai" userId="b8e4a559-41e0-4141-8dc1-330451d69615" providerId="ADAL" clId="{9AF12651-E492-4749-A948-8FB040B70964}" dt="2024-07-11T02:13:26.874" v="3021" actId="20577"/>
          <ac:spMkLst>
            <pc:docMk/>
            <pc:sldMk cId="715447292" sldId="258"/>
            <ac:spMk id="4" creationId="{BBA13038-CAB8-FCA0-CDE8-65E40C2F10A3}"/>
          </ac:spMkLst>
        </pc:sp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1315607852" sldId="258"/>
        </pc:sldMkLst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1400435694" sldId="259"/>
        </pc:sldMkLst>
      </pc:sldChg>
      <pc:sldChg chg="modSp add modAnim">
        <pc:chgData name="Dinh Vinh Mai" userId="b8e4a559-41e0-4141-8dc1-330451d69615" providerId="ADAL" clId="{9AF12651-E492-4749-A948-8FB040B70964}" dt="2024-07-11T08:30:39.020" v="5812"/>
        <pc:sldMkLst>
          <pc:docMk/>
          <pc:sldMk cId="2078495021" sldId="259"/>
        </pc:sldMkLst>
        <pc:spChg chg="mod">
          <ac:chgData name="Dinh Vinh Mai" userId="b8e4a559-41e0-4141-8dc1-330451d69615" providerId="ADAL" clId="{9AF12651-E492-4749-A948-8FB040B70964}" dt="2024-07-11T08:30:19.371" v="5808" actId="20577"/>
          <ac:spMkLst>
            <pc:docMk/>
            <pc:sldMk cId="2078495021" sldId="259"/>
            <ac:spMk id="4" creationId="{BBA13038-CAB8-FCA0-CDE8-65E40C2F10A3}"/>
          </ac:spMkLst>
        </pc:spChg>
      </pc:sldChg>
      <pc:sldChg chg="addSp modSp add mod modAnim">
        <pc:chgData name="Dinh Vinh Mai" userId="b8e4a559-41e0-4141-8dc1-330451d69615" providerId="ADAL" clId="{9AF12651-E492-4749-A948-8FB040B70964}" dt="2024-07-11T08:44:30.109" v="6044" actId="14100"/>
        <pc:sldMkLst>
          <pc:docMk/>
          <pc:sldMk cId="114777668" sldId="260"/>
        </pc:sldMkLst>
        <pc:spChg chg="mod">
          <ac:chgData name="Dinh Vinh Mai" userId="b8e4a559-41e0-4141-8dc1-330451d69615" providerId="ADAL" clId="{9AF12651-E492-4749-A948-8FB040B70964}" dt="2024-07-11T08:33:51.742" v="5824" actId="1076"/>
          <ac:spMkLst>
            <pc:docMk/>
            <pc:sldMk cId="114777668" sldId="260"/>
            <ac:spMk id="3" creationId="{96DD8BC4-D539-661E-8A88-53AF6C208F93}"/>
          </ac:spMkLst>
        </pc:spChg>
        <pc:spChg chg="mod">
          <ac:chgData name="Dinh Vinh Mai" userId="b8e4a559-41e0-4141-8dc1-330451d69615" providerId="ADAL" clId="{9AF12651-E492-4749-A948-8FB040B70964}" dt="2024-07-11T08:32:24.252" v="5814" actId="20577"/>
          <ac:spMkLst>
            <pc:docMk/>
            <pc:sldMk cId="114777668" sldId="260"/>
            <ac:spMk id="4" creationId="{BBA13038-CAB8-FCA0-CDE8-65E40C2F10A3}"/>
          </ac:spMkLst>
        </pc:spChg>
        <pc:spChg chg="add mod">
          <ac:chgData name="Dinh Vinh Mai" userId="b8e4a559-41e0-4141-8dc1-330451d69615" providerId="ADAL" clId="{9AF12651-E492-4749-A948-8FB040B70964}" dt="2024-07-11T08:44:24.609" v="6040" actId="14100"/>
          <ac:spMkLst>
            <pc:docMk/>
            <pc:sldMk cId="114777668" sldId="260"/>
            <ac:spMk id="6" creationId="{4914E028-BBB3-509D-27BD-0D7E14D586F4}"/>
          </ac:spMkLst>
        </pc:spChg>
        <pc:picChg chg="add mod">
          <ac:chgData name="Dinh Vinh Mai" userId="b8e4a559-41e0-4141-8dc1-330451d69615" providerId="ADAL" clId="{9AF12651-E492-4749-A948-8FB040B70964}" dt="2024-07-11T08:44:30.109" v="6044" actId="14100"/>
          <ac:picMkLst>
            <pc:docMk/>
            <pc:sldMk cId="114777668" sldId="260"/>
            <ac:picMk id="5" creationId="{85C0B44A-39CB-36E8-9FE5-05418ECC25C9}"/>
          </ac:picMkLst>
        </pc:pic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1028437802" sldId="260"/>
        </pc:sldMkLst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315264614" sldId="261"/>
        </pc:sldMkLst>
      </pc:sldChg>
      <pc:sldChg chg="addSp delSp modSp add mod">
        <pc:chgData name="Dinh Vinh Mai" userId="b8e4a559-41e0-4141-8dc1-330451d69615" providerId="ADAL" clId="{9AF12651-E492-4749-A948-8FB040B70964}" dt="2024-07-11T08:56:12.775" v="7015" actId="5793"/>
        <pc:sldMkLst>
          <pc:docMk/>
          <pc:sldMk cId="646613574" sldId="261"/>
        </pc:sldMkLst>
        <pc:spChg chg="mod">
          <ac:chgData name="Dinh Vinh Mai" userId="b8e4a559-41e0-4141-8dc1-330451d69615" providerId="ADAL" clId="{9AF12651-E492-4749-A948-8FB040B70964}" dt="2024-07-11T08:56:12.775" v="7015" actId="5793"/>
          <ac:spMkLst>
            <pc:docMk/>
            <pc:sldMk cId="646613574" sldId="261"/>
            <ac:spMk id="6" creationId="{4914E028-BBB3-509D-27BD-0D7E14D586F4}"/>
          </ac:spMkLst>
        </pc:spChg>
        <pc:picChg chg="del">
          <ac:chgData name="Dinh Vinh Mai" userId="b8e4a559-41e0-4141-8dc1-330451d69615" providerId="ADAL" clId="{9AF12651-E492-4749-A948-8FB040B70964}" dt="2024-07-11T08:44:57.780" v="6049" actId="478"/>
          <ac:picMkLst>
            <pc:docMk/>
            <pc:sldMk cId="646613574" sldId="261"/>
            <ac:picMk id="5" creationId="{85C0B44A-39CB-36E8-9FE5-05418ECC25C9}"/>
          </ac:picMkLst>
        </pc:picChg>
        <pc:picChg chg="add mod">
          <ac:chgData name="Dinh Vinh Mai" userId="b8e4a559-41e0-4141-8dc1-330451d69615" providerId="ADAL" clId="{9AF12651-E492-4749-A948-8FB040B70964}" dt="2024-07-11T08:45:06.295" v="6054" actId="1076"/>
          <ac:picMkLst>
            <pc:docMk/>
            <pc:sldMk cId="646613574" sldId="261"/>
            <ac:picMk id="7" creationId="{DEB481D6-5356-0DD2-3F6F-3A03A44D641A}"/>
          </ac:picMkLst>
        </pc:pic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2377540471" sldId="262"/>
        </pc:sldMkLst>
      </pc:sldChg>
      <pc:sldChg chg="addSp modSp add mod ord modAnim">
        <pc:chgData name="Dinh Vinh Mai" userId="b8e4a559-41e0-4141-8dc1-330451d69615" providerId="ADAL" clId="{9AF12651-E492-4749-A948-8FB040B70964}" dt="2024-07-11T22:49:23.115" v="11711" actId="20577"/>
        <pc:sldMkLst>
          <pc:docMk/>
          <pc:sldMk cId="2729605296" sldId="262"/>
        </pc:sldMkLst>
        <pc:spChg chg="add mod">
          <ac:chgData name="Dinh Vinh Mai" userId="b8e4a559-41e0-4141-8dc1-330451d69615" providerId="ADAL" clId="{9AF12651-E492-4749-A948-8FB040B70964}" dt="2024-07-11T22:49:23.115" v="11711" actId="20577"/>
          <ac:spMkLst>
            <pc:docMk/>
            <pc:sldMk cId="2729605296" sldId="262"/>
            <ac:spMk id="2" creationId="{98D47709-0A78-AACC-5CCE-FD59A7D17E27}"/>
          </ac:spMkLst>
        </pc:spChg>
        <pc:spChg chg="mod">
          <ac:chgData name="Dinh Vinh Mai" userId="b8e4a559-41e0-4141-8dc1-330451d69615" providerId="ADAL" clId="{9AF12651-E492-4749-A948-8FB040B70964}" dt="2024-07-11T09:05:22.824" v="7310" actId="20577"/>
          <ac:spMkLst>
            <pc:docMk/>
            <pc:sldMk cId="2729605296" sldId="262"/>
            <ac:spMk id="3" creationId="{96DD8BC4-D539-661E-8A88-53AF6C208F93}"/>
          </ac:spMkLst>
        </pc:spChg>
        <pc:spChg chg="mod">
          <ac:chgData name="Dinh Vinh Mai" userId="b8e4a559-41e0-4141-8dc1-330451d69615" providerId="ADAL" clId="{9AF12651-E492-4749-A948-8FB040B70964}" dt="2024-07-11T09:05:04.583" v="7283" actId="20577"/>
          <ac:spMkLst>
            <pc:docMk/>
            <pc:sldMk cId="2729605296" sldId="262"/>
            <ac:spMk id="4" creationId="{BBA13038-CAB8-FCA0-CDE8-65E40C2F10A3}"/>
          </ac:spMkLst>
        </pc:sp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1501040282" sldId="263"/>
        </pc:sldMkLst>
      </pc:sldChg>
      <pc:sldChg chg="add ord">
        <pc:chgData name="Dinh Vinh Mai" userId="b8e4a559-41e0-4141-8dc1-330451d69615" providerId="ADAL" clId="{9AF12651-E492-4749-A948-8FB040B70964}" dt="2024-07-11T22:49:33.159" v="11713"/>
        <pc:sldMkLst>
          <pc:docMk/>
          <pc:sldMk cId="2236708295" sldId="263"/>
        </pc:sldMkLst>
      </pc:sldChg>
      <pc:sldChg chg="add del ord">
        <pc:chgData name="Dinh Vinh Mai" userId="b8e4a559-41e0-4141-8dc1-330451d69615" providerId="ADAL" clId="{9AF12651-E492-4749-A948-8FB040B70964}" dt="2024-07-11T09:05:35.894" v="7314" actId="47"/>
        <pc:sldMkLst>
          <pc:docMk/>
          <pc:sldMk cId="2960663922" sldId="263"/>
        </pc:sldMkLst>
      </pc:sldChg>
      <pc:sldChg chg="modSp add modAnim">
        <pc:chgData name="Dinh Vinh Mai" userId="b8e4a559-41e0-4141-8dc1-330451d69615" providerId="ADAL" clId="{9AF12651-E492-4749-A948-8FB040B70964}" dt="2024-07-11T23:16:27.961" v="14529" actId="207"/>
        <pc:sldMkLst>
          <pc:docMk/>
          <pc:sldMk cId="193709571" sldId="264"/>
        </pc:sldMkLst>
        <pc:spChg chg="mod">
          <ac:chgData name="Dinh Vinh Mai" userId="b8e4a559-41e0-4141-8dc1-330451d69615" providerId="ADAL" clId="{9AF12651-E492-4749-A948-8FB040B70964}" dt="2024-07-11T23:16:27.961" v="14529" actId="207"/>
          <ac:spMkLst>
            <pc:docMk/>
            <pc:sldMk cId="193709571" sldId="264"/>
            <ac:spMk id="2" creationId="{98D47709-0A78-AACC-5CCE-FD59A7D17E27}"/>
          </ac:spMkLst>
        </pc:sp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364621379" sldId="264"/>
        </pc:sldMkLst>
      </pc:sldChg>
      <pc:sldChg chg="modSp add mod modAnim">
        <pc:chgData name="Dinh Vinh Mai" userId="b8e4a559-41e0-4141-8dc1-330451d69615" providerId="ADAL" clId="{9AF12651-E492-4749-A948-8FB040B70964}" dt="2024-07-11T23:31:06.508" v="15304" actId="20577"/>
        <pc:sldMkLst>
          <pc:docMk/>
          <pc:sldMk cId="3978505155" sldId="265"/>
        </pc:sldMkLst>
        <pc:spChg chg="mod">
          <ac:chgData name="Dinh Vinh Mai" userId="b8e4a559-41e0-4141-8dc1-330451d69615" providerId="ADAL" clId="{9AF12651-E492-4749-A948-8FB040B70964}" dt="2024-07-11T23:31:06.508" v="15304" actId="20577"/>
          <ac:spMkLst>
            <pc:docMk/>
            <pc:sldMk cId="3978505155" sldId="265"/>
            <ac:spMk id="2" creationId="{98D47709-0A78-AACC-5CCE-FD59A7D17E27}"/>
          </ac:spMkLst>
        </pc:spChg>
        <pc:spChg chg="mod">
          <ac:chgData name="Dinh Vinh Mai" userId="b8e4a559-41e0-4141-8dc1-330451d69615" providerId="ADAL" clId="{9AF12651-E492-4749-A948-8FB040B70964}" dt="2024-07-11T23:21:20.391" v="14574" actId="20577"/>
          <ac:spMkLst>
            <pc:docMk/>
            <pc:sldMk cId="3978505155" sldId="265"/>
            <ac:spMk id="3" creationId="{96DD8BC4-D539-661E-8A88-53AF6C208F9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7:00.70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955 547 24575,'68'13'0,"17"2"0,-24-7 0,3-2 0,-6-1 0,1-1 0,21 0 0,-2-1 0,18-3-492,-39 1 0,-3-2 27,23-5 465,-22 6 0,1-1 0,20-12 471,-5 11-471,-5-4 240,-25 6-240,18-5 0,-11 3 0,1-3 738,-16 5-738,22 0 0,-20 0 0,8 3 0,2-3 0,-27 6 0,36 2 0,-28-4 0,40 2 0,-25 0 0,7-5 0,29 5 0,-41-3 0,60-2 0,-63 3 0,33-4 0,-27 0 0,-6 0 0,2 0 0,-5 0 0,-7 0 0,12 0 0,-4 0 0,-8 0 0,11 0 0,-22 0 0,12 0 0,-12 0 0,7 0 0,20 6 0,-19-4 0,25 8 0,6-2 0,-8-2 0,36 7 0,-28-6 0,7-4 0,3 1 0,13 8 0,-18-11 0,-1 0 0,14 5-831,-8-6 831,-6 0 0,1 0 0,15 0 0,18-4 0,-53 3 0,-15-3 0,-2 1 0,-8 2 0,-1-2 831,-1 3-831,-1-3 0,5 2 0,-3-2 0,4 3 0,0 0 0,-1 0 0,7 0 0,0-4 0,16 3 0,3-2 0,19-4 0,-25 6 0,2-9 0,-28 9 0,0-2 0,5-6 0,-3 4 0,12-9 0,-3 2 0,8 3 0,-6-6 0,15 4 0,-21 0 0,12 5 0,-20 3 0,4 0 0,6 2 0,25-2 0,30 3 0,-20 0 0,4 0-380,9 0 0,2 0 380,0 0 0,-3 0 0,23 0 0,-20 0 0,-51-3 0,-7-1 0,-72-18 0,23 8 0,-19 0 0,-10 1-492,6 4 0,-2 2 0,-11-2 0,-3 0 0,-10 0 0,-2-1 0,7 1 0,-2 0 164,14 3 0,-4 0 0,1-1 0,7 1 0,1 0 0,-2-1 0,-14 1 0,-1 0 0,5-1 302,1-2 0,1 1-302,11 1 0,-3 0 0,2 2 92,-16 0 1,-1 1 235,12-2 0,-2 0 0,2 1 0,-11 3 0,1 2 0,-10-5 0,1 1 0,19 4 0,2 0 0,4 0 0,0 0-300,-18 0 0,7 0 300,17 0 491,1 3 1,4 1 491,22 2 0,-17 2 0,7 2 0,26-9 0,-20 9 0,22-10 0,1 3 0,-5 0-75,-19-2-908,3 7 0,-52-6 0,36 4 0,-3 1-492,-9-6 0,-4 0 0,-6 7 0,-1 0 56,5-7 1,1 0-57,-6 3 0,0 0 253,5-4 0,-2 0 239,-8 0 0,1 0 0,11 0 0,4 0 0,-27 0 0,6 0 0,65 0 0,-16 3 0,29 0 983,7 4 0,17 13-346,2-5-637,26 7 0,11-1-278,-7-9 0,6-3 278,7 3 0,8 1 0,0-2-328,-4-4 0,-1-1 0,4-1 0,22 2 0,5-1 0,-2 1 0,-6-1 0,-2 1 0,4-1 126,-13-1 1,2 0 0,1 0 0,0 0 201,1 2 0,0 1 0,-1-1 0,-3 0 0,13 0 0,-3 0 0,2 1 0,-9 1 0,3 1 0,-2 0 0,-6-1 0,28 1 0,-8 1 0,-4 2 0,-10-1 0,-7-3 0,-64-7 0,-76-8 0,-40-4 0,41 6 0,-5 1-328,-17-2 0,-10-1 0,3 2 0,19 3 0,4 1 0,-1 1 289,-5 4 1,-1 2 0,0-1 132,-6-3 1,-2 1 0,2 2-95,6 4 0,1 3 0,-1 0-328,1-3 0,1-1 0,1 1-164,-20 8 1,3 1 113,8-2 0,6 2 378,19 0 0,8 0 983,-7 4 0,32 3 0,29-19 0,20 11 0,37 10 0,26 3-492,-11-9 1,7-2-61,-5-5 0,3-3-431,-13-4 0,3-2 0,-2-1 0,15 0 0,1-2 0,-15-2 0,4-1 0,-5-1 0,7 1 0,-1 0-492,27 0 0,-2 0 119,-35 0 1,-4 0 361,0 0 1,-6 0 10,5 4 0,-32-3 0,-14 6 983,-13-6 0,-46-15-435,-20 2-548,-4-1 0,-10-1-492,-6 4 0,-5 2 339,20 1 0,-3 0 1,-1 2 152,-5 0 0,0 2 0,-1 0 0,-3-1 0,-1 1 0,1 2 0,-2 2 0,0 3 0,2-1 0,8-2 0,1-1 0,3 1 0,-22 6 0,6 2 0,10 0 0,9 0 22,-10 6-22,11 1 0,56-9 0,9-3 0,14 7 0,54 10 0,-19-8 0,7 1 251,24 4 1,8 0-252,11 1 0,3-1 0,-5-3 0,2-1 0,-23-4 0,4-1 0,-2 0 0,-5-3 0,0 0 0,0 0 0,4 1 0,0-1 0,-2 0 0,18 2 0,-3 2-492,10 7 0,-6 1 450,-37-6 1,-4 2 41,11 11 0,-7 3 0,-5 13-141,-15 21 141,-22 9 0,-17-20 0,-7 2-492,-6 7 0,-10 1 175,-20 8 0,-12-1 317,11-18 0,-3 1 0,-2-5 0,-19 10 0,-7-5-328,5-6 0,-6 0 0,4-5-164,-2 0 0,1-3 408,11-9 1,-4 0 0,5 0 12,-8 7 0,6-1 71,16-9 0,4-1 107,-21 24-107,42-24 983,19-8-596,40 0-387,12-4 0,12-1 0,31 2 0,14 0-191,-33-6 1,6 1 0,3-1 0,2-1 190,-3-1 0,3-1 0,2 0 0,1 0 0,1-1-197,3 0 0,2 0 1,0-1-1,2 0 0,1 0 33,-8-1 0,1 1 0,1 0 0,1 0 0,0-1 0,2 0 0,5-1 0,2 1 0,2-2 0,-1 1 0,-2 0 0,-2 0-33,4 0 0,-2 0 1,-2 0-1,1 0 0,3 0 33,-5-1 0,3 0 0,1-1 0,-1 0 0,-3 0 0,-7 0-82,8 0 0,-6-1 0,-4 0 0,-2 0-82,14 0 1,-2-1 0,-12 0 327,-6-3 0,-20 2 983,-35 4-492,-87 1 1,-50-3-250,42-4 0,-3-4 0,-9 2-242,7 3 0,-8 2 0,-5 0 0,-3-1 0,1-2 0,9-3 0,-2-2 0,-1-2 0,-2 0 0,0 1 0,-2 1-98,6 3 0,-1 1 0,-2 1 0,0 0 0,-1 0 0,-2 0 0,-1 0 98,3 1 0,-2-1 0,-2 1 0,0-1 0,-2 1 0,1 1 0,-1-1 0,1 2-110,8 0 1,-1 0 0,0 1 0,-1 0-1,1 1 1,0 0 0,1 0 0,1 0-1,1 1-31,-12 0 1,1 0-1,2 1 1,0 0-1,1 1 1,1-1-1,-1 1 0,2 0 1,-1-1-1,0 1 1,0 0-1,3 1 1,3 0-1,5 0-56,-7 1 0,5 1 1,3 1-1,3-1 0,2 1 442,-5-1 1,2 1 0,5 0 0,5 1-171,-29 6 0,22-1 908,37-3 0,69-12-633,31 0 0,14-2 141,9-6 1,9-2-331,-21 8 1,7 1 0,4 0 0,1-1-162,11-3 0,2 0 0,2-1 0,1 0 0,-15 1 0,0 1 0,0 0 0,2-1 0,2 1-164,-7 1 0,1 0 0,2 0 0,0 0 0,0-1 0,0 0 0,1-2 0,0 0 0,0-1 0,0 1 0,-2-1 0,-1 2-33,6 0 0,-4 1 1,0 0-1,1-1 0,3-1 33,-3-2 0,4-1 0,1-1 0,-1 0 0,-2 0 0,-6 1-41,9-1 0,-5 0 1,-1 1-1,1-3 209,11-2 0,1-3 0,0 1 0,-7 0-4,4 0 0,-6 0 0,-7 1 491,4-3 1,-10 1-39,-12 5 0,-15 1 530,-29 3 0,-23 9-656,-41-4 1,-36 1 0,-1 0-1,11 1 1,0 1 0,-7 0-321,-12-2 1,-9 1 0,-2-1-1,3 2-7,9 0 0,1 1 0,0 1 0,1 2-51,0 2 0,1 3 0,0 0 0,0 1 51,-1-1 0,-1-1 0,0 2 0,4 1 0,-13 5 0,4 2 0,-1-1 0,-5 0 0,-1 1 0,13-1 0,23-1 0,6 0 433,-9-1 0,19-1-433,42-5 0,80-1 0,49-5-328,-51-1 0,2-1 0,8-1 131,-5 1 0,7 0 1,5-1-1,2-1 0,0-1 33,-8-1 0,3-2 0,0 0 0,2-2 0,-1 1 0,-1 0 12,0 1 1,-2 0 0,0 1 0,1-2 0,2 0 0,3-1 10,1-2 1,4-2-1,1 0 1,2-1-1,0 0 1,1 1-1,-1 0 113,0 2 1,2 0-1,0 1 1,0 0-1,0 0 1,-2-1 0,-2-1-114,-8 0 1,-4-1-1,0 0 1,0 0-1,0 0 1,4 0-1,3 0 31,-2 3 1,5-1 0,3 1 0,2-1-1,0 1 1,-1 1 0,-2-1 0,-5 1-1,-6 0 50,6-1 1,-6 0 0,-4 0 0,-1 1 0,2 0 0,5 1 59,6-1 0,5 1 0,2-1 0,1 2 0,-1-1 0,-4 2 0,-4 1 99,8 1 0,-4 1 0,-3 2 0,-3 0 0,-3 0-99,2 0 0,-3 0 0,-3 1 0,-2 0 0,16 2 0,-4 0 0,-14 0 491,-22 2 1,-14-1 491,-15 0 0,-31 2 0,-43 11 0,-29-11-604,9 5 1,-7-2-53,7-4 1,-4-3 0,0 0 163,-24 1 1,-7 0-247,25 0 1,-9 0 0,0 0 0,5 0 81,-5 0 1,4 0 0,-4 0-245,-1 0 0,-5 0 1,-1 0-1,4 0-83,-12 0 0,5 0 0,-2 0 0,-2 0 0,0-1 0,-2 2 0,22 3 0,-2 1 0,1 0 0,4-1 0,-6-2 0,5-2 0,3 3-163,-24 6 0,13 0 163,7-9 0,87-6 0,25-8 0,28 0 0,24-2 0,-1 1-328,-12 1 0,0 1 0,7 0 131,-4 1 0,9 0 1,3 0-1,0 0 0,-2 0-49,10-1 0,-1 0 0,-1 1 0,3 0 49,-11 1 0,2 1 1,1-1-1,-1 0 0,-3 1 62,9-3 1,-4 1 0,1-1 0,1-2-63,-9 1 0,5-1 1,-2-1-1,-5 1 0,-10 2-295,20-2 0,-10-1 0,26-6 0,-38-1 310,-69 16 1165,-33-15 0,-53-2-727,15 4 1,-10 0 70,9 6 1,-5 1 0,-5 2-109,8 2 0,-4 1 1,-1 0-1,1 2 108,-20-2 1,1 1 0,-7 2-259,23 2 0,-6 1 1,-2 0-1,2 1 0,3 0-315,-1 0 0,4 1 0,0 0 0,-4 1 49,3 0 0,-4 0 1,-2 1-1,2 1 0,3-1-49,-7 0 0,4 1 0,0 0 0,1 0 154,-2-1 1,2 0-1,-1 1 1,-1 1 91,-5 4 0,-2 2 0,3 0 0,6-1 0,4-5 0,7 0 0,1 1 0,-2 4 0,1 2 0,17-2 0,13-2 983,26-7 0,114-25-793,-18 19 113,-4-5 1,15-3 0,-4 5-304,9 6 0,2 3 0,-4-2 0,6-1 0,3-1 0,-15 2 0,2 0 0,0 0 0,-3-1 0,13-3 0,-4-1 0,3 0 0,-11 2 0,5 1 0,-3-1 0,-9-3 0,21-9 0,-10 0 0,-11 8 0,-11-1 983,-8-9 0,-32 12 0,-31 1 0,-43-2-308,-50-13-1167,24 7 0,-10 0 164,7 1 0,-5 0 0,-3 0 0,-11 0 0,-4-1 0,1 2 69,2 1 0,0 1 1,-1 0 258,20 2 0,-1 0 0,0 1 0,3 1-328,-12 1 0,3 2 0,-1 0 0,-6 0 0,1 0 0,4 1-164,-11 1 0,7 2 346,15-2 1,12 2 1128,20 2 0,45-3 0,30 3 0,43-3-492,-11 1 1,9-2-165,-8-1 1,5-2 0,0 2-157,-4 1 1,0 1-1,4-2-499,25-5 0,6-4 0,-4 3 0,-19 3 0,-3 1 0,2-1 190,16-4 1,2-2 0,-2 3 137,-16 3 0,-1 2 0,-2 0-328,-1-3 0,-1 0 0,-2 1-116,20 3 1,-5 2 340,-18-5 1,-7 1 102,9 7 983,-50 1 0,-21 0 0,-56 3 0,-1 1-492,-7-2 1,-6 1-8,11-3 1,-1 1-485,-24 4 0,0-2 0,17-6 0,2 0-86,1 7 0,3-1 86,-29-6 0,54 6 0,12-7 0,71-7 0,23 5 0,4-5 0,10-2-397,5 4 1,4 0 396,-14-1 0,4-1 0,-1 0 0,-10 1 0,-2-1 0,3 1 0,19 2 0,4 1 0,-5 0 0,-21-1 0,-4 1 0,1 1 0,11 2 0,1 0 0,-7 0 229,-2 0 0,-9 0-229,6 0 0,-46 0 0,-61-8 0,-27-1 0,11 7 0,-5 0-328,-12-3 0,-9-2 0,4 2-164,-11 0 0,-2 2 164,0 2 0,-7 1 0,6-1-39,-4-3 0,2 0 367,11 0 0,-5 1 0,6 1-492,-14 6 0,9-1 465,28-7 1,6 1 26,-28 12 0,74-9 983,73 15 0,-15-5-492,5 1 1,2 2 491,16 8 0,-12-11 0,-15 2 0,-31-9 0,-1-2-627,-13 5-356,24-5 0,2 7 0,21-1 0,21 7 0,-26-7 0,23 0 0,-49-4 0,2-3 0,-75 29 0,-12-8 0,5 0 0,-4 2-492,15-7 0,-5 0 164,-12 2 0,-10 2 0,2-3 0,10-3 0,2-1 0,-6 1 82,-7 0 0,-7 2 0,-3-1 0,2-2 0,2-2 0,0-1 0,0 0 0,2-1 0,4 1 0,1-1 0,0 1 0,0 1 74,-8 2 1,-2 1-1,2 1 1,7 1 171,4 2 0,6 1 0,3 1 0,-24 8 0,13 3 0,10 26 0,50-29 0,23 6 0,37-11 0,16 6 0,15-10 0,14-3-226,-24-6 1,2-1-1,4-2 226,21 1 0,6-1 0,0-2-100,-23-1 0,0-1 0,1-1 0,0-2 100,1-3 0,0-1 0,1-2 0,-1 1 0,23-1 0,-1-1 0,0-2 0,0-5 0,-2-4 0,-4 1 0,-18 4 0,-5 0 0,0 0-181,0 0 0,-1 1 0,-10 0 181,14-8 0,-7 11 0,-62 6 983,-5 6 0,-34 4 0,18-2 0,-48 7 0,29-5 0,-4 4 0,12-2 0,26-5-637,34-17-346,12-4 0,24-12 0,-10 3 0,1-1 0,-24 13 0,-5 5 0,-107 26 0,28-9 0,-7-1-328,-8 0 0,-7-1 0,0 0-164,-22 2 0,-4 0 164,8-1 0,-5-1 0,1 1 0,14 0 0,3 0 0,-2 0 0,-6 2 0,-1 1 0,1-1 11,0 1 1,1-1 0,7 0 316,3 0 0,4 2-260,-18 5 1,9 0 259,23-2 0,16 0 0,40-8 0,95-5 0,-40 1 0,6-1-328,11 0 0,9 0 0,1-3 0,5-2 0,1-2 0,0-2 0,-3 0 0,0-2 0,3-2 82,-10 1 0,3-1 0,0-2 0,-4 0 143,6-5 1,-5-1-1,1 1-225,11 1 0,2 2 0,-6 0 199,11-7 0,-8 0 36,-11 5 0,-9 2 93,5-3 983,-36 5 0,-48 21 0,-79 28-492,44-16 1,-6 1-165,-21 9 1,-11 3 0,3 0-9,16-6 1,2 0 0,-4 1-422,-22 8 0,-6 1 0,3 0 102,11-3 0,1-1 0,0 0-328,-5 0 0,-2 1 0,0-1 0,-4 5 0,-1 0 0,4-3 0,17-9 0,2-3 0,-2 3 0,-15 8 0,-2 2 0,4-3 0,16-11 0,2-2 0,1 1 187,-5 7 1,0 2 0,4-2 140,-5-1 0,8-2 983,-15 16-128,65-30 128,3-5 0,63-21 0,-27 9-492,18-6 1,4-2 491,3-2 0,3-3 0,-35 7 0,-24 7-492,-44-7 1,-21-1-1,13-2 1,-4-2-984,-36-2 0,-5 0 0,18 1 0,2 4 433,1 8 0,-2 4 59,-9-2 0,-2 2 0,9 3 0,-4 0-328,2 0 0,-6 0 0,4 0 0,19 0 0,4 0 0,-4 0 0,-20 0 0,-4 0 0,3 0 0,17 0 0,3-1 0,0 2-164,-31 2 0,3 2 0,12-1 0,8 1 446,20 3 1,7 0 1028,-10 3-456,37-1 456,20-4 0,0 4 0,-4 1 0,-9 0 0,1-4 0,-50 4-145,-16-9-1330,19 2 0,-5 0 0,-7 0 0,-1 0 422,-6-4 1,-1 2 69,0 5 0,0 2 0,4-5 0,4 1 0,17 2 0,7 1 0,-7 4 0,39-6 0,21-3 0,19 4 0,17 7 0,18 3 0,24 4 0,-18-8 983,-4-5 0,-32-2-842,-14-3-141,-10 0 0,-15 13 0,2-10 0,-10 9 0,-19-14 0,14 6 0,-22-2 0,21-1 0,0 8 0,5-4 0,5 7 0,6-4 0,3-1 0,0-3 0,1-1 0,-1 4 0,0-2 0,3 2 0,1 2 0,0 0 0,2 4 0,-6 4 0,6 0 0,-6 1 0,6 23 0,-2-24 0,3 25 0,0-14 0,0-8 0,0 3 0,3-13 0,1-3 0,3 1 0,0-4 0,-1-1 0,4-6 0,26 10 0,-10-9 0,20 5 0,-29-12 0,-1-1 0,-12-13 0,-1 5 0,-7-9 0,-42-15 0,-23-11-492,21 23 0,-3 3 476,-2 1 0,0 4 16,-41-3 0,42 16 0,0 3 0,-44-4 0,2 13 0,23 7 0,31-1 0,10 11 0,19-11 0,1 4 0,4-6 0,6-4 983,12 6-950,2-7-33,52 10 0,31-13-492,-38-8 0,3-3 189,7 1 1,-1-4 302,-14-10 0,-2-3-290,6 4 0,-2 0 290,20-16 0,-3-5 0,-44 24 0,-9-2 0,-16 20 983,-24 31-426,6-8 72,-17 20-629,3 1 0,3 12 0,-1-8 0,-9 37 0,14-37 0,-3 7 0,6 0 0,16-38 0,-3 10 0,5-15 0,0-10 0,-7-42 0,-1-5 0,-14-50-860,5 12 860,-13-11 0,9 21 0,-2-6 0,8 43 0,4 0 0,4 26 0,1 9 0,-9 23 0,3-6 0,-19 41 0,6-1 0,-1-3 0,9-3 0,4-3 0,5-11 0,-13 60 860,19-68-860,-5 18 0,7-42 0,0-8 0,6-32 0,10-30 0,-2 10 0,1-1 0,1-3-730,15-29 730,-15 40 0,0-1 0,7-11 0,2 3 0,29-21 0,-17 10 0,23 12 0,-42 45 0,11 1 0,10 14 0,-17 10 0,22 18 730,-28 7-730,-4 11 0,-7 0 0,-5 9 0,0 3 0,7 20-760,9 3 760,8 9 0,12-9 0,-8-35 0,0-4 0,6 3-89,6-7 0,3-6 89,-4-16 0,8-3 0,7-2 0,3-8 0,3-6-492,5-9 0,4-5 0,20-4 0,1-3 430,-18-5 1,1-3 61,-6 3 0,5-3 0,-1 2-328,-7 4 0,-1 0 0,2 1 0,6-2 0,2 2 0,3 0 0,14-2 0,3 3 0,0 0 0,2 3 0,-1 1 0,1 2 0,0 0 0,1 0 0,-1 3 35,0 0 0,-1 2 1,-4 2 292,-18 4 0,-2 1 0,-5 2 0,12 0 0,-7 2 53,-12-2 0,-10 2-53,-15 2 983,-38 5-557,-40 11-426,-18-8 0,4 4 0,-6 0 491,1-9 1,-4 0-466,-25 11 0,-6 1 301,29-7 1,0-2 0,-1 1-208,4-1 1,-1 1 0,1 0-121,-1 1 0,0 1 0,1 0-492,-27 6 0,6 1 273,22-1 1,5-1 218,4-1 0,8 0 0,16 0 983,33-9-517,49-3-466,29-2 0,15-1-328,-24-1 0,3 0 0,6 0 261,3 0 1,6 0 0,3 0-1,1 0-179,6-2 0,1 0 0,2-1 0,3 0 49,-8 1 0,3 0 1,1 0-1,1 0 0,-2-2 0,-2-1 0,-2-1 1,1-1-1,0 1 0,1 0 33,-12 2 0,0 0 0,1 1 0,0-1 0,1 0 0,1-1 0,4-3 0,2-1 0,1-1 0,-1 0 0,-2 1 0,-3 1-33,0 2 0,-3 1 1,-2 1-1,1-1 0,2-1 0,10-4 0,4 0 1,0-2-1,-5 1 0,-7 1-131,13-1 0,-9 2 0,-9-1 460,1-3 1,-11 0-133,20-5 983,-104 20 0,-50-1-492,-2 2 1,-11 0-165,6-3 1,-7 0 0,-2 0-1,-7-1 1,-3 1 0,-3 1-99,10 0 1,-3 2 0,-1-1 0,4 0-230,-8-1 0,3-1 0,-5 2 0,4 3 0,-5 2 0,0 1 0,7-1 0,2-3 0,5-1 0,-2 3 0,-18 5 0,-2 3 0,6-2-492,-4-2 0,6 0 258,-2 8 0,4-1 234,21-7 0,5-1 0,2 0 0,7 0 0,-1-2 0,25-10 983,27-1 0,39-13-165,26-4-818,35-3 491,-37 12 1,6 0-18,23-5 0,2-1-474,-11 3 0,2-1 0,16-5 0,-4-3 491,-31 4 1,-7 1 74,20-4-566,-46 3 0,-56 17 0,-21-2 0,-10 1 0,-13 3 0,-7 0-492,-15-3 0,-3 0 0,-2 6 0,1 4 334,8 2 0,2 3 158,-3 1 0,3 4 491,13 3 1,4 3-481,4-2 0,6 2 343,-1 15-354,17-7 0,35-14 0,11-6 983,19-6 0,49-1-458,28-3-853,-32 0 0,10 0 0,-1 0 0,-7 1 0,-1-1 0,5-1 312,20-5 1,6-4-1,3 0-230,-17 0 0,3 1 0,0-3 0,-2-1 0,-11-3 0,-2-2 0,0-1 0,2 1 0,10 0 0,4 0 0,-3 0 0,-9 1-246,15-7 0,-4 0 164,-14 5 0,1 0 0,-12 4-656,6 2 492,-9-2 0,-12 5 1475,-35 13-310,-16 0 310,-20 12 0,-51-2 0,-15 0-492,-5-4 1,-9-1-1,17-7 1,-3 0-306,6 2 0,-5 0 1,1 0-515,9-3 0,2-1 0,-3 2 82,4 0 0,-3 1 0,0 0 0,5 2-82,-5 1 0,4 1 0,0 1 0,-6 0 0,0 2 0,7 3-164,1 8 0,7 1-267,-31 6 759,33 0 983,31-23 0,32-5 0,41-37 0,-6 16 0,33-26 0,0 14-977,-14 12-6,24-6 983,-37 17 0,16 4 0,-34 3-835,0 7-148,-17 1 0,-32 18 0,-22 7 0,-29 16-492,18-23 0,-6-2 0,-4 1 0,-4-1 0,-22-5 0,-5-2 0,7 1 0,-4-1 164,11-5 0,-5-2 0,2 0 0,12-2 0,2-1 0,-3 0 0,-15 0 0,-4 1 0,3-2 0,12-2 0,1 0 0,1 0 0,2 0 0,1 0 0,2 0-164,-27 0 0,6 0 105,17 0 0,6 0 878,17 0 1,8 0 119,-2 0 372,28 3 0,-3-2 0,-2 2 0,-42 4 0,-15 2-492,18-1 1,-4 1-1,9-1 1,-2 0-820,-4 2 0,-5-1 0,3 0 108,-12-3 0,0-1 220,13 3 0,-2 2 0,3-2 0,-16-3 0,4-1 0,2 1 0,4 0-117,11 3 0,5-1 117,-18-5 0,29 8 0,40-10 983,2 6-778,-14-1 778,8 2 0,-28 3-340,5 0-643,0-1 0,-32 4 0,37-8 0,-48 8 0,53-11 0,-9 7 0,32-8 0,64-10 0,6-9-328,3 6 0,16 1 0,-1-1 0,-17 0 0,-2-1 0,8 1 131,2 3 0,8 1 1,4-1-1,2 1 0,-4 1 0,-8 0 0,0 1 1,-1-1-1,0 1 0,3 0 0,7 0 0,0 0 1,2 0-1,2 0 0,4 0 56,-15 1 1,4 0-1,2 0 1,1 0-1,-1 0 1,-2 0-1,-4 1-56,12-1 0,-6 0 1,-2 1-1,5-1 0,8 0 87,-18 0 1,7-1 0,5 1 0,3-2-1,0 1 1,0 0 0,-2 0 0,-4 1-1,-6 0-54,9 0 0,-6 1 0,-4 0 0,0 0 0,2 0 0,5 0 41,-7 0 0,3-1 0,4 1 0,0-1 0,0 0 0,-1 0 0,-4 0 0,-4 1-74,18-2 0,-7 0 1,-2 0-1,1 0 0,3-1 33,-3 1 0,3-2 0,1 1 0,0-1 0,-3 0 0,-5 0-82,13-2 0,-5-1 0,-1 0 0,3-1 49,-5-1 0,6-1 1,-1-1-1,-5 0 0,-10 0-131,-4-1 0,-8 0 0,-1-2 177,3-2 1,-1-1-1,-5-2 642,13-12 1,-11 0 491,11-5-492,-31 7 1,-6-1 491,-15-2 0,3 0 0,-16 6 0,-11 16 0,2 1 0,-6-1 0,6 6 0,1-4 0,4 4 0,8-7 0,2 3 0,-4 0-516,-5 4-467,-9 2 0,-27-12 0,-4 6 0,-23-8 0,-10 0-492,1 9 0,-5 2 164,1-5 0,-5-2 0,-3 2 0,-10 3 0,-2 2 0,-1-1 0,4-2 0,0-1 0,-7-1 131,12 3 0,-6-1 1,-2 0-1,0-1 0,4 1-49,-2-1 0,3 0 0,0-1 0,-5 0 49,-1 0 0,-4 0 1,-2-1-1,-1 1 0,3 0 0,4 1 0,0 0 1,0 0-1,2 1 0,0 1-49,-12-1 0,2 1 0,1 1 0,0-1 0,0 1 0,0 0 0,3 0 0,10 2-246,-17-1 0,14 3-492,-16-4 1619,85 0-635,59-15 0,30-4 0,-12 6 0,6 1 327,2-4 1,7-1 0,3 3-242,11 5 1,4 4-1,-1 2 152,-5 1 1,-1 2-1,5 2-238,0 1 0,5 2 0,2 0 0,-4 1 0,-13 1 0,-4 1 0,1 0 0,5 0 0,1 1 0,6 1 0,2 1 0,-2-1 0,-5 0 0,-3 0 0,-5 0 0,0 0 0,5 0 0,2 0 0,5 0 0,2-1 0,-3 1 0,-7 1 0,18 1 0,-8 1 0,-2 1-328,2-2 0,-2 0 0,-10 4 265,-7 4 1,-12 1 62,3 2 0,-45 2 983,-25-5 0,-20 5 0,-7-1 0,-39 12 0,-14-2-492,36-6 1,-2 2-1,-12-2 1,-3-1-1,1 3 1,-3 1-782,-14 1 1,-2 0 289,9-4 0,2 1 0,10 0 0,5 1 0,-23 8 0,46-11 0,13-6 0,18-11 983,69-31-835,-7 0-148,0 3 0,6-1-492,-9 4 0,2 0 241,9-5 0,3 0 251,11 2 0,-2 0-492,-18 2 0,0 1 78,27-3 0,-6 4 269,-9-1 145,16-4 0,-67 20 0,-26 2 983,-42-7 0,-24 9-492,4-1 1,-8 1-954,-13 5 1,-3 0 461,-5-4 0,-2 0 0,25 3 0,-1 2 0,0-3 0,2-3 0,1-1 0,0 0 0,-1 2 0,0 1 0,0 0 0,0-1 0,0 1 0,2-1-492,-27-5 0,5 2 378,16 5 1,6 2 113,-17-9 0,49 9 0,40 3 0,56-2 0,-13 1 0,7-1-492,15-1 0,6 0 383,19 4 0,4 1-39,0-1 0,2 2 148,-32 0 0,1 1 0,4-1-328,23 1 0,7 0 0,-3-1 0,-14-2 0,-2-1 0,4 0 82,-6 0 0,4 0 0,0-1 0,-3-1-82,9 0 0,-3-1 0,-2-1 0,-4 2 0,-2-1 0,-2-1 228,-7-1 1,-3-1 0,-5 0 99,1 3 0,-8-2 983,26-9-58,-60 7 58,-38-10 0,-22 2-492,-14-3 1,-10 1-1,-8 4 1,-6 1-165,-1-3 1,-5-1 0,0 2-656,6 3 0,0 2 0,-3-2 82,0-1 0,-5-1 0,1-1 0,3 3-82,-4 3 0,3 1 0,-3 0 82,6-1 0,-4 0 0,1 0 0,6 2-246,-22 2 0,8 2 0,4 1 0,10 1 136,14 2 1339,41 4-738,19-5-245,66 6 0,4-8 491,14 6 1,9 1-1,-9-4 1,2 0-165,-19-2 1,2 1 0,3 0-209,8 1 1,3 2-1,-1-2-119,-7-4 0,-2-1 0,7 1-246,6 3 0,7 1 0,1 0 0,-2-1 0,-12-3 0,-3 0 0,1-1 0,3 0 0,16 2 0,3 0 0,0 1 0,-2 0 135,-9-1 1,-3 0 0,-1 1-1,0-1 111,-5-2 0,-1 1 0,-1-1 0,-1 1 0,18 2 0,-2 0 0,-5 0-356,16-3 1,-11 0 355,-32 0 0,-10 0 983,-1 0-563,-67-6 563,-34 5 0,-13-4-344,-29 5 344,9 0 0,-9 6 0,-1 3 0,20 5 0,21-3-386,27-5-597,22-3 0,36-18 0,12-8 0,40-12 0,-11 0 0,-2 13 740,-28 2-740,-13 10 0,-23 6 0,-1 4 0,3 10 0,35-5 0,27-7 0,-10-2 0,5-2-436,-5-2 1,-1 0 435,-2-2 0,-9 4-90,-24 10 90,-61 4 0,-28 4 0,-18 9 0,-9 2-328,16-8 0,-4 0 0,-1 0 0,-2 4 0,-1 1 0,0-3 0,-4-2 0,-1-3 0,-1 3 82,15 0 0,-1 3 0,-1-1 0,0-1 0,-5-4 0,-1-1 0,0-1 0,2 2-82,-13 6 0,3 2 0,2-1 0,10-6 0,1-1 0,7 0-164,-5 2 0,11-1 195,-9 7 297,38-15 983,39-3 0,45-19-254,16-9-729,0 5 0,6-2 491,-6 1 1,5 0-357,2 3 1,8 0-1,-2 2-135,20 1 0,1 2 0,-14 1 0,5-1 0,-4 3 0,-11 4 0,-2 2 0,0-2 0,-3-1 0,0-2 0,-3 1 0,18-1 0,-5 0 491,-14 0 1,-6 2-289,11 0-203,-48 4 0,-20 4 0,-46-9 0,-30-4 0,14 3 0,-6-1-328,-11 1 0,-11 0 0,2 0 0,7 1 0,0-1 0,-2 2 0,-7 0 0,-1 2 0,0 0 266,5-1 0,1 1 1,4 0 318,-19 0 0,4 1-257,-5 0 0,8 1 520,-1 4-520,2 0 0,61 0 0,22 0 983,49 7 0,46 3-492,-19-6 1,5 1-536,11 3 1,3 0 43,9-7 0,-2 0 0,-23 3 0,1 0 0,-2-1 0,5 0 0,0 0 0,-7 0 0,0 1 0,5 0-246,-1 1 0,6-1 0,0 2 0,-3-1-82,8 1 0,-2 1 0,2-1 82,-5-1 0,3 0 0,0 0 0,-4 0 55,0 2 1,-3-1 0,1 0 190,13-2 0,1 0 0,-6-1-492,12 2 0,-9-1 0,-21-4 0,-10 0 140,-1 0 352,-20 0 983,-26 3-9,-4 1 9,1 2 0,-64-6 0,-17 2-492,4-4 1,-8-1-216,-11-1 1,-5 0-277,22 3 0,-2 1 0,0-1 0,3-2 0,0 0 0,-2 0-328,-22 0 0,-4 0 0,6 0-164,-3 2 0,2 0 164,14-2 0,-3-1 0,3 2-164,-16 1 0,7 2 0,29-1 0,4 0-492,-40 3 790,91-2 194,66 0 0,44 1-492,-16-2 0,12 0 424,-30 0 0,9 0 0,4 0 0,2 0 1,-4 0-139,15-2 1,-2 0 0,1-1 0,4 0 205,-20 1 0,3 1 0,1-1 0,2 0 0,-2 0 0,-1 0-197,10-1 0,-3 2 1,1-1-1,0-1 0,3 0 33,-5-1 0,1-1 0,2 0 0,1-1 0,-1 1 0,-1 1 0,-1 1 0,0 1 0,-1 0 0,0 0 0,1 0 0,0-2 0,1 0 0,2-1 0,0-1 0,-1 0 0,-1 1 0,-1 0-33,9 2 0,-2 1 1,-1 0-1,0 0 0,-1-1 189,-3-1 0,0 0 1,-1 0-1,-3 0 1,-5 1 96,19 2 0,-8 1 1,-2-1-90,-7-2 0,-4 0 0,-9 0 491,-9 2 1,-11 2 491,4 3 0,-42 0 0,1 7 0,-9-1 0,3 9 0,4-4 0,-5 4 0,2-8 0,-3-1 0,-31-20 0,-22 2-492,-9-6 1,-10-4-984,-22 0 0,-11-1 247,9 3 1,-7-1-1,-5-1 48,25 5 0,-2-1 1,-3-1-1,-2 1 0,1 0 0,-4 0 0,1 2 1,-3-1-1,-2 1 0,-7-2 74,12 2 0,-5 0 0,-5-1 0,-1-1 0,-2 1 0,1 1 0,2 1 0,5 1-18,1 2 1,3 2-1,1 0 1,1 1-1,0 0 1,-1 0-1,-2-1 0,-10-1 1,-2-2-1,-2 0 1,1 0-1,0 1 1,2 2-1,3 2-23,-1 2 0,1 2 0,2 2 0,2 1 0,3 0 0,5 0-82,-13 1 0,7 1 0,1 0 0,-4 1 49,4 0 0,-3 0 1,-2 1-1,4-1 0,6 1-131,-16 3 0,8 1 0,3-1 0,10-1 0,3 0 0,10-1 1311,-33 5-401,82-1 401,49-8 0,63 11-656,-32-12 1,10 0 0,4 2-164,-5 2 0,5 4 1,3-1-1,3 0-164,3-3 0,4 0 0,2-1 0,2 1 0,-1 1-197,0 1 0,0 2 1,1 0-1,2 0 0,3-2 56,-16-3 1,2-1-1,1-1 1,3 1-1,0-1 1,2 1-1,1 0 18,-2 2 0,1 1 0,1 0 0,1 0 0,1 0 0,3 0 0,0 0 0,3-2 24,-8-1 1,3-1 0,2-1-1,2 1 1,0-2 0,1 1-1,0 0 1,-2 0 0,0 1-1,-2 0-11,4 1 1,-1 1 0,-1 1 0,-1-1-1,1 1 1,-1-1 0,0 0 0,1 0-1,0-2 11,-7-1 1,-1 0 0,1-1-1,0 0 1,0-1 0,1 0-1,-1 1 1,0-1 0,0 0-1,0 0 0,1 0 1,1 1 0,1-1-1,0 0 1,-1 0 0,0 0-1,-2 0 1,-2 0 0,-2 0-1,-2-1 34,10 1 0,-4-1 0,-4 0 1,0 0-1,0 0 0,2 0 0,4-1 65,-5 1 0,4-1 0,4 0 0,0 0 0,1 0 0,-3 0 0,-3 0 0,-6-1 0,-6 1 0,10-1 0,-7 1 0,-6-1 0,-1-1 0,1 0 245,15-3 1,0-2 0,-4 0 0,-8 1-215,21 1 1,-15-1 951,12-13 0,-80 20 0,-21-4 0,-23 4 0,-14 0 0,-41 0-492,20 0 1,-5 0-1,-17 9 1,-9 0-165,8-7 1,-8-2 0,-3 2-574,9 3 0,-3 3 0,-2 0 0,0-3 0,-1-3 0,1-2 0,-2-1 0,-1 2 233,12 2 0,-2 1 0,0 0 0,0 0 1,2 0-234,-11-1 0,2 0 0,0-1 0,-1 1 0,-2 0 0,-1-1 0,-1 1 0,1 0 0,-2 2 0,-1 0 0,0-1 0,1 1 52,-2-3 1,-1 0 0,2 1 0,5 1 193,14 2 0,3 1 0,2 1 0,4-1-176,-12-1 1,5 0 0,10 1 175,-26 14 983,66-14-111,67-4-872,27-6 0,16-3 52,-10 5 1,7 1 0,5-1-53,0-3 0,6-1 0,4 0 0,1 1-56,-10 3 0,4 0 1,0 2-1,1-1 1,-2-1 55,-4-2 0,-2-1 0,1-1 0,1 1 0,3 1-164,-3 2 0,3 1 0,2 0 0,0 0 0,-2 0 0,-3-1-33,3-2 0,-1-1 1,-2 0-1,-1 0 0,1 1 0,-1 1 0,0 2 1,0 0-1,0 0 0,-1-1-49,19-1 0,0 0 0,-2-1 0,-6 1-22,-2 2 1,-5 0-1,2 0 513,-12 0 1,3 0 0,-3 0 0,-10 0-217,5 0 1,-9 0 953,34 0 0,-98 0-544,-46 0 1,-26 0-440,-2 0 0,-7 0 327,-4 0 1,-8 0 0,-3 0-269,19 0 1,-2 0 0,0 0 0,-1 0 107,3 0 1,2 1 0,-3-1 0,-4-1-168,-6 0 0,-6-1 0,-3 0 0,2-1 0,3 1-246,-4-1 0,3 0 0,0 0 0,-5 0 82,19 1 0,-3 0 0,-1 0 0,-2 0 0,-1 0 0,-2 0 23,4 0 1,-2 1-1,-3-1 1,1 1-1,0 0 1,2 0-1,4 0-56,-13 0 0,4 1 1,2 1-1,-1-1 0,-4 0 33,1 0 0,-5 0 0,-1 0 0,1 0 0,4 0 0,7 0 76,-3 0 0,6 0 1,5 0-1,5 0 367,1 0 0,6 0 1,4 0-280,-15 0 0,22 0 983,45 0-492,64 3 1,40 3-379,-30-1 1,3 2-1,8 1 88,14 1 0,10 1 0,4 0 1,-2 2-202,-3 0 0,0 2 0,0-1 0,4 0 0,-9-2 0,3 0 0,1 0 0,-1-1 0,-2 0 0,6 1 0,-2 0 0,0-1 0,4 0 0,-3-2 0,5 1 0,1-1 0,-2 0 0,-7-1 0,-3-1 0,-5 0 0,-2-1 0,3 0-246,12 1 0,2 0 0,-1-1 0,-3-1 21,-14 0 1,-2-2-1,-3 0 1,-7-1 49,23 0 1,-8-2 174,0 2 0,-18-2 983,-39-2 0,-58-10-705,-17 1 1,-11 1-279,-17-6 0,-9 0 149,-7 1 0,-9-1 0,-4 1-149,19 5 0,-2 1 0,-3 0 0,-1-1-177,7-1 0,0 0 0,-3-1 0,-1 1 0,-3 1 177,6 2 0,-4 1 0,-1 1 0,0 0 0,0 0 0,2-1-197,-11-1 0,1 0 1,1 0-1,0 1 0,-3 1 33,12 2 0,-1 1 0,-1 0 0,-1 0 0,2 1 0,2 1-33,-11-1 0,1 1 1,2 0-1,2 0 0,2 1-49,-5 1 0,3 0 0,2 0 0,0 0 194,-2 0 1,-1 0 0,4 0 0,8 0 51,-22 4 0,11 0 0,17-3 0,11 3 983,12 7 0,55-8-865,80 9-118,-13-11 0,10 0 327,-2 3 0,9 3 0,3-1-327,-9-3 0,4 0 0,2 0 0,2-1 0,-5 0 0,2 0 0,2 1 0,2-1 0,-1 0 0,5 2 0,0 0 0,1 0 0,2-1 0,3 1-136,-18-2 0,1 0 1,2 0-1,2 0 0,0-1 1,1 1-1,1 0 136,8-1 0,3 1 0,1-1 0,0 1 0,0 0 0,-2-1 0,-2 2-164,3 0 0,-2 0 0,-2 1 0,0 0 0,1-1 0,2-1 23,-9 0 1,2-2-1,1 0 1,0 0-1,-1 0 1,-1 0-1,-2 1-13,4 0 0,-1 1 0,-1 1 0,-1-1 0,-2-1 0,-3-1 154,5-2 0,-3-2 0,-1 0 0,-2-1 0,0 2 245,17 0 1,1 1 0,-5 0 0,-12-3-198,10-6 0,-21-1 935,-25 1 0,-50 4-685,-54-2 1,-26 5 192,24 1 1,-5 1-165,-21-1 1,-14-1 0,1 2-78,8 1 0,1 1 0,-4 1-250,7 0 0,-4 2 0,-2-1 0,-3 1-197,9-1 0,-3 0 1,-2 0-1,1 1 0,1 0 42,5 0 1,1 1-1,1 0 1,-1 0-1,-1 1 155,-5 0 0,-1 1 0,-1 0 0,2 0 0,2 1 0,-4 0 0,2 1 0,2 0 0,-1 0 0,0 2 0,0-1 0,0 2 0,0 0 0,-3 1 0,-2 0 0,2 1 0,6-1-328,-3 2 0,4-1 0,4 1 285,6-2 1,2 1 0,12-2 1025,-13 6-527,52-12 527,38-5 0,31-7-492,21-1 1,13-3-1,5-3 1,7-1-165,-7 2 1,7 0 0,2 0-574,-21 3 0,1 0 0,0 0 0,-2 0 55,13-3 0,-2 0 0,3 0 191,-10 1 0,3 0 0,-2-1 0,-6 1-328,-5-1 0,-5 0 0,-3-1 303,25-5 1,-11 0 24,-1-2 0,-70 6 0,-48 4 0,-6 6 0,-11 2 33,-29-1 0,-9 1-33,16 2 0,-5 1 0,0 1-109,-1 1 0,0 1 0,-5 0 109,10 1 0,-5 1 0,0 1 0,3 0 0,10 1 0,2 0 0,-1 2 0,-6-1 0,-5 0 0,-6 1 0,-2 0 0,-1-1 0,4-1-246,-10 0 0,3-1 0,-1-1 0,-2 0 49,9-1 0,-2 1 1,-2-1-1,1-1 0,1 0 0,3-2 0,1-1 1,0-1-1,0 1 0,2 0 0,5 0 0,0 0 1,1 0-1,0 0 0,-1 0 0,-1 0 0,-1 0 1,0 0-1,2 0 0,5 0 211,-25 0 1,7 0 0,6 0-15,-16 0 0,17 0 983,19 0 0,70-4-726,90-14-257,-7 3 491,-3 1 1,5 2-1,-9 6 1,-2 2-288,-7 0 0,-2 0 287,-1 4 1,-6 0 491,2 0 0,-48 5-492,-53 1 1,-28-2-7,1 4 0,-8 0-485,-4-2 0,-8 1 0,3-1-328,16 0 0,2 0 0,-2 1 0,-17 4 0,-3 2 0,5 0-96,-11 1 1,3 2 605,-8 7 1,6-1-183,30-8 0,9-2 178,-12 8-178,33-10 983,33-7 0,65 0-882,-17-2 0,8-2-122,37-3 0,10 0 21,-24 3 0,3 1 0,0-1 0,-2-4 0,-1-2 0,0 2 0,-2 1 0,-1 1 0,-1-1-126,-5-1 1,0-2-1,-8 1 126,-1-2 0,-5 0 0,39-2 0,-106 5 0,-35 3 0,-22 4 0,-11-3 0,-13 1 0,1 1-328,10 1 0,1 1 0,-5 0 82,4 0 0,-6 1 0,2 1 0,8 2-246,-23 11 0,10 1 369,15-6 1,8 2 122,-14 17 983,80-25-722,76-1-261,0-13 0,12-4-328,-8 5 0,6-1 0,7-2 82,0-4 0,7-2 0,3-1 0,0 0 49,-19 3 0,1 1 1,0-1-1,2 0 0,2 0 39,-2 0 1,2 1-1,2-1 1,1 1 0,0-1-1,-1 0 158,1-1 0,2 0 0,-1-1 0,0 1 0,-1 0 0,-3 0 0,8 1 0,-3-1 0,0 2 0,-1-1 0,3 0 0,-7 0 0,4 0 0,0 0 0,-1 1 0,-6-1 0,-9 2-283,14-4 1,-10 2 0,-2 0 282,6 1 0,0 0 0,-25 3 0,-28 1 0,-123 14 0,28 2 0,-9 3 152,-15-1 1,-11 0 0,-6 1-153,12-2 0,-5 2 0,-3-1 0,-1 0 0,16-2 0,-1 0 0,-2 0 0,-2 1 0,-5 0 0,10 0 0,-5 0 0,-3 1 0,-1 0 0,0 0 0,2 1 0,4-1-164,-1 1 0,3-1 0,1 1 0,1 0 0,-2 1 0,-1 0 23,3 1 1,-3 2-1,-2 0 1,1 0-1,2 0 1,3 0-1,5-2-105,-22 4 0,7-1 0,3 0 0,0 1 0,0 2 0,0 2 0,5-1 0,12-3 737,-2-1 1,9-1-324,-7 0 1,30-2-169,73-5 0,34-6 0,24-4 0,-3-2 0,13-2 0,9 0 0,3 0 0,-20 1 0,3 1 0,3 0 0,4-1 0,4 0 0,6-1 0,-26 1 0,3-1 0,4 0 0,3 0 0,2-1 0,1 1 0,2-1 0,0-1 0,0 1 0,0 0 0,-2-1 0,-4 1 0,-1 0 0,1 0 0,0-1 0,1 1 0,0-1 0,0 0 0,1 0 0,0 0 0,0 0 0,1 0 0,1-1 0,-2 1 0,1 0 0,0 0 0,1 0 0,0-1 0,1 1 0,0-1 0,0 1 0,1-1 0,-1 0 0,0 0 0,0-1 0,0 1-34,1-1 1,0-1-1,1 0 1,0 0-1,0 0 1,0 0-1,0-1 1,-1 1-1,0-1 1,-1 1-1,0 0 1,-2 0-1,0 1 34,6-1 0,-1 1 0,0 0 0,-2 0 0,0 0 0,-1 0 0,0 1 0,0-1 0,-1 0 0,1 0 0,-1 0-90,0-1 1,0 0-1,0 0 1,0 0 0,0 0-1,0 0 1,-2 0 0,-1 1-1,-1-1 1,-3 2-1,-1 0-13,11-1 1,0 1 0,-3 0 0,-1 1 0,-3 0 0,-2 0-1,-2 1 1,-4-1 286,21-2 0,-4 0 1,-3 0-1,-8 1 1,-9 0-185,1 0 0,-9 1 0,-16 2 983,-6 1 0,-113 26-724,6 0 1,-7 1 231,-7 1 1,-7 1-165,0 2 1,-7 3 0,4-2-307,-13 3 1,-1 0-22,13-2 0,-4 2 0,3-2 0,8-4 0,2-2 0,0 0 0,1 0 0,1 0 0,1-1 0,-1-2 0,0-1 0,2 1 0,-21 8 0,3 1 491,8-1 1,7-2 491,-10 7 0,24-9 0,39-28 0,-10-2 0,-10-13 0,-1 8 0,-17-13 0,30 15 0,-10-3 0,32 10-828,90 11-155,-31-7 0,7 0-328,2 2 0,6 0 0,0-1 0,0-1 0,0 0 0,-3-3-1,18-5 0,-3-1 45,1 4 1,-9-3 283,-6-12 0,-16 7 0,-52 8 0,-7 1 0,-49-11 0,-35 2-281,14 0 0,-8-1 281,16 3 0,-4 1 0,-3 0-328,-14 1 0,-3 2 0,0-2 0,6-1 0,0-2 0,-3 3 82,11 3 0,-4 2 0,1 1 0,5 1 142,-4 0 0,4 1 0,4 0-12,-20 2 0,9 2 116,-12 9 0,91-6 0,45-2 0,25-6 0,-1-1 0,6-1-86,-4 0 1,5 0-1,4-2 86,18-3 0,6-2 0,-5-1 0,-21 2 0,-4-1 0,4 0 0,22 0 0,5 0 0,-6-1 0,-25-1 0,-4 0 0,1 0 0,33 2 0,-4 0 491,-20-7 1,-8 1 491,18 5 0,-45-3-575,-41 11-408,-66 2 0,16-2 0,1 2 0,-3 2 0,-18 5 0,0 2 0,0 6 0,0 0 983,9 5 0,22-10 0,-4 13 0,4-13-764,-1 7-219,-45-2 0,-11 0-492,48-6 0,-3 0 0,-37-2 0,-5-3 313,10 1 0,-2-1-149,22-3 0,-3 0 0,-4 0 0,-21 0 0,-6 0 0,4 0 0,19 0 0,3 0 0,-4 0 165,1 0 0,-4 0 1,-1 0-1,0 0-83,3 0 0,1 1 0,-1-1 0,-2-1 0,-10-3 0,-2 0 0,-2-2 0,-1 1 49,11 1 0,-1 0 1,-1-1-1,-1 1 0,-2-2 0,-8-2 0,-2 0 1,-1-1-1,-2 0 0,0 1 33,11 1 0,0 2 0,-2-1 0,0 1 0,0-1 0,0 1 0,0 0 0,-2-1 0,1 0 0,0 1 0,3 0 0,2 1-33,1 1 0,3-1 1,1 2-1,0 0 0,-2 1 0,-12 1 0,-4 1 1,0 0-1,5 2 0,9 1-131,2 2 0,9 1 0,-3 1 282,3 2 1,-4 2 0,3 0 0,11-1 45,1 2 0,13 1 983,-3 15 0,47-21 0,15-1 0,49 18 0,35 5-492,-9-5 1,8 3-165,-24-6 1,1 0 0,0-1 163,27 4 1,2-1-165,-19-2 1,2 1 0,-5-4-77,3-3 0,-2-2-579,-8-1 0,3 0 0,-7-3 211,-9-5 1,-7 0 116,28 6 0,-61-8 0,-80 17 0,-18-6-328,25-6 0,-11 1 0,-1 0 307,-5 3 0,-2 1 0,-3-1 21,-14-1 0,-3 0 0,-1 0 0,4 2 0,0 1 0,-3-1-246,13-3 0,-3 0 0,1 0 0,2-2 92,-12 0 0,2-2 0,-4 2 154,21-1 0,-4 1 0,-1 0 0,1 0 0,6 0 0,-18 2 0,6-1 0,-1 2-102,-10 1 0,-2 1 0,13 1 102,15 2 0,11 0 0,-14 3 0,63-9 983,88-17 0,9-3-673,-13 1 1,7 0 180,2 0 1,2 0-1,15 0 1,1-1-118,-16-2 1,-5-1-375,-9 5 0,-9 0 983,-1-8-29,-49 9-954,-10 4 0,-54-9 0,27 7 0,-68-2 0,32 7 466,4 0 1,-4 0-467,10 0 0,-3 0-492,-41 0 0,-2 0 0,29 0 0,0 0 291,-19 0 0,1 0-110,22 0 1,7 0 310,-16 4 0,15 0 0,54 0 983,8-1-735,28-3-248,24-7 0,31 6 0,-8-6 491,-17 2 1,1 2-458,39 1-34,-10-6 224,-28 8 1,-6 0-225,-19 0 0,51 13 0,-56-6 0,3 9 0,-22-8 983,-15-1-492,-10 0-210,-14 3-281,-22-5 0,-12 0 0,0-5 0,2 0 0,26 0 0,6 0 0,24 0 0,42 7 0,26 2 0,-6 0 0,8-1-492,21-3 0,7-1 164,-24 2 0,3 0 0,3-1 0,17-1 0,3 0 0,-1-1 0,-8 1 0,-1 0 0,-2-1 0,-3 1 0,-1-1 0,-3-1 0,-8-1 0,-2-2 0,-4 1-164,11 0 0,-5 0 234,-14 0 1,-6 0 257,8-3 0,-46 5 983,-6-1 0,-1 20 0,-1-10 0,3 10 0,-7-14 0,6-3 0,10 3-461,-7-6-522,18 2 0,-18-3 0,3-3 0,-9-9 0,-7 3 0,-3-10 0,-10 11 0,2-2 0,-30 5 0,-41 2-492,34 3 0,-7 0 164,-15 0 0,-10 0 0,1 0 0,10 0 0,0 0 0,-4 0 82,2 0 0,-6 0 0,0 0 0,2 0-82,-16 0 0,2-1 0,2 2 0,5 1 0,1 0 0,0 2 40,0 2 1,0 0 0,7 2-115,-5 1 0,6 1 402,13 0 0,9-1 0,18-2 0,39-7 0,57 0 0,12 0 0,15-6 491,-31 6 1,-1-1-27,32-12-465,0 11 983,3-12 0,-56 10 0,-4-3 0,-38 4 0,-39 10-965,-1-7 1,-6 1-511,0 10 0,-4 0 120,-28-6 0,-3 2-120,13 9 0,-1 1 283,12-9 0,-3-3 0,-1 3-119,-6 6 0,0 2 0,-3-1 0,-4-4 0,-2-2 0,-2 3 82,12 1 0,-1 1 0,-2 2 0,0-1 0,-2-1 0,0 1 0,-1 0 0,-2 1 0,-13 4 0,-3 1 0,1 0 0,3-1 0,18-4 0,3 0 0,-1-1 0,-3 3 49,-1 1 0,-4 2 1,-1 1-1,0 1 0,4-3-49,-6 2 0,2-1 0,2 0 0,-1 1 0,1 1 0,0 1 0,-2 0 0,-2 0 49,3-2 0,-5 1 1,0-1-1,3-1 0,9-2-105,-2 0 1,8-2 0,-8 1 301,2-2 0,-9 3 0,-3-1 0,3 0 0,11-2 0,4-1 0,7-2 0,-4 0 208,-30 4 1,-6-1-1,9 0-208,6 3 0,9-4 491,18-8 1,6-1 491,-25 10 0,69-16 0,-7 3 0,-20-2 0,-13 10-492,-11-6 1,-8-1-1,9 5 1,-5-1-165,3-4 1,-7-1 0,1 0-239,1 0 0,-1 0 1,-2-1-90,-11 1 0,-2 0 0,-3 0 0,-7 0 0,-3 1 0,-1 0 0,19 0 0,-2 2 0,0-1 0,0 0-246,2 0 0,-2 0 0,3 0 0,2 0-82,-5 1 0,3-1 0,-1 3 27,-5 2 0,-1 2 0,6 2-191,-8 4 0,4 3 207,-8 2 1,5 0 775,23-5 1,9-3-107,2 1 598,44-12-492,60-3 1,33-2-218,-19 0 1,7 2-476,-6 0 1,10 1-1,3 1 1,-3 0 200,14 0 0,-1 0 0,0 2 0,6 1 0,1 0 0,-1 1-95,-7 0 0,0-1 1,-4 1 94,-12-1 0,-3 0 0,-3 1-96,14 4 1,-10 1 95,9 2 0,-55 5 0,-42 2 0,-55 20 0,27-18 0,-4 1 491,-27 7 1,-8-1-1,-5 3 1,-6-2-820,17-11 0,-2-1 0,-3 2 205,-9 4 1,-3 2-1,3-3 123,12-6 0,1-2 0,-2 2-246,6-1 0,-2 3 0,-1-1 0,4 0-82,-11 1 0,3 0 0,-2 1 178,12-3 0,-3 3 0,2-1 0,2 0 150,-11 3 0,4 0 0,5-2 0,-13 3 0,12-1 0,-2 8 0,43-20 0,27-2 983,6-2-583,0 3 583,-6 4 0,-8-2 0,-16 3 0,7-10 0,-42 8 0,7-5-492,7 0 1,-2 0 491,-23 6-1475,16-5 0,1-1-102,-10-1 594,-6 6 0,-2-2 0,-17-7 0,2 8 0,-1 1 0,40-9 0,0 1 0,-45 11 0,1 3 0,44-6 0,0 1 0,-16 4 0,-8 1 0,7-1 0,15-1 0,-1 0-328,-14 1 0,-10 1 0,5-1-164,-12 6 0,4-2 41,3-3 0,0 0 55,-17 5 0,12-5 396,32-8 0,-17 5 0,74-19 983,4 2-664,10-6 664,-1 2 0,4 0 0,-2-2 0,-5 6-939,-4-5-44,-40 5 0,18-2 0,-68 3 0,52 0 0,-69 0 0,61-3 0,-25 2 0,48-6 0,7-16 0,27-27 0,12-6 0,7-5-492,1 3 0,4-3 164,6-3 0,5-4 0,-4 4-164,2-3 0,-1 0 164,-2 2 0,4-3 0,-5 5-164,-2 3 0,-3 0 164,-2 1 0,2-4 0,-5 5-164,-7 4 0,-3 1 0,6-11 0,-5 2 138,-8-19 1337,-9 20-82,-8 12 82,-9 18 0,-3 15 0,-5 6 0,-8 2 0,3 4 0,-8 0-539,3 4-444,0 0 0,-23 13 0,-22 12 0,-11 6 0,23-11 0,-3 0-492,3-4 0,2 0 483,1 0 0,3-1 9,-34 11 0,36-7 0,28-10 0,6-3 0,47-5 0,16-12 0,38 1 12,-38-4 0,2-3-12,6 1 0,-2-1 0,32-15 0,-10-2 0,-52 15 0,-11 10 0,-13 0 0,-27 5 0,5 0 0,-63 16 0,-15 8-492,17 5 0,-2 2 0,19-10 0,-1 3 460,3 3 0,-3 5 1,5-1-400,4 4 1,3 0 430,-7 2 0,4 2 0,-14 29 0,50-36 0,9 7 0,35-8 0,33 4 0,6-5 0,13-3-214,-14-11 0,4-3 0,3-1 214,9 3 0,3-1 0,2-3-328,9-2 0,2-2 0,1-2 0,0 0 0,0 0 0,0-3 102,-20-1 1,1-2-1,-2 0 1,-1 0 225,10 2 0,-2 0 0,0-3-328,2-5 0,1-3 0,-11 2 61,-12 3 0,-7 0 267,39-9 0,-85 13 0,-87 5 0,15 4 0,-13 3 0,1-1-230,6-2 0,1 0 1,-5 1 229,-2 3 0,-4 1 0,-1 1 0,4 0 0,-7 0 0,4 0 0,0 0 0,-3 0 0,0-1 0,0 2 0,0 1 0,0 1 0,3-2 491,-18-1 1,7 0-24,22 3 0,9-2 515,-1 1-287,40-9-696,24-7 0,13-9 983,-8-2 0,6 4-492,-30 45 1,-15 22-1,-3 5 1,-3 6-984,-8 14 0,-3 4 164,8-21 0,-2 1 0,4-6-164,4-5 0,3-3 383,-5 3 1,4-2 108,8 6 0,12-12 0,19-17 0,5-1 0,60 8 0,-5-21 0,14-3-328,-3-2 0,8-1 0,2 0 122,7-2 0,2-1 0,5-2 206,-12-4 0,5-2 0,1-1 0,-2-1-246,-4 0 0,-1-1 0,0 0 0,2-2 49,-12 0 0,2 0 1,0-1-1,-1-1 0,-4-1-49,6-1 0,-3-2 0,-2 0 0,1 0 0,1-2 0,3 0 0,-5 0 0,-11 0-246,3-5 0,-8 0 0,8 5 0,-18-1 1475,-42 5 0,-8 7 0,-57 1 0,-23 3-492,3 0 1,-10 0-165,13-1 1,-5 1 0,-2 1-1,-9 3 1,-4 3 0,1 0-1,1-1 1,-1 0 0,1 3-275,-1 2 0,1 2 0,3 2-53,16-1 0,2 2 0,-2 0 0,-17 3 0,-5 1 0,6 0 0,-10 5 0,4 0-160,20-8 1,-1-1 0,11-2 159,-18 6 0,24-9 0,54-7 0,74-20 0,-8 5 0,8-1-492,16-3 0,9-2 164,-2 4 0,8 0 0,-2 2 0,-11 3 0,-3 1 0,5 0 82,-6 0 0,3-1 0,2 1 0,-1 0 0,-3 1 0,0 0 0,0 2 0,1-1 0,4 2 0,1 0 0,0 0 0,0 1 194,2-1 0,0 1 1,-1 0-1,-4 0 52,10 1 0,-4 2 0,-3-1-12,-5 0 0,-3 0 1,-12 0 11,22 0 0,-31 3 0,-69 2 0,-69 15 0,13-12 0,-8 0 327,8 0 1,-6 1 0,-2 0-85,-14 1 1,-5 0-1,1-1-243,2-2 0,1 0 0,-2 0 0,-4 3 0,-2 0 0,1-1 0,-3-2 0,-1-1 0,3 1 0,12 1 0,2 2 0,1-1 0,3-2 0,0-1 0,7 2 0,-1 4 0,9 0 0,-14-3 983,54-4 0,18-5 0,27-10 0,5 1 0,59-26-314,-20 5-902,-18 10 1,-1-1 232,15-20 0,-2 5 983,-32 9 0,-17 7 0,-28 17-492,-43 2 1,-14 2-984,23 2 0,-5 2 164,-24 0 0,-13 2 0,6 0-164,-4 2 0,1 2 164,10 1 0,-3 1 0,2-1-164,-17-2 0,2 0 0,0 8 0,2-1 0,3-7 0,3 0 0,18 2 0,3 1 14,3-1 0,8-2 1461,6 1 0,19 1 0,44-12 0,33 0 0,-5 0 0,27-4 0,-40 3 0,-4-3 0,-27 4-399,-34 22-584,10-13 0,-26 21 0,32-21 0,0 6 0,10-11 0,1 5 0,4-2 0,58 5 0,-20-4 0,26-3 0,10-3-492,-10-1 0,0-2 346,-1 1 0,4 0-346,27 1 0,0-2 0,-27-3 0,-1 0 475,9 3 0,-3 0-281,-15-3 1,-6 0 297,21 4 0,-28 0 0,-7 3 983,-25 1-863,-13 6 863,-6 0 0,2 4-179,-5 0-804,5-1 0,-1-2 0,2 2 0,3-6 0,54-3 0,-15-7 0,36-2 0,-35 0 0,-21 2 0,-7 2 0,-63 13 0,-14-1 0,-3 5 0,-6 1-492,7-7 0,-2-1 0,-20 9 0,3-1 251,31-8 1,4 0 240,-39 11 0,83-17 0,11-1 0,45-6 0,-22 4 0,25 0 983,-28 0 0,-1 0-500,-8 0-483,-1 0 0,-1 0 0,2 0 0,3 0 0,-1 0 0,6-4 0,22-3 0,-15 1 0,28 0 0,-39 3 0,39 2 0,-37-2 0,47-3 0,-38 4 0,60-4 0,-40 6 0,33 0 0,10 7 0,-41-5 0,39 11 0,-64-11 0,0 6 0,-20-7 0,-36 2 0,11-3 0,-33 0 0,-7 0 0,-2 0-492,-30 0 0,-4 0-183,9 0 675,18 0 0,0 0 0,18 0 0,4 0 0,-29 0 0,2 3 0,36-2 0,30 2 0,0-3 0,-6 0 983,-11 5-307,-32-4-676,-5 5 0,10-6 0,-3 0-984,-32 0 690,38-3 0,-2-1 294,1 4 0,3-1 0,-7-5 0,-11 6 0,41 0 0,9 0 0,-2 0 0,8 0 983,1 0-394,0 0-589,0 0 0,-6 0 0,4 0 0,-12 0 0,18-3 0,47 2 0,34-2 0,-10 2 0,13 2 0,1-1-328,0-3 0,2 0 0,2 0 0,11 0 0,3 0 0,3-2 82,-15-3 0,2-2 0,-1 0 0,-2-1-82,9 1 0,-3-1 0,6-1 131,-20 2 0,5-2 1,2-1-1,-1 1 0,-4 0-49,3-1 0,-4 0 0,0 1 0,2-2 0,10 0 0,2-1 0,0-1 0,-3 0 0,-11 2 0,-2-2 0,-1 1 0,-1 1-82,24-4 0,-1 1 0,0 1 0,-3-1 0,-1 0 0,-1 2 0,-7 5 0,-2 0 0,-5 0-164,10-6 0,-7 0 983,-8 7 1,-12 0-468,-18-5 959,-6 8 0,-29 3 0,-1 2 0,-47-32 0,-8 11-492,-7-6 1,-5 0-1,7 13 1,-1 3-1,-17-10 1,-3 2-1,0 10 1,-2 1-336,-6-5 1,1 2-157,11 5 0,1 3 0,-10 0 0,5 0 0,-16 4 0,-1 4 0,46-3 0,26 6 0,0-3 0,13 2 0,1 1 0,6 3 983,3 1-325,-3-1-658,15 5 0,-6-10 0,36 2 0,-10-7-492,19 1 0,11-2 0,10-7 0,5-1 164,-11 5 0,3 0 0,-1-1-164,24-8 0,0-1 164,-14 7 0,4 0 0,-2 2 0,-11 1 0,-1 2 0,3-2 0,22-1 0,6-2 0,-1 2 0,0 0 0,1 2 0,-6-1 0,-22 1 0,-3 0 0,2-2 0,14-3 0,3-2 0,-9 2-164,-14 7 0,-3-2 164,3-6 0,5-4 0,-3 1-131,15-3 0,-3 1 459,-3 2 0,0 1 491,12-3 1,-2 3-1,-26 10 1,-3 2-46,5-1 1,-2 0-447,-8 0 0,-4 0 983,34 0-122,-3 0-861,-30 0 983,15 0 0,-25 0 0,27 0 0,4 0 0,21 0-492,-36 0 1,3 0-190,3-1 0,3 2-794,7 3 0,3 0 106,1-3 1,-2 0 385,-15 2 0,1 2-492,15-1 0,0 0 350,-19-3 1,-3 0 110,1 3 0,-1 0 31,4-4 0,-7 0 0,-7 0 0,42 7 983,-53-2-788,23 3 788,-35-1-121,13-1 121,-10 2-464,6 2-439,35 2-80,-25-2 0,49 5-492,-39-7 0,2-1 62,13-3 0,1 0 430,-4 4 0,0-2 0,21-4 0,-4-2-913,3 6 913,-15-5 0,-3-2 0,-13 1 0,5 0 0,-55 0 0,-6 0 983,-75 8-213,4-6-770,-1 6 0,-13 0-328,15-6 0,-4-2 0,-2 0 0,-5 3 0,-2 0 0,-4 0 82,6-1 0,-5 1 0,1-1 0,5 0 52,-1-2 0,4 0 0,-4 2-52,1 1 0,-4 2 0,-2 0 0,2 0 0,8-2 0,3 0 0,-1-1 0,-5 1 49,-1 1 0,-3 0 1,-3 1-1,-2-1 0,1 0 0,-4 1 0,-2-1 1,0 0-1,2 0 0,3 0-18,-3-1 0,5 0 1,0 0-1,-3 0 215,6-1 0,-3-1 0,-1 1 0,3 0 0,5 0 0,-18 0 0,7 1 0,-2 1 0,16 0 0,-3 0 0,3 1 0,6 1-346,-31 3 1,14 1 345,31-1 0,10 1 0,10-1 0,25-8 983,12 2 0,27 2 0,17 3-969,14-1 0,7 1 477,-2 0 1,6 0-165,8-1 1,8 0 0,-2-2-1,-10-1 1,-2-1 0,5 0-574,0 0 0,4 0 0,2-1 0,-3-1-82,9 0 0,-3-2 0,5 1 82,-5 0 0,5 1 0,0-1 0,-5-1-82,3-1 0,-5-1 0,3 0 0,19 0 0,3 0 0,-10-2-164,-10-3 0,-6-2 0,15 1 0,-11 1 766,-25-1-274,-7 1 0,-89 8 0,-24-1 0,-27-7 327,19 3 1,-11-2 0,3-1 163,-10-1 1,-4-2-653,17 2 1,-8-1 0,-2 0-1,2 1 161,-13 1 0,1 1 0,-4 0 0,7-1 0,-5 0 0,0 0 0,1 2 0,8 2 0,0 1 0,1 1 0,0 0 0,-2-1 0,1 0 0,-1 1 0,2 1 0,3 2 0,0 1 0,1 1 0,1 0 0,-1-1 0,1 0 0,0 1 0,3 1-328,-12 1 0,4 2 0,0 0 308,2-1 0,0 1 0,7-1-248,-9 3 0,9 0 268,17-4 0,9 0 983,6 2-107,38-7 107,9 0 0,67 0-492,-18-4 1,3 0-1,13-1 1,6 0-165,-2 0 1,7-2 0,-3 0-66,13-2 0,2 0-262,-5 3 0,5-1 0,-1 1 0,-6-1 0,-1 0 0,3 1-328,10 2 0,3 1 0,1 0 0,-1-1 0,1 1 0,1 1 82,-19 1 0,0 1 0,2 0 0,-1 1 0,0 0 0,1 1 0,-1 0 0,1 2 0,1 2 0,0 1 0,0 1 0,-4 0-82,7-1 0,-4-1 0,3 4 82,-7 4 0,3 3 0,-1 1 0,-3-2-82,7-1 0,-3-2 0,0 2 63,0 4 1,0 1-1,0-1 265,8-1 0,1-2 0,-7-3 0,-5-2 0,-5-3 0,-3 2 0,-6-3 983,15-7-716,-63 0 716,-8 0 0,8 0 0,23 0 0,23 0 0,-8 0-492,-1-3 1,3-1 491,23-6-492,-19-1 1,-1-1 491,15-3 0,3-6-440,-50 12-543,29-3 0,-41 7 0,20 0 0,-22 5 713,13 4-713,-10 0 0,19 11 0,-11-9 0,23 10 0,-17-15 0,2 5 0,-12-6 0,-6 0 0,1 0 0,0-3 0,-1-1 0,-2-3 0,-1 3 0,-7-5 0,-44-10 0,-12-5 0,-7 9 0,-7 2-492,7 0 0,-2 2 221,-11 5 0,-3 2-221,-8-1 0,-2 2 0,-7 3 0,-1 0 138,4 1 0,0-2-138,-2-3 0,4 0 146,22 4 1,3-2 267,3-2 1,4 1 77,-9 3 983,22 3-802,43-3 802,66 11 0,-26-9-683,24 3 0,4-2 683,11-10-905,-18 3 1,2-1-79,-10-3 0,0-1 0,5 1 0,0 0 0,0 2 0,1 2-492,8 0 0,2 1 67,11 2 0,2 2 425,17 3 0,0 0 0,-20 0 0,1 2 0,-9 1 0,3 3 0,-4 0 0,7 0 0,-4-1 0,0 1 0,-2-1 0,-1-3 0,-11-3 0,-24-7 0,11 4 0,-43-6 854,0 2-854,0-9 983,1 4-738,3-7 1,-3 12 0,-1-2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7:02.39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24575,'78'4'0,"17"-1"0,-28-3 0,5 0-492,13 0 0,2 0 0,-4 0 0,1 0 0,11 0 0,3 0 164,-24 3 0,2 0 0,-1 0 205,-6-2 0,0-1 0,1 1 123,9 2 0,1 0 0,-1 0-492,20 1 0,-3 0 0,-3-3 0,-2 0 0,-2 7 0,-3 0 512,-19-3 1,-2-1-21,7 0 0,-3 1-610,30 9 610,-44-13 0,-4 0 983,15 6-381,-21-7 381,-33 0 0,3 0 0,-8 0 0,3 0 0,0 0 0,4-3-640,-3 2-343,17-2 0,-14 3 0,16 0 0,9 0 0,-14 0 0,21 0 0,-20-4 0,1 3 0,29-3 0,-23 4 0,23 0 0,-30 0 0,20 0 0,5 7 0,20 1 0,-1 4 0,2 0-795,17-1 795,-16-1 0,-4-3 0,-8-7 0,18 0 0,-41-3 0,16 2 0,-39-2 0,10 3 0,-5 0 795,26 0-795,-14 4 0,34 3 0,-15-1 0,0 0 0,-11-6 0,-21 0 0,-5 0 0,0-3 0,-1 2 0,1-2 0,-3 3 0,17 0 0,-17 0 0,15 0 0,-19 0 0,-4-3 0,9-1 0,-3 0 0,7-2 0,-5 5 0,7-5 0,-9 5 0,10-3 0,-3 0 0,-4 0 0,3-1 0,-5-1 0,0 5 0,10-6 0,-5 6 0,4-6 0,0 7 0,-4-7 0,4 7 0,-8-3 0,2 3 0,-3 0 0,-2-3 0,4 2 0,-5-2 0,4 3 0,10-4 0,-8 3 0,15-3 0,-13 1 0,1 2 0,-6-2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7:04.88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1 279 24575,'82'0'0,"-11"0"0,6-8 0,-29 1 0,21-2 0,1 0 0,-8-4 0,-8 5 0,0 1 0,8 0-492,2-1 0,3 1-445,30 5 937,-20-3 0,0 1 0,19 4 0,-19 0 0,0 0 0,19 0 95,-24 0 0,-2 0-95,4 7 0,-3-6 0,-3 6 0,-27-7 0,0 0 0,-16 0 0,5 0 983,-7 0-529,3 0-160,3 0-294,-15 0 0,31 0 0,-28 0 0,13 0 0,20 0 0,-21 0 0,58 0 0,-53 0 0,32 0 0,13 15 0,-21-6-492,9 3 0,6 1 287,-12-5 0,-1 0 205,1 0 0,2 0 0,21-2 0,-6-2 0,-7 2-289,1-5 1,-4-2 288,-20 1 0,39 0 0,-19 7 0,-12-5 0,13 9 0,27-2-442,-44 3 442,2-7 0,1-1 0,-4 1 0,47 3 0,-39-6 983,30 6-647,-41-8-336,11 0-33,-9 0 0,1 0 33,31 0 0,-26 0 0,-1 0 0,16 0 0,10 0 0,3 0 0,-1 0 0,8 0 0,-7 0 0,9 0 0,-9 0-203,-13 0 203,-2 0 467,-18 0-467,17 0 0,-17 0 0,18 0 680,-8 0-680,10 6 0,-10-4 0,8 4 0,-8-6 216,0 0-216,7 0 0,-17 0 0,8 0 0,-10-6 0,-1 5 0,11-4 0,2 5 0,10 0 0,0 0 0,10 0 0,-7 0 0,-24 0 0,1 0 0,35 0 0,-30 3 0,2 1 0,-1-3 0,2 0-492,5 6 0,1 1 262,-1-3 1,1-1 229,11 1 0,-5 0 0,5 2 0,3-10 0,-68 2 0,-2-5 0,-2 5 0,6-8 0,-5 8 983,8-5-523,-8 6-460,2 0 0,-58-45 0,13 15 0,-20-10 0,-9-1-492,13 14 0,-1 4 313,-6 1 1,-3 0-314,-15-4 0,-2 3 0,1 11 0,-1 2 356,-5-8 1,-1 2 135,-1 9 0,0 3 0,11 0 0,-1 0 0,-5 0 0,-2 0 0,-4 3 0,-3 0 0,-7-3 0,-3 0-492,1 3 0,-1 2 164,30-1 0,-1-1 0,1 2-90,-32 3 1,5 0-75,22-3 0,3 0 301,-11 3 0,2 0 191,23 1 0,2-2 224,1-2 0,-1 0-224,-7 7 0,5-1 0,11-5 983,-50 5-220,52-7-763,-55 0 0,43 0 983,-43 0-559,37-3 1,0-2-425,10 0 0,-2 1 0,-21-1 0,-5 0 0,-4-4 0,1 2-251,17 6 1,0 0 250,-18-4 0,1 1 0,31 4 0,0 0-400,-25 0 1,0 0 399,22 0 0,1 0-304,-19 3 0,2 1 304,-20-3 946,17 12-946,-7-12 0,20 6 0,0 1 983,-23 0-492,23 0 1,0 0-225,-10 0 22,16-1 0,-1 0-289,-36 2 0,32-4 0,-4 0 0,-13 3 0,0-1 0,18-6 0,-1 0 0,-29 7 0,1 1 0,27-9 0,3 2-492,-9 4 0,-3 3 171,-25 0 0,0 1 321,28-1 0,0 1 0,-26 6 0,1 2 0,26 0 0,5-1-257,-30 9 257,41-10 0,1-1 0,-30 6 0,23-6 0,-23 6 0,46-11 892,3-1-892,20-5 983,0 2 0,0-2-84,2-1-899,-2 0 0,0 3 0,0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7:14.37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0 108 24575,'92'9'0,"-40"-6"0,-1 1 0,33 3 0,-18-5-492,-5 2 0,4-1 164,-15-2 0,2-2 328,33 1 0,2 0 0,-25 0 0,0 0-492,15 0 0,-2 0-492,24 0 851,-3 0 950,3 0-817,-61 0 0,46 0 0,-61 0 0,52 0 748,-50 4-748,21-3 0,20 18 0,0-15 491,-10 6 1,2 2-428,-5-7 0,0-1-64,5 1 0,1-1 0,-1 0 0,0-1 0,-4-3 0,-2 0 0,42 7-205,-33-6 205,15 6 0,-22-7 0,7 3 0,15 5 0,-43-2 0,53 8 0,-52-13 0,52 6 983,-43-7-968,26 0-15,20 8 0,-31-6 0,31 11-665,10-12 665,-28 5 0,-19-6 0,-2 0-394,8 0 394,41 0 0,-38 0 0,-6 0 0,-1 0 0,7 0 0,20 0 0,3 0-492,-9 0 0,4 0 13,-19 0 0,-1 0 479,20 0 0,-1 0-336,-24 0 1,-4 0 335,43 0 793,-9 0-793,-13 0 0,-13 0 0,-9 0 356,0 0-356,-1 0 983,-9 0 0,7 0-154,2 0-829,3 0 0,18 0 0,-18 0 0,18 0 0,-8 0 0,0 0 0,-3 0 0,-9 0 0,-1-6 0,1 5 0,0-5 0,9 0 0,3 5 0,10-12 0,10 11 0,3-11-492,-33 12 0,2 0 441,-1-2 1,2-1 50,4 4 0,0 0 0,0-3 0,0-1 0,1-1 0,-1 1 0,0-1 0,0 0 0,-4 1 0,-2 1 0,1 3 0,-2 0 0,43 0 0,-43 0 0,1 0 0,44 0 0,-39 0 0,0 0 0,-4 0 0,0 0 0,10 0 0,1 0 0,0 0 0,1 0-492,4 0 0,1 0 272,0 0 1,-1 0 219,1 0 0,-1 0 0,1 0 0,-1 0 0,1 0 0,0 0 0,-1 0 0,1 0 0,4 0 0,1 0 0,-4 0 0,0 0 0,8-1 0,1 2 0,-4 3 0,0 0 0,9-3 0,2 0-492,4 7 0,3 0 0,4-3 0,1 1 139,0 3 0,-1 0-139,-5-3 0,-1-1 224,0 0 1,-2-2 267,-8-3 0,1 0 0,12 0 0,2 0 0,-4 0 0,1 0-328,-25 2 0,0 2 0,1-2 155,-1-1 0,1-1 1,-1 1 172,30 4 0,-1-1-126,-9-4 1,-3 0 125,-15 0 0,-3 0 491,-15 0 1,-2 0 369,30 0-861,-10 0 0,0-7 0,0 6 0,0-12 0,10 12 0,3-6-492,-33 7 0,1 0 0,1-3 0,0-1 0,5 3 0,1 0 723,-1-3 1,0 1-232,5 3 0,1 0 0,-5-4 0,1 0 0,3 4 0,0-2 0,-4-5 0,-2-1 0,2 8 0,-1-1 0,1-7 0,-2 1 901,39 5-901,-45-2 0,0 1 0,32 3 0,11 0 0,-1 0-187,-41 0 0,0 0 187,44 0 0,-44 0 0,0 0 0,41 0 0,1 0 0,-1 0 0,1 0 0,-11 0 0,-2 0 0,0 0 0,3 0 0,-33-1 0,1 2 0,1 2 0,1 1 0,3-3 0,2 0 0,-1 3 0,0-1 0,10-2 0,1-2 491,1 1 1,2 0-1,13 4 1,2 0-21,0-3 1,0 0-964,5 7 0,1 1 469,-1-4 1,1 0 22,0 0 0,-1 0-492,-5 0 0,0-2 422,0-2 0,-2-2 70,-4 1 0,0 0 0,5 4 0,0 1 0,2-5 0,-1 2 0,0 6 0,1 0 0,-1-7 0,-2 0 0,-14 7 0,-1-1 0,0-5 0,-3-2 89,-13 4 1,-2-1-90,0-3 0,0 0 0,41 7 0,1-5 0,-11 5 983,-2-1 0,-20-4-361,8 4-622,-37-6 983,12-4 0,-35 3 0,25-3 0,-4 4 0,0-3-853,4 2-126,-25-5-4,9 6 0,-7-7 0,3 7 0,-4-6 0,9 5 0,-7-5 0,4 5 0,-6-5 0,-4 5 0,4-5 0,-2 2 0,-2-3 0,3 0 0,-4 4 0,5-4 0,-10-6 0,0 1 0,-10-8 0,-1 10 0,-8-5 0,-32-4 0,17 4 0,-17 2 0,-4 3 0,-4 4-492,-19 2 0,-6 1 82,-12 3 82,28-3 0,-8 0 0,5 0-92,5 2 0,0 0 92,-17-2 0,-9-1 0,6 2-164,2 2 0,1 0 267,9 0 0,-5 0 1,-1 0-104,-12 0 0,-2 0 0,4 0 0,19 0 0,3 0 0,-4 0 16,-23 2 1,-5 1-1,-1 0 312,0 1 0,0-1 0,4 2 0,18 0 0,4 2 0,-4 0 0,-20 0 0,-4-1 0,6 0 0,-1-1 0,1 1 0,4 0 0,-7 0 0,7-1 0,-3-4 0,2 0-268,7 2 1,-4 1 0,8-2 267,11-1 0,5-2 0,-1 1 0,-3 0 0,-3 1 0,-7-1 0,5-1 0,-5-3 0,0 0 0,5 4 0,-5 0 0,7-1 0,8-3 0,3 0 0,-5 3 0,0 2 0,8-1 0,1 0 169,-4-4 1,-1 0-170,1 3 0,-1 0 0,-4-2 0,-3-1 279,-9 4 0,-2 0-279,-2 0 0,-7 0-29,19-2 0,-7 0 0,-2-1 1,7 1 28,5 1 0,5 0 0,-8 0 0,-3 0 0,-9-1 0,-4-1 0,3 1 0,11 1 0,4 1 0,7 0 0,-4 0-328,-25 0 0,-5-1 0,0 2 218,3 1 0,0 2 0,6-1 110,-11 2 0,0 1-328,14-1 0,-5 1 0,2 2 148,5 0 0,1 2 0,4 0 67,-14 4 0,1 0 113,14-4 0,-4 0 0,6 0 0,0 2 0,1 1 0,5-1 0,-4 1 0,5-1 0,-6-2 0,1 1 0,7 1 0,-3 1 0,6-2 0,3-2 0,4-1 491,4 3 1,-3 1-422,-37 2 1,0 0-71,35-1 0,0-1 0,-36 3 0,1-3 491,32-8 1,3 1-1,-1 2 1,-3 0-361,-11-6 1,-3 0-132,5 7 0,-1-1 491,-9-5 1,-2-2-301,-9 5 0,-1-2-246,-1-2 1,-1-2 54,-4 1 0,-2 0 0,32 0 0,0 0 0,-1 0 0,-29 0 0,-1 0 0,30 0 0,-1 0 0,1 0 0,-30 0 0,1 0 0,1 0 0,-1 0 0,19 0 0,-2 0 0,5 0 0,-8 1 0,1-2 0,13-1 0,-3-1 0,8 1 491,9 1 1,3 0-490,-5-7 0,2 1-2,-27 5 0,26-1 0,2-1 0,-3 4 801,-29 0-801,48 0 0,-19-6 0,-13 4 0,-23-19 0,41 16 0,-1-1 491,-4-6 1,0 0-352,3 4 1,4 0-141,-18-4 983,5-2 0,46 7 0,-8 1-551,16 3-432,6 0 0,-8 2 805,6-2-805,-15 3 0,3 0 0,-18 0 0,-3 0 0,-20 0 0,-2 0 0,4 0 0,3 1 0,5 1 0,25-1 0,14 5 0,2-3 0,45-4 0,-18-1 0,50-10 0,-13 0 0,28-3-492,-24 6 0,3 1 234,-7 3 0,0 1 258,8 0 0,-2 0 0,22 4 0,4 0 0,-34 0 0,24 0 0,-7 14 0,3 2-382,17 22 382,-27-9-492,7-1 0,7 1 0,-20-7 0,3 0 164,12 0 0,9 0 0,-4 0 200,14 2 0,-2-2 128,7-1 0,1-4 0,-31-7 0,1-1 0,-3-1 0,14 2 0,2-2 0,-3-4 0,7-1 0,-5 0 0,7 6 0,0-2 0,-14-5 0,4-3 0,-4 2 0,15 7 0,-1 1 0,9-4 0,3 0 0,-1 4 0,1 1 0,-27-6 0,1-2 0,0 2 0,0 2 0,0 0 0,1-1 0,0-4 0,1-1 0,-4 1 0,14 3 0,-3 1 0,14-1 0,-7 0-984,5-2 892,-13 3 0,0-2 92,10-10 0,-39 6 0,0 0 292,36-6-292,-50 7 983,17 0-219,6 0-764,-5 0 453,6 0 1,7 0-454,0 0 0,4 0-378,25 0 0,1 0 378,-14 0 0,0 0-328,-13 1 0,2-1 0,-2-1-164,14-2 0,-3-2 276,-4 2 1,-1-2 215,17-8 0,-7-1 0,-5-3 0,3 3 0,1 2 0,-4 4-492,-28 1 0,2 0 412,5 2 0,-5 0 779,7-8-699,15 4 0,1 1 0,-9 0 0,-20 1 0,0 1 0,17 4 0,-17-4 0,0-1 0,30 5 0,-25-2 0,-1 0 0,17 4 0,-8 0 0,3 0 0,29 0 0,-19 0 0,1 0 0,-24 0 0,-2 0 0,6 0 0,0 0 0,0 0 0,1 0 0,4 0 0,0 0-167,0 0 1,3 0 166,5-3 0,6 0 0,-4 0 0,2 2 0,-1 0 491,27-7 1,-5 0-272,-2 0 603,-23-1-823,28-5 0,-41 7 697,41-3-697,-38 5 0,10 5 465,-1 0 1,2 0-466,-18 0 0,1 0 0,28 0 0,1 0 0,-24 0 0,-3 0 0,1 0 0,0 0 313,1 0 1,-2 0-314,-3 0 0,-1 0 0,2 0 0,3 0 0,26 0 0,-1 0-484,-22 0 1,0 0 483,26 0 0,1 0 0,-29 0 0,-2 0 0,6 0 0,3 0 0,8 0 0,1 0 0,0 0 0,2 0 0,8 0 0,2 0 0,0 0 0,1 0 0,-1 0 0,0 0 0,-5 0 0,-2 0 0,1 0 0,-2 0 0,-13 0 0,-1 0 0,9 0 0,-1 0-492,-13 0 0,-1 0 463,9 0 0,0 0 29,-3 4 0,-1 0 0,6-3 0,0 0 0,-5 3 0,-1-1 0,-5-2 0,-2-2 0,27 1 0,-6-12 983,-45 6-471,5-8 86,-12 6-598,-8 6 983,16-3-377,-19 5 377,20 0-675,18 0-308,21 0 0,-11 0 0,33 0 0,-30 0 0,8 0 0,2-7 0,-50 6 0,28-11 0,-36 11 0,26-5 0,-26 6 0,8 0 0,-13 0 0,-5 0 0,1 0 0,1 0 0,-2 0 0,5 0 0,33 0 0,-18 4 0,38-3 0,-38 7 0,3-7 0,-6 3 0,-94 4 0,9 1 0,-13-3 0,-7-1-492,10 2 0,1 1 157,3-3 0,0-1 335,-1 5 0,-3 0 0,-13-5 0,-1 1 0,15 3 0,-1-1 0,-20-6 0,0 0 0,19 3 0,3 0 0,8-4 0,1 0-108,0 0 0,4 0 108,-9 0 0,-22 0 0,23 0-492,8-4 0,-4 0 459,0-1 1,-1 0 32,-4-3 0,-1-1 0,-7 0 0,-3 0-492,-19 0 0,-5 0 164,32 2 0,0 1 0,-4 0 12,-14 2 0,-4 1 0,2-1 316,8-1 0,1-2 0,2 2 0,-19 4 0,0 0 0,20-2 0,-3-1 0,3 3 0,-11 4 0,0 2-185,11-2 0,-4 1 0,5-1 185,-1 2 0,3 1 0,-17 6 0,6 0 0,2-2 0,-5 4 0,-1-2-984,1-3 900,-10 0 1,0-2 83,-1-5 0,30 1 0,-9 0 0,4 0-492,2-3 0,-2 0 242,-20 0 1,-12 0-1,6 0 250,0-1 0,1 2 0,10 1 0,-5 1 0,5 0 0,-5-3 0,-1 2-162,-2 6 1,-8 2-1,5-1 162,26-7 0,4-2 0,-5 2 0,1 4 0,-5 2 0,-2 0 0,1-3 0,0-3 0,-1-2 0,1 0 0,4 0 0,-6 3 0,4 0 0,-4-1 0,-19-1 0,-5-1 0,8-1 112,-4 2 0,8-2-112,10-2 0,-1-2 0,13 4 0,-4 1 0,5-1 0,-3-3 0,3 0 0,-9 4 0,1 0 0,4 0 0,4 0 0,-27 0 0,27 0 0,-6 0 0,-18 0 0,1 0 0,24 0 0,-1 0 0,-2 0 0,-6 0 0,5 0 0,-6 0 0,4 0 0,-7 0 0,0 0-492,-3 0 0,-4 0 368,5 0 0,-6 0 1,5 0 123,-14 4 0,1 0 208,16-3 1,-4-1 0,8 1-209,-1 3 0,6 0 491,2-3 1,1-2-184,-1 1 1,1 0-309,-1 0 0,0 0 0,1 0 0,-1 0 0,-4 1 0,-1-2 0,-5-3 0,-2 0-254,-5 3 1,-1 0 253,-4-7 0,-1 0 0,0 6 0,1 1 0,5-3 0,0 0 0,-5 3 0,1 2 0,4 3 0,-1 0 0,1 0 0,0 2 491,0 7 1,2 1-293,3-4 1,2 0-200,3 3 0,2-1 0,0-2 0,0-2 0,5-3 0,1 0 491,4 2 1,1 1-446,6-4 0,-1 0-46,-13 5 0,0 0 0,20-1 0,0 0 0,-11 0 0,2 0 963,-20 0-963,0 5 0,7-11 0,-17 5 0,27-2 0,-14-3 983,26 9 0,-6-10 0,9 4 0,10-5 0,-7 0-406,18 4-318,-9-3-259,17 6 0,-5-6 0,10 5 0,-4-5 0,8 2 0,1 0 0,6-18 0,20-11 0,-4-7 0,28-21 0,-17 14 0,36-27 0,-20 4 0,13-3 0,-19 7 0,-14 10 0,-7-9 0,-7 6 0,-5 4 0,0 2 0,0 26 0,0-9 0,-3 18 0,2 1 0,-2 0 0,3 0 0,3-1 0,1 0 0,0-2 0,3-3 0,-6-5 0,3-15 0,-4 13 0,0-6 0,0 18 0,0 1 0,3 3 0,32 19 0,-12-11 0,56 21 0,-35-20 0,7 5 0,7 1-492,-1-7 0,5 0 0,28 7 0,4 0 393,-16-7 1,4 0 98,-11 2 0,9 2 0,1 0 0,-3-1 0,7 0 0,-2 0 0,2 0 0,-11 0 0,2 1 0,1 0 0,1 0 0,11-2 0,4-1 0,-2 0 0,-9 2 0,-17 1 0,-6 1 0,17-1-99,-7-3 1,16-1 0,13-1-1,7 0 1,6 0 0,1-1-1,-3 1 1,-6-1 0,-9 1-1,-14 1-147,14 1 0,-15 0 0,-1 0 0,15 0 136,-8-1 1,13-1 0,11 0 0,4 0-1,1 0 1,-5 0 0,-9-1 0,-13 1-1,-19 0-382,14 0 0,-15 0 0,9 0 0,-5 0-492,10 0 414,-2-7 570,-26 5 0,6-9 983,-23 10-567,-10-6 567,20-1 0,15 3-492,-10-2 1,2 0 491,25-1-492,-19 1 1,1-2-1,-6 1 1,-1 1 208,38-3-700,-19 2 0,-5 0 0,-8 1 0,10 2 0,1 1 0,-9-2 0,-8 6 0,3 0 0,-4-4 0,-2 0-984,21 2 936,8-2 1,1 0 47,-6 4-200,-18 0 0,0 0 200,12 0 0,-13 0 0,2 0-984,36 0 953,-27 0 0,2 0 31,1 4 0,-3 0 0,27-2 0,-11 3 0,-2-1 0,1-4 0,5 0 0,0 0 0,1 0 0,-21 0 0,10 0 0,-6 0 0,-8 0 0,-2 0-492,27-1 0,6 2 184,-24 1 0,2 2 0,-4-2 308,7 0 0,-1-1-275,-4 1 1,4 1-1,-5 0 275,-3 1 0,-1 0 0,30-3 0,-1 0 0,-26 2 0,-2 1 0,15-3 0,-3-2 61,-23 1 1,-7 0-62,17 0 0,0 0 0,1 0 0,9 0 0,-9 3 0,1 1-221,18-2 221,9 11 0,-41-12 0,0 0 983,44 13-672,-39-13 0,0 0-311,29 6 0,5-7 0,0 0 983,-25 0-79,3 0-904,-33 0 0,10 0 0,15 0 0,13 0 0,17 0-492,-20 0 0,2 0 445,-18 0 0,-1 0 47,18 0 0,0 0 392,-8 0 0,-6 0-392,3 0 0,35 0 0,-67 0 788,7 0-788,10 6 0,-15-5 0,10 9 983,-25-9-528,-7 2-455,-49 12 0,-26 5 0,-30 4-328,26-2 0,-11 4 0,1-1 0,6-2 0,1 0 0,0 0 0,2-1 0,1 1 0,-4 1 82,-2 2 0,-5 1 0,-1 1 0,4-4-82,-6-1 0,4-3 0,-4 2 82,2 0 0,-3 2 0,-1-2 0,2-2-82,-14-4 0,3-3 0,-1-1 82,19 0 0,0 1 0,0 0 0,-1-4 0,0-4 0,1-2 0,-1-1 0,-1 1 93,-3 2 1,-1 0-1,0 0 1,-1-2 152,-1-2 0,-1-1 0,0-1 0,-1 1 0,-3 0 0,-1 1 0,1-1 0,4-1 0,-8-1 0,4-1 0,-2 0 0,7 0 0,-4 1 0,1-1 0,5 0 0,-5-1 0,4 1 0,0 0 0,-2-1 0,-1 1 0,-1 1-328,-7 1 0,-2 1 0,8 1-78,0-1 0,3 0 122,14 0 0,-2 0 1,5 0 283,1 0 0,4 0 491,-4 0 1,5 0 491,-4 0 0,4 0 0,34 0 0,18 0 0,4 3 0,42-3 0,-4 3 0,53-10 0,0 6-514,-23-10 1,4-1-470,5 5 0,2 2 0,13-8 0,2-1-492,1 1 0,-1 0 0,-3 3 0,-4 0 402,-19-2 0,-3 0-112,4 3 1,-5 1 201,10 1 0,-2-4 0,-10 11 983,-41-3-313,30 3 313,-29 0 0,29 0-134,-20 0-849,32 0 0,-25 0 0,15 0 0,10 0 0,-13 0 0,26 5 0,-31-4 0,59 5-781,-26-6 781,-15-1 0,2 2 0,33 6 0,-20-3 0,2 2 0,-19 2 0,1 0 0,43 1 0,-1 0-492,-45-1 0,-1 0 0,47 1 0,-1 0 0,-43 0 0,1-2 164,17-2 0,9-3 0,-9 2-164,-15 3 0,-2-1 0,30-4 0,4-2 0,-4 4 0,-3-1 0,-16-3 0,0 0 25,16 0 0,3 0 467,4 4 0,-3 1 0,-31-4 0,1 0 0,26 3 0,0 0 0,-28 0 0,-4 0 0,46-2 0,-23 1 0,-2 1 0,13-4 491,-27 0 1,-5 0 491,-19 0 0,2 0 0,-15 0 0,1 0 0,33 0 0,-26 0 0,38 0 0,-27 0-243,20 6-740,2-4 0,0 4 0,7-6 0,-17 0 0,18 0 0,-8 0 0,20 7-984,13-5 572,-24 9 0,6 1 412,8-5 0,0-1 0,-5 7 0,-2 0 0,-9-8 0,-1 0 0,10 3 0,-3-1 0,25-5 0,-1 3 0,-1-1 0,-3-11 0,2 6 0,-51-9 0,-15 3 0,-7 2 0,22 0 0,-12 5 0,0 0 983,22 0-158,-30 0-825,21 0 0,20 0 0,-20 0 0,8 0 0,1 0 0,1 0 0,13 0 0,7 0 0,-30 0 0,23 0 0,-23 0 0,43 0 0,-28 0 0,-6 0 0,-1 0 0,7 0 0,10 0 0,-1 0 0,2 0-591,17 0 591,-16-3 0,-4-1 0,-8 3 0,18-13 0,-36 9 0,13-3 0,0-3 0,-12 9 0,24-10 0,21 10 0,-20-3 0,22 0 0,-2 3 0,-49-6 0,20 7 591,-50-2-591,-3 0 0,-32-17 0,-4 7 0,-37-14 0,3 14 0,-6 2-492,7 1 0,-5 1 164,-2 0 0,-8-1 0,0 2 63,2 3 1,-2 3 0,-1-2-64,-13-1 0,-3-2 0,0 2 0,0 4 0,0 1 0,1-1 0,1-5 0,1-1 0,0 2 20,4 4 0,1 1 0,-2-1 308,-7-2 0,-3 0 0,5 0 0,17 3 0,3 0 0,-1 0-328,-9 0 0,-1 0 0,11 0 277,19 0 0,6 0 51,-35 0 0,56 0 983,17 0 0,4 0 0,-4 0 0,-17-5 0,4 0-492,-34-3 1,-13 1-984,13 0 0,-5-1 467,-11 2 0,-9-1 0,1 1-303,7 2 0,0 1 0,-1 0 0,-4-3 0,-2-1 0,-2 3 0,-6 2 0,-2 2 0,0-1 178,-1-2 1,0 0 0,-3 1 149,16 3 0,-3 2 0,1 0 0,2-1 0,-13-2 0,3 0 0,-4 2-246,9 3 0,-3 2 0,0 1 0,6-1-82,0 0 0,5 0 0,-3 1 0,-17 1 0,-4 1 0,5 2 0,16 0 0,3 1 0,0-2 0,3-4 0,-1-1 0,1 2 0,-3 4 0,-1 1 0,2-2 0,4-3 0,2-2 0,-1 1 296,-3 2 1,0 1-1,1-1 32,-30 1 0,6-2 491,28-3 1,2 1-1,-15 6 1,2 0-138,27-6 1,3 0-355,-5 5 0,-1 1 0,-12-3 0,4-1 983,5-1-492,-11 5 1,-2 0 491,0-8-492,-13 12 1,-4 1 491,-9-13-894,27 1 0,-11 2 0,7-2-546,11-5 1,2 0 456,-30 3 0,-5 1 0,0-3 0,4 0-230,25 2 1,0 1 229,-28-3 0,3-2 0,33 1 0,1 0 0,-30 4 0,-1 1 0,28-4 0,0 0 0,-27 3 0,2 0 0,33-3 0,-1-2 0,-43 1 0,-3 0 0,26 0 0,1 0 0,7 0 0,-3 0 0,4 0 0,-6 4 0,5 0 0,1-3 0,1 0 0,-5 3 0,-2 0 0,-3-4 0,-1 0 0,0 0 0,-2 0 0,-8-4 0,-2 0 0,-2 3 0,-7 0-328,0-4 0,-7-2 0,3 1 0,22 2 0,2 1 0,-3-1 82,4 0 0,-5-1 0,0 0 0,6 0-82,2-2 0,4 1 0,1 0 30,-3-1 0,1 1 1,0 0 297,0-1 0,-1 1 0,1 0 0,0 0 0,-1-1 0,2 1 0,-33-3 0,4-1 0,15 1 0,-1 0 217,15 6 1,-4 0-1,5-1-217,-4-3 0,0-1 0,6 4 0,-4 2 0,3-2 0,-11-4 0,2-2 0,-5 2 0,-2-2 0,-10-3 0,2-1 0,17 4 0,-1 1 0,5 0 0,-3-1 0,5 1 0,2 1 0,1-1 206,-25 0 0,1 0-206,27 0 0,3 1 0,-6 4 0,1-1 0,9-3 0,2 1 0,-1 7 0,2-1 0,-33-13 983,13 13 0,22-6 0,22 7 0,3 0 0,12-3 0,-5 3 0,4-3 0,6 3 0,-3 0 0,0 0-744,2 0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15.20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24575,'83'29'0,"-28"-12"0,2-2 0,32 1-492,-23-6 0,3 0 0,-9-1 0,-1-1 61,-5 0 0,1 0 431,17-3 0,-3-1 0,13 2 0,3-5 0,2-2 0,-1 1 0,6 0 0,8 0 0,-4 0 0,-3 0 0,-9 0 0,-1 0-492,11 0 0,-2 0 0,-11 0 0,-7 0 365,24 0 103,-27 0 0,0 0 24,-18 0 0,-4 0 0,19 0 0,11 0 0,-43 0 0,30 0 983,-20 0-769,33 0-214,-20 0 0,12 0 301,3 0 1,6 0-302,-20 0 0,2 0 0,31 4 0,1 0 0,-28-3 0,-3 0-22,6 3 1,1 0 21,0-4 0,-1 0 0,1 0 0,-1 0 0,-4 0 0,-1 0 0,0 0 0,-1 0-443,-9 0 1,-2 0 442,1-4 0,-2 1-292,32 1 292,8-5 0,-7 7 0,9 0 0,1 0 0,-43 4 0,1 0 439,1-4 1,1 1-440,4 7 0,0-1 0,1-6 0,-2 0 0,-3 3 0,-1-1 0,40-3 0,-2 0 0,-17 0 0,7 0 0,0 0 0,3 0 0,9 7 0,1-5 0,-43 5 0,1 0 0,1-2 0,0-1 0,1 1 0,-1 0 0,-1-1 0,-1-1 983,33-3-909,-3 0-74,-10-6 0,0-2 0,0-6 0,0 6 0,10-6 0,3 6 0,-33 3 0,2 1 0,0 0 0,0 1 0,0 3 0,0 0 0,41-6 0,-13 4 0,-20-4 0,17 6 0,-14 0 0,27 0 0,-18 0 0,18 0 0,-7 0 333,10 0-333,-1 0 0,1 0 0,-43 0 0,1 0 0,1-1 0,0 2 0,10 2 0,1 2 0,-5-1 0,1 1 0,8 3 0,0 1 0,-8-4 0,-1-1-492,9 5 0,1-2 447,-5-6 0,1 0 45,4 3 0,1 0 0,0-4 0,-1 0 0,1 0 0,-1 0 0,1 0 0,0 0 0,-1 0 0,1 0 0,4 0 0,1 0 0,-4 0 0,0 0 0,3 0 0,1 0 0,-5 0 0,-1 0 0,-4 0 0,-1 0 0,0-4 0,-2 0-98,-3 3 0,-1 0 98,-5-3 0,0 1 0,4 3 0,0 0 0,1-4 0,0 0 0,2 3 0,-1 0 0,0-3 0,-2 0 0,-4 4 0,-2 0 129,33 0-129,-3 0 0,10 0-376,5 0 376,-38 0 0,1 0 0,-1 0 0,0 0 0,-5 0 0,0 0 0,0 0 0,-2 0 0,32 0 0,-2-6 983,-10-2-849,1-6-134,-1 0 0,0 6 0,20-6 0,5 12-149,-38-2 0,1 1 149,-2 2 0,2 2 0,4-1 0,0 0 0,-3 0 0,-1 0 0,5 0 0,-1 0 0,-9-3 0,-2-1 56,0 0 1,0-1-57,41-4 0,-43 5 0,4 1-492,29 3 0,1 0 194,-23 0 0,-1 0 298,24 0 0,-3 0 105,2 0-105,-22 0 0,5 0 983,-43-3-759,15 3-224,-30-3 0,2 3 983,5 0 0,13 0 0,-5 0-955,41 6-28,-36 0 0,28 2 0,-35-4 0,-11-7 0,-8-1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16.3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24575,'89'26'0,"-35"-12"0,2-2-492,6-3 0,5-2 0,18-2 0,2 0 0,-15 3 0,3-1 181,-3-5 0,6-2 0,-1 0 311,-5 3 0,0 0 0,0-1-328,2-2 0,1 0 0,4 0 82,-5-1 0,6 1 0,-2 0 0,-7 1-246,20 3 0,1 0 246,-11-3 0,10-1 0,0 0 0,-10 1-246,13 2 0,-1 2 489,-9-3 0,10 1 1,0-1-1,-11 0 3,4-1 0,1 0-246,-8 1 0,10 1 0,1-1 0,-11 0-133,10-2 1,-5 0 378,-6 2 0,3 1 0,0 0 0,-6-3 0,-1 1 0,-6 0 0,5 3 0,-1-1 48,-1-2 0,6-1 1,-10-1-49,-15 1 0,-5 0 983,43 0 0,-44 0 0,-21 0 0,-6-3 0,-4 3 0,-6-4 0,-3 4 0,6 0 0,-5 0 0,5 0-401,-3 0-582,-3 0 0,6 0 0,-3 0 0,4 0 0,25 0 0,-13 0 0,20 0 0,0 0 0,-21 0 0,12 0 0,-28 0 0,-2 0 0,3 0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19.69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24575,'68'0'0,"15"7"0,11 2-492,-36-1 0,3 1 0,8-1 0,1 1 0,0 0 0,-1-1 424,1-3 1,-1 0 67,1 3 0,0 0 0,-1-7 0,1 0 0,0 3 0,-1-1 0,-8-2 0,-3-2 711,25 1-711,3-7 0,-32 6 567,7-6-567,5 7 0,-35 0 0,25 0 983,-27 0-377,17 0-386,-23 0-220,6 0 0,0 0 0,-14 0 0,10 0 0,0 0 0,-10 0 0,20 0 0,15 0 0,-6 0 0,24 0 0,-19 0 0,-11 0 0,38 0 0,-40 0 0,31 0 0,-31-6 0,-8 5 0,18-5 0,-17 6 0,17 0 0,2 0 0,14 0 0,11 0 0,6 0-492,-29 4 0,1-1 460,29-2 1,4 0 31,-9 3 0,-6-1 0,18-3 0,-27 0 0,-1 0 0,20 0-585,-23 0 585,22 0 0,-29 0 0,-11 0 0,49 0 0,-49 0 983,39 0-950,-51-4 583,-6 3-616,5-7 0,-5 7 0,6-3 0,61 4 0,-26 0 0,-6 0 0,1 0 0,16 0 0,-1 0 0,0 0 0,-10 0 0,-3 0 0,-9 0 0,0 0 0,-11 0 0,-2 0 0,-15 0 0,3 0 0,-3 0 0,5 0 0,0 0 0,10 0 0,12 0 0,4 0 0,16 0 0,-17-5 0,8 4 0,-1-5 0,3 6 0,10 0 0,1 0 0,9 0 0,2 7 0,-25-6 0,-2 0 0,7 6 0,6-7 0,-49-4 0,-5 3 0,9-3 0,-9 1 0,10 2 0,6-7 0,-3 6 0,38-3 0,-32 1 0,22 3 0,-30-3 0,-6 4 0,-1 0 0,-5 0 0,0 0 0,5 0 0,31 0 0,-6 0 0,55 0 0,-33 0 0,25 0-984,-20 0 778,-2 4 0,4 0 206,26-1 0,-22 4 0,0 1 0,-25-7 0,0 0 0,26 6 0,1 1 0,-25-6 0,0-2 0,24 5 0,-4-1 0,10-4-484,-1 0 484,-2 0 0,-19 0 0,6 0 0,23 0 0,-22 0 0,10 4 0,-33-3 0,-8 2 0,11-3 983,0 0-606,-11 0 143,8 0-520,-17 0 0,17 0 0,-8 0 0,21 0 0,-8 0 0,8 0 0,-21 0 0,8 0 0,-7 0 0,-1 0 0,8 0 0,-7 0 0,19 0 0,-7 0 0,48 0 0,-40 0 0,30 0 0,-31 0 0,-7 0 0,-2 0 0,-3 0 0,23 0 0,-13 0 0,22 0 0,-29 0 0,-10 0 0,7 0 0,-8 0 0,-5-3 0,2 3 0,-15-3 0,1 3 0,4 0 0,5 0 0,9 0 0,19 0 0,1 3 0,4 2-983,33-3 983,-26 2 0,4 0-492,5-3 0,-3-2-21,22 1 513,-25 0 0,-4 0-571,2 0 571,-20 0 0,0 0 0,17 0 0,21 0 0,-30 0 0,-8 0 0,48 0 0,-51-4 0,39 3 878,-59-2-878,8 3 983,-10 0-443,0-4 110,0 3-650,0-3 0,0 4 0,0 0 0,0 0 0,10 0 0,3 0 0,10 0 0,9 0 0,-7 0 0,18 0 0,-18 0 0,-3-4 0,-2 3 0,-17-3 0,17 4 0,-7 0 0,19 0 0,-7 0 0,18 0 0,-18 0 0,7 0 0,-9 0 0,-19 0 0,-2 0 0,-17 0 0,28 0 0,-19 0 0,25 0 0,-25 0 0,16 0 0,23 0 0,-21 0 0,17 0 0,-43 0 0,6 0 0,-7-3 0,2 2 0,1-5 0,5 5 0,-4-2 0,4 3 0,-5-3 0,0 2 0,-1-5 0,1 6 0,0-3 0,-1-1 0,6 4 0,2-7 0,5 6 0,10-3 0,13-2 0,2 4 0,7-4 0,-19 6 0,-12 0 0,-11-3 0,-7 2 0,-1-2 0,5 0 0,-6 2 0,6-2 0,-2 0 0,3 2 0,-1-2 0,-2 3 0,-1 0 0,-1 0 0,-1 0 0,5-3 0,-6 2 0,3-2 0,3 3 0,-5 0 0,5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20.87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24575,'33'7'0,"-4"0"0,-19-3 0,-3-1 0,-4-3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23.21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24575,'99'0'0,"-7"0"-492,-41 0 0,2 0 54,-2 0 0,1 0 438,5 0 0,3 0-492,8 0 0,3 0 0,4 0 0,1 0 0,10 0 0,1 0 0,1 0 0,-2 0 0,-18 0 0,-2 0 0,18 0 0,-6 0-492,4 0 684,-8 0 1,3 0 299,-25 0 0,-2 0 0,46 0 543,-10 0-543,-60 0 983,13 0 0,-28 0 0,-2 0 0,1 0 0,1 0 0,2 0 0,1 0 0,-3 0-43,-1 0-940,-1 0 0,-1 0 0,5 0 0,-6 0 0,3 0 0,5 0 0,-3 0 0,23 0 0,18 0 0,31 7 0,2-5-492,-27 5 0,3 1 74,-2-3 0,-1 0 418,-9 0 0,2 0 0,22-1 0,1 0 0,-18-4 0,-3 0-492,1 0 0,2 0 488,20-1 1,-5 2 3,-11 4 0,14-4 0,0-1 0,-14 6 0,18-6 0,1 0 0,-16 0 0,-7 0 0,5 0 0,0 0 0,-2 0 0,26 0 0,-20 0 0,0 0 0,15 0 0,-24 0 0,0 0 0,24 0 0,18 0-217,-50 0 217,29 0 0,-22 0 0,23 0 0,-30 5 0,-1-3 983,1 3-263,-1-5 263,-9 0-893,37 0 162,-40 0-252,30 0 0,-30 0 0,3 0 0,19 0 0,4 0 0,19 0 0,-8 0 0,18 0 0,-17 0 0,7 0 0,-10 0-435,10 0 435,2 0 0,1 0 0,7 0 0,-7 0 0,-1 0 0,8 0 0,-17 0-406,17-7 406,-18 5 0,-2-5 0,-2 7 0,-18 0 0,18 0 0,-8 0 0,30 0-646,-5 0 646,-30 0 0,2 0 0,-6 0 0,2 0 0,9 0 0,0 0 0,-3 0 0,-1 0 0,0 0 0,-1 0-206,-5 0 1,-3 0 205,34 0 0,7 0 0,-8 0 0,1 0 0,7 0 0,-17 0 0,7 0 0,-20 0 0,7 0 0,3 0 0,23 0 0,2 0 0,-39 0 0,0 0 0,39 0 0,-44 0 0,0 0 0,41 0 0,1 0 0,-11 0 0,-2 0 0,-10 0 0,-10 0 384,8 0-384,-18 0 0,8 0 0,-21 0 983,-2 0-895,0 0 355,-7 0-443,17 0 0,2 0 0,13 0 0,20 0 0,3 0 0,9 0 0,-41 0 0,0 0 0,1 0 0,0 0 0,6 0 0,-1 0-290,-4 0 0,-2 0 290,42 0 0,-13 0 0,-10-6 0,0 4 0,-10-4 0,-3 6 0,1 0 0,2 0 0,20 0 86,13 0-86,-42 0 0,2 0 0,4 0 0,0 0 0,1 0 0,-1 0 0,0 0 0,0 0-492,0 0 0,1 0 454,-1 0 0,0 0 38,-5 0 0,0 0-38,5 4 1,-2-1 37,30-1 0,-5 6 0,-22-8 466,-21 0-466,-2 0 0,11 0 0,24 0 0,15 6 0,-2 2 645,14 0-645,-12-3 0,-9-1 0,19-3 79,-63 3-79,33-4 0,-46 0 0,9 0 0,-22 0 0,3 0 439,3 0-439,-5 0 0,5 0 0,0 0 0,-2-3 0,3 2 0,-1-2 0,-6 3 0,3-3 0,0 2 0,-3-2 0,6 0 0,3 2 0,-1-2 0,10-1 0,-10 3 0,10-3 0,-10 4 0,4 0 0,-6 0 0,-2 0 0,-1 0 0,3 0 0,-5-3 0,8 3 0,-9-3 0,6 3 0,-5 0 0,5 0 0,-3 0 0,1 0 0,-1 0 0,-3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25.36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1 139 24575,'61'0'0,"0"0"0,4 0 0,-3 0 0,34-7-492,-34 6 0,0 0-492,37-6 675,-22 7 0,0 0 309,17-6 0,-17 5 0,-2 0 0,3-5 0,-2 1 0,0 2 0,18 1 0,-22-3 0,0 1 0,24 4-150,-39 1 1,0-2 149,39-6 613,-2 6-613,-13-13 0,-36 13 0,10-11 0,-22 11 0,6-9 983,7 4-695,12 1 637,-14-1-925,42 6 76,-53 0-76,23 0 0,-20 0 0,-13 0 0,7-3 0,-20 2 0,0-2 0,0 3 0,6-4 0,-1 3 0,4-2 0,-5 3 0,15 0 0,-14 0 0,10 0 0,-18 0 0,-1 0 0,7 0 0,-4 0 0,6 0 0,-4 0 0,8 0 0,2 0 0,15 0 0,-8 0 0,3 0 0,-15 0 0,-6 0 0,-3 0 0,2 0 0,2 0 0,2 0 0,-2 0 0,-1 3 0,0-3 0,-3 3 0,-51-3 0,-38-8 0,24 7 0,-4 0-492,-7-3 0,1 0 404,9 6 1,2 4 87,-2 1 0,1 2-25,3 0 0,4 0 25,-18 11 0,-5-6 0,54-7 0,-17 0 0,27-4 0,7 0 983,21 26-810,-1-11-120,20 20-53,-11-25 0,20 2 0,5-3 0,10 1 0,8-5 0,12 5 0,-15-11 0,3 5 0,-23-7 0,-18 0 0,3 0 0,3 0 0,0 0 0,4 0 0,-10 0 0,-10 0 0,-11 0 0,3-3 0,0-1 0,16-5 0,27-10 0,11-2 0,7-7 0,-28 10 0,-8-2 0,-23 12 0,0-4 0,-6 9 0,-2-7 0,6 9 0,-3-5 0,-38-10 0,-17 12 0,0-11 0,6 15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29.12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57 24575,'82'15'0,"-7"-4"0,2 0 0,-22-6 0,0-1-492,22 4 0,4-1 0,-8-2 0,-2-2 0,-15-2 0,2 0 420,24 3 0,3 0 72,-14 1 0,-1-2-492,10-2 0,2 0 77,4 3 1,0 0 414,6-3 0,1-2 0,7 1 0,-3 0 0,-23 0 0,-1 0 0,24 0 0,-1 0 0,-27 0 0,-2 0 0,6 0 0,-1 0 0,2 1 0,-6-2 0,8-5 983,-5 4-862,-31-7-121,-20 8 0,-7-5 983,1 5-542,0-2 542,-1 3 0,6 0-568,2 0-415,-1 0 0,5 0 0,-4 0 0,-1 0 0,5 0 0,5 0 0,9 0 0,-6 0 0,22 0 0,-30 0 0,51 0 0,-2 0 0,-8 0 0,0 0 0,0 0 0,-30 0 0,18 0 0,-1 0 0,-17 0 0,30 0 0,0 0 0,-20 0 0,45 0 0,0 8 0,-31-6 0,27 6 0,-49-8 0,11 0 0,9 0 0,-8 0 0,2 0-607,39 0 607,-34 0 0,0 0 0,24 0 0,-10 0 0,0 0 0,-10 0 0,8 0 0,-18 0 0,7 0 0,-9 0 0,10 0 0,12 0 0,12 0-752,11 0 752,-1 0 0,-9 0 584,-13-6-584,-23 5 0,-2-10 0,-7 9 0,-1-3 0,-2 5 0,-15 0 0,4 0 775,-10 0-775,9 0 0,7 0 0,-3 0 0,18 0 0,3 0 0,2 0 0,18-6 0,-8 4 0,10-4 0,0-1 0,10 6 0,-7-5 0,17 6 0,-28 0 0,16 0 0,-18 0 0,20 0 0,-8 0 0,18 0 0,-17 0 0,7 0 0,-20-6 0,-2 5 0,-21-5 0,8 6 0,3 0 0,12 0 0,10 0 0,20 0 0,5 0 0,-43 0 0,1 0-345,-2 0 0,-1 0 345,43 0 0,-1 0 0,1 0 0,-42 0 0,0 0 0,34 0 0,5 0 0,-20 0 0,10 0 0,2 0 0,11 0-101,-1 0 101,1 0 0,-42 0 0,0 0 0,44 0 0,-3 0 0,-12 0 0,-9 0 0,9 0 0,2 7 0,11-5 0,-1 12 0,-9-13-492,-14 7 0,1 0 61,26-6 431,-30 2 0,0 0-148,14-4 148,-10 0 0,0 0 0,0 0 632,0 0-632,10 7 0,-19-2 0,0 0-471,32 4 471,-32-4 0,-2-2 0,1-3 983,-13 0-551,-12 0-271,-15 0-161,3 0 0,-8 0 0,3 0 617,0 0-617,11 6 0,9-5 0,40 12 0,-23-8 0,4 0-492,1 3 0,2 0 202,13-2 0,-5-2 290,5 4-86,-22-8 1,-1 0 85,3 0 0,35 0 0,-40 0 0,35 0 0,-30 0 0,7-1 0,6 2-492,-8 3 0,-1 0 490,-5-3 1,2 0 1,25 3 0,-5 0 0,-3-4 0,-15 0 0,4 0 0,-6-4 0,-3 0 0,17-4 0,28-1 0,-10-12-187,-30 17 187,30-11 0,9 7 0,-36 6 0,37-7 0,-51 9 0,1 0 0,50 0 0,-38 0 0,38 0 983,-61 0-514,-2 0-296,-15 0-173,-5 0 983,-3 0-899,6-3 133,-3 2-217,6-3 0,-9 4 0,1 0 0,0 0 0,-4 0 0,3 0 0,-5 0 0,-48-28 0,19 17 0,-35-18 0,-9 10 0,25 16 0,-39-18 0,20 14 0,18 0 0,-5 0 0,25 7 0,2 0 0,0 0 0,4 0 0,-2 0 0,7 0 0,4 0 0,-4 0 0,-4 0 0,-16 0 0,9 0 0,-14 4 0,5-3 0,-9 8 0,-30-7 0,-4 3 0,-11-5-492,18 0 0,0 0 310,-18 6 182,27-6 0,3 2 0,-5 10 0,10-11 0,-40 20 0,31-12 0,-31 8 0,30-5-984,-12-11 869,2 2 1,-7 0-378,4-2 0,-5-2 164,2 1 0,-7 0 0,3 0 50,-16 0 1,-2 0 277,7 0 0,-6 0 0,6 0-328,22 0 0,3 0 0,-2 0 84,-18 0 0,-3 0 0,5 0 244,-12 0 0,2 0 0,-4 0 0,-1 0 0,6 0 0,0 0 0,24 0 0,0 0 0,-2 0 0,-5 0 0,-2 0 0,-1 0 0,-7 0 0,-2 0 0,3 0 0,12 0 0,2 0 0,-3 0 0,-24 0 0,-5 0 0,9 0 0,13 0 0,-2 0-246,7 0 0,-10 0 0,-3 0 0,5 0-82,-8 0 0,4 0 0,-1 0 0,-3 0 0,0 0 0,-4 0 82,9 0 0,-5 0 0,3 0 0,9 0-246,-10 0 0,3 0 325,8 3 0,-4 0 0,2-1 167,10-2 0,3 0 0,4 2 394,-8 6 0,-3-1-394,-9-5 0,-9-3 0,9 2 0,14 3 0,4-1 491,-27-2 1,-4-2-197,5 1 0,5 0-295,25 0 0,0 0 0,-18 3 0,4 1 0,-6-3 983,-1 12-705,2-7 1,-4-1-279,22-1 0,0 1 0,-32 4 0,0-2 0,29-6 0,4 0 0,1 6 0,1 1 0,-8-7 0,-3-1 0,-20 8 0,0 0 0,24-7 0,0 1 0,-15 5 0,8 0 983,12-5 0,-6 4 0,42-3-174,-14-2 174,9 2 0,16-3 0,-15 0 0,18 0-535,-48-15-448,8 5 0,-40-6 0,20 3 0,-10 5 0,-3-7-984,-10-1 560,17-1 0,0 0 424,27 7 0,1 0 0,-15-4 0,6 1 0,17 3 0,34 10 0,9-3 0,47-4 0,-11 5 983,61-5-134,-53 3-849,30-2 0,-48 0 0,28-5 0,-5 3 0,21-7 0,19 8-492,-39-1 0,2 1 173,14 6 1,3 0 318,9-3 0,2 1 0,2 2 0,-3 2 0,-20-1 0,-1 0 0,7 0 0,-5 0 0,5 0 0,-5 0 0,-23 0 0,-29 0 0,4 0 0,25 0 0,-13 4 983,20 0-345,40 9-638,-32-2 0,4 0-492,14-1 0,0 0 459,-17-1 1,-3 0 32,24-2 0,-48-7 0,0 0 0,-13 0 0,-8 0 0,8 0 0,-6 0 983,25 0-917,-23 0-66,15 0 0,-19 0 0,-1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34.94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0 113 24575,'48'5'0,"-16"2"0,13-7 0,-22 3 0,43-3 0,-33 0 0,19 1 0,2-2 0,-5-4 0,23 0 0,5 0-984,7-2 492,12-2 0,3 1 64,-44 7 0,-1 0 286,24-7 0,-2 0 142,18 7 0,-14-3 0,4 1-492,-23 2 0,-1 2 313,25-1 0,-3 0 179,-29 0 0,-2 0 0,22 0 0,-2 0 0,25 0-144,-33 0 1,-4 0 143,0 0 983,-21 0-113,39 0 93,-31-6-963,22 5 983,-32-4-413,-10 5-202,10 0-368,-7-4 0,27 3 0,-15-3 0,38 4 0,-16-7 0,28 6 0,-17-5 0,7-1 0,-20 6 0,7-6 0,-16 2 0,16 3 0,-7-3 0,10 5 0,10 0 0,3 0 0,9 0-492,-12 0 0,3 0 0,-24 0 0,1 0 0,29 0 0,-3 0 0,-32 0 0,-3 0 432,5 4 1,-1-1-413,41-1 472,-46 5 0,1 1 0,42 0 0,-43-4 0,1 1 0,1 2 0,1 0 0,8-2 0,2 0 0,-4-1 0,-1 1 0,4 3 0,0-1-492,-4-6 0,-1 0 0,-4 3 0,-2-1 442,42-3 1033,-13 0-187,0-7-796,-8 6 0,18-6 0,-17 7 0,17 0 0,-7 0 0,-1 0 0,-2 0 0,-10 0 0,0 0 983,0 0-915,0 0-68,1 0 496,19 0-496,-5 0 0,-25 0 0,2 0 491,-9 0 1,1 0-319,8 0 1,0 0-174,-4 0 0,-2 0 0,2 0 0,-1 0 0,-4 0 0,-2 0 465,42 0-465,-13 0 0,-10 0 0,0 0 0,20 0-781,-5 0 781,-34 0 0,0 0 0,31 0 0,-12 0 0,0 0 0,15 0 0,-19 0 0,-2 0 0,6 0-278,0 0 278,0 0 0,10 0 0,-7-7 0,7 6 0,-10-6 0,-10 2 983,8-3-833,-18 1-150,17 1 0,3 6-791,23 0 791,-41 3 0,0 1 0,6-3 0,-1 0 0,-6 6 0,2 0-492,33-1 0,1-1 0,-28-1 0,1 1 0,24 0 0,-3-2-492,12-3 0,-13 0 259,-20 0 725,-3 0 0,1 0 0,2 0 0,30 0-249,-14 0 0,3 0 249,-19 4 0,0-1 0,20-2 0,2 0 0,-3 3 0,-5-1 0,23-3 491,-25 0 1,-4 0 491,-8 0 0,28 0 0,-43 0 0,30 0-165,-37 0-818,19 0 0,6 0 0,4 0-492,-14 0 0,1 0 328,23 0 0,1 0 164,-21 0 0,-2 0-120,-3 0 0,0 0 120,5 0 0,1 0 0,-2 0 0,2 0 0,5 0 0,-2 0 0,27 0 0,-10 0 0,-23 0 0,-25 0 0,10 0 983,-7 0 0,-19 0 0,29 0 0,-30 0-812,12 0-171,-7 0 0,-10 0 0,6 0 0,-8 0 0,-1 0 0,1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36.02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24575,'35'3'0,"18"0"0,-27 0 0,39-2 0,-40 2 0,41-3 0,-35 0 0,45 7 0,-42-5 0,16 5 0,-15-2 0,-24-4 0,11 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38.43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8 24575,'75'5'0,"0"0"0,-7 1 0,3 0 0,-5-2 0,0-2 0,-2-2-492,22 4 0,1 0 0,-12-4 0,-3 0 0,-8 0 0,1 0 249,9 0 0,1 0 243,-5 0 0,2 0 0,8 0 0,-1 0 0,-11-4 0,-4 1 0,32 1 960,0-6-960,-52 3 0,6 3 590,-6-3-590,-14 5 0,3 0 0,11 0 983,-26 0-177,11 0-707,-10 0-99,-4 0 0,20 0 0,-21 0 0,15 0 0,-22 0 0,12 0 0,-7 0 0,7 0 0,0 0 0,21-6 0,-8 4 0,24-4 0,-18 6 0,11 0 0,9 0 0,-4 0 0,4 0-792,36 0 792,-32 0 0,0 0 0,19 0 0,0 0 0,12 0 0,4 0 0,-46-1 0,1 2 0,42 6 0,-43-6 0,1-1 0,44 7 0,-39-6 0,0-2 0,39 1 0,-44 0 0,0 0 0,41 0 0,1 0 0,-1 0 0,-9 0 0,7 0 0,-17 0-206,7 0 206,-10 0 0,-10 0 0,-3 0 0,-19 0 0,7 6 0,2-5 784,14 4-784,-1-5 214,-3 0-214,-19 0 0,7 0 0,-8 0 0,21 7 0,2-6 0,20 6 0,-7-1 0,7-5 0,-10 6 0,0-7 0,-10 0 0,-13 0 0,-11 0 0,-17 0 0,5 0 0,-10 0 0,4 0 0,0 0 0,12 0 0,7 0 0,61 0 0,-38 5 0,38-4 0,-10 5 0,-40-6 0,27 0 0,-50 0 0,30 0 0,-23 0 0,23 0 0,-29 4 0,9-3 0,2 2 0,15 2 0,3-1 0,18-2 0,-13 2 0,0 0 0,10-4 0,-10 0 0,7 0 0,-17 0 0,28 0 0,-6 0 0,-22 0 0,2 0 0,43 0-492,-40 0 0,2 0 351,0 0 1,0 0 140,1 0 0,1 0 0,4 0 0,-1 0 0,-10 0 0,0 0-378,-1 0 0,0 0 378,0-1 0,-1 2 0,45 6 0,-43-6 0,-2 0 0,32 5 0,8-6 0,-17 0 0,7 7 0,-10-6 0,0 6 0,0-7 0,-10 0 0,-2 0 983,-10 0-751,-1 0-232,1 0 806,-1 0-806,21 0 0,4 0-717,21 0 717,-43 0 0,1 0 0,1 0 0,1 0 0,8 0 0,2 0 0,0 0 0,1 0-492,4 0 0,1 0 0,5 0 0,0 0 416,0 0 1,1 0 75,5 0 0,0 0 0,-4 0 0,-2 0 0,0 0 0,-1 0 0,-4-1 0,-1 2 0,2 2 0,-2 1 0,-9-3 0,-2 0 0,1 3 0,-4 0 0,19-4 640,-6 0-640,-19 0 0,9 0 0,4 0 0,29 0 983,-5 7-783,-32-3 1,6 1-693,27 4 0,3-1 0,-23-2 0,0-2 382,29 1 1,-5-1 109,6-4-116,-6 0 116,-40 0 0,-5 0 0,-20 0 716,10-6-716,-16 5 983,24-5 0,-24 6-550,7 0-433,-3 0 0,-15 0 0,15 0 0,-15 0 0,9 0 0,-10 0 0,2 0 0,5 0 0,-3 0 0,23 0 0,-12 0 0,13-3 0,-10 2 0,40-3 0,-20 4 0,23 0 0,-33 0 0,-19-3 0,-8 2 0,-9-2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41.13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1 143 24575,'57'-3'0,"-7"0"-984,29 3 665,5 0 319,2 0 0,5 0 0,-10 0 0,13 0 0,-42-4 0,2 0-492,4 0 0,0-1 455,5-4 0,1 1-408,5 3 0,1 0 445,1-2 0,0-1 0,-5 4 0,-3-1 0,20-8 0,-7 5 0,-44 4 0,44-3 0,-13 5 0,11-10 0,-6 10 0,21-3 0,-30 5 0,0 0 0,1 0 0,-4 0 0,22 0 0,-9-7 576,-26 5-576,13-5 0,21 7 0,-19 0 134,-4 0 1,4 0-135,35 0-328,-29 3 0,10 0 0,-4 0 240,9-2 1,4 0-241,8 5 0,9 1 0,-8-2-164,2-4 0,-5 0 0,7 4 0,3-1 164,-29-4 0,2 0 0,-4 0-164,8 0 0,0 0 0,15 0 0,-3 0 615,-26-4 0,-7 1-123,13 1 983,-4-5-181,-31 2 181,16 3 0,-10-3 0,27 5 0,27 16 0,-1-6-587,-11 6 0,0 2-396,2-1 0,4-3 0,-2-2 0,-11-4-3,-20-3 0,1-2 3,24-3 0,-33 0 0,50 0 0,-62 0 0,22 0 0,-30 0 0,30 0 983,-13-5-477,26 4-506,-31-5 0,39 6 0,-41 0 248,40 0-248,-48 0 0,8 0 0,1 0 0,-9 0 0,28 0 0,3 0 0,4 0-984,26 0 492,7 4 0,0 0 374,-2-2 118,-32 3 0,0-1-984,29-4 800,-24 0 0,0 0 184,19 0-34,-24 0 1,-4 0 33,-10 0 0,1 0 0,-16 0 983,22 0-41,-30 0 41,41 0-466,-40 0-437,38 0-80,-38 0 0,30 0 0,-33-3 0,6 2 0,0-2 0,-6 3 0,13 0 0,-10 0 0,51 0 0,-29-6 0,41 5 0,-50-5 0,-3 6 0,20 0 0,-31 0 0,29 0 0,-42 0 0,12 0 0,-9 0 0,40 0 0,-27 0 0,23 0 0,4 0 0,-6 0 0,19 0 0,3 0-506,0 0 506,0 0 0,0 0 0,-2 0 0,-14-3 0,-2-1 0,-9 3 0,12-6 0,-10 7 0,-15 0 0,15 0 0,-10 0 0,33 0 506,-13 0-506,23 0 0,-41 0 0,-2 0 0,-10 0 0,30 0 0,-22 0 0,22 0 0,-20 0 0,12 0 0,13 0 0,20 0 0,-7 0-743,17 7 743,-7-6 0,-1 6 0,-2-7-292,-10 0 292,0 0 0,0 0 0,1 0 0,9 0 0,-8 0 0,8 0 0,-10 0 0,0 0 0,0 7 0,1-6 0,-1 5 0,-10-6 0,-3 0 0,-19 0 0,-3 0 0,-10 0 732,-6 0-732,5 0 303,6 0-303,-3 0 0,18 6 0,-17-5 0,1 5 0,-14-6 0,3 3 0,-7-2 0,4 3 0,-3-4 0,-3 0 0,4 0 0,0 3 0,-4-2 0,0 2 0,0-3 0,0 0 0,20 0 0,13 6 0,-8-4 0,30 4 0,-40-6 0,31 0 0,-32 0 0,10 0 0,-19 0 0,10 0 0,-13 0 0,6 0 0,-2 0 0,-1 0 0,1 0 0,3 0 0,-10 0 0,6 0 0,-5 0 0,1 0 0,28 0 0,-19 0 0,24 0 0,-29 0 0,2 0 0,-5 0 0,-4 0 0,5 0 0,13 0 0,7 0 0,0 0 0,-4 0 0,-10 0 0,-7 0 0,4 0 0,-10 0 0,10 0 0,-4 0 0,4 0 0,-6 0 0,-4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41.91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39 24575,'28'0'0,"-2"0"0,-7-4 0,-4 3 0,9-7 0,-8 7 0,0-6 0,-7 6 0,-2-2 0,22 3 0,-14-3 0,32 3 0,-29-7 0,11 7 0,-18-3 0,-1 3 0,-4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45.13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0 290 24575,'83'12'0,"3"0"0,20 1 0,-5-3 0,-28-6 0,-5-4 0,7 3-246,12 4 0,9 3 0,1 0 0,-9-3-82,-5-5 0,-6-2 0,1 0 0,12 5 0,1 2 0,-3-1 0,-13-2 0,-3-1 0,3 0 0,17 1 0,3 0 0,-3-1 0,-11 0 0,-1 0 0,0 0 0,1 0 0,0-1 0,2 1 152,7 1 0,2 0 1,0-1 175,-4 1 0,1-1 0,0 1 0,2 2 0,2 0 0,-1-1 0,-3-1 0,0 0 0,-1-1-328,-6 1 0,-1 0 0,-1-1 228,-6 0 1,-1 1-1,-3-2 100,17-2 0,-9 0 0,-26 0 0,-3 0 983,46 0-448,-37 0-535,35 0 0,-29 0 0,-6 0 0,0 0 0,3 0-492,20 4 0,10 0 348,-12-3 0,0 0 635,-2 7 1,5-1-488,-7-5 0,5-3 1,-10 2-5,-14 3 0,-1-1 327,15-2 1,7-2 0,-8 1-164,-16 0 0,0 0-164,44 0 0,1 0 0,-44 0 0,-2 0-387,14 0 0,2 0 387,4 0 0,-2 0 0,26 0 0,1 0 0,1 0 0,-2 0 0,-27 0 0,4 0 0,-5 0 0,-2 0 0,30 0 0,-30 1 0,0-2 0,-13-2 0,-5-2 983,11-1-531,12-5 531,-47 6 0,-12-1 0,4 5 0,-10-2 0,1 3-414,3-3-569,9-2 0,42-14 0,-1 6 0,31-10-984,0 7 743,-34 12 1,2 0-252,11-4 0,2 1 0,10 5 0,8 2 164,5-3 0,8 0 0,-5 1 0,-25 1 0,-3 2 0,3-1 0,23 0 0,5 0 0,-2 0 323,-8 0 0,-2 0 0,-6 0 5,5 0 0,-1 0-328,-7 0 0,5 0 0,0 0 0,4 0 0,0 0 0,-3 0-164,13-1 0,2 2 479,-29 0 0,5 2 1,2-1-1,-1 0 13,1-1 0,0-1 0,-1 1 0,-2-1 0,7 3 0,-4 0 0,4 0 0,-6-3 0,3 0 0,-1-1 0,-6 2-414,27 3 0,-5 0 414,-20-3 0,1-1 0,-1 1 0,17 3 0,0 0 0,-24-3 0,2-1 0,-5-1 0,8 2 0,-7-2 952,20-3-952,10 4 0,-32-4 0,9-2 983,-14 5 0,-13-5 0,-7 1 0,-6 4 0,11-5 0,-11 1 0,-3 3 0,14-9 0,-24 10-551,56-4-432,-29 5 0,28 0 0,9 0-492,-31-1 0,3 2 164,17 1 0,9 1 0,-7 0 228,-3-2 1,-2 0 99,0 2 0,4 1 0,-10-2 0,20-2 0,-22 0 0,-8 0 0,-31 0 0,6-3 0,-35-9 0,-5 3 0,-4-10 983,-37-23 0,13 16-883,-15-2 1,-4 1-101,0 7 0,-31-2 0,-10 15-984,27-5 652,23 11 1,-3 0 331,-4-2 0,3 0 0,-9 3 0,-27 0 0,59 0 0,10 0 0,10 0 0,0 0 983,-3 0-319,1 0-664,-10 0 0,-59 0 0,10 0-334,15-3 1,-2 0 333,-33 1 0,17-4 0,-17 6 0,7 0 0,35 3 0,-6 1-492,-32-3 0,-3 0 0,18 2 0,0 1 437,-25 0 0,4 0-437,33-4 0,3 2 441,0 1 1,0 1 50,-39 3 0,2-5 0,44 1 0,-1 0 0,-45-3 0,38 4 0,-1 0 0,-4-3 0,0 0 0,-1 2 0,-2 1 0,-7-3 0,-3-2-492,1 1 0,-2 0 173,-3 0 0,-2 0 319,4 0 0,-6 0-328,-3-2 0,-9-1 0,6-1 0,22-2 0,4 0 0,-4-1 122,-27 1 0,-5 0 1,8-3 75,2-9 0,6 1 130,-3 6 0,1 2 0,10-5 0,0 2 0,1 6 0,1 2 0,4-4 0,1 0 0,-5 3 0,-2 0-264,1 1 1,-1-1 263,-10-4 0,-1 1 0,5 7 0,0 0 0,-4-3 0,0 0 0,4 3 0,2 2 0,8-2 0,2 2 0,6 2 0,1 1 0,5-4 0,2 2 0,-40 11 310,39-12 0,0 0-310,-39 13 0,39-13 0,0 0 0,-29 6 0,35-4 0,1 0 0,-34-1 983,-10 5 0,11-1-521,32-2 1,0 1 520,-35 10-749,30-6 1,-2-1 149,0 0 1,0 0-385,-1 4 0,-1 0 0,-4 1 0,1 0 272,5 4 0,0 0-272,-1-1 0,1 1 0,10-1 0,0-1 0,-4-2 0,2-1 0,-13 7 186,4-11-186,13 3 750,7-9-750,1 7 983,-19-8-758,6 3-225,-20-4 0,0 0 0,-10 0 0,7 0 0,-7 0 0,30 0 404,13 0-404,29 0 0,6 0 0,6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45.62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1 273 24575,'58'-28'0,"14"-2"0,-11-2-984,33 0 492,-42 11 0,2 2 389,10 5 0,-1 2 103,26-10 0,-31 13 0,3 1 0,-7 5 0,-2-1 0,39-9 0,-22 12 0,2 1 0,-11-7 0,-1 0 0,1 6 0,4 0 0,33-3 0,1 0-492,-40 4 0,2 0 164,16 0 0,9 0 0,-7 0 17,-12 0 1,2 0 310,18 2 0,10 2 0,-10-1 0,-17-2 0,-1 0 0,7 2 0,7 0 0,-11 0 983,22-3-937,-29 0 0,-8 0-46,-24 0 0,3 0 0,-28 0 0,-6 0 0,-2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49.03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1 210 24575,'82'0'0,"-9"-3"0,5-1 0,3-1 0,1-1-492,0 2 0,1-1 0,9-4 0,-1 1 0,-23 6 0,0 2 0,30-5 0,-1 1 375,-34 5 0,-2-2-98,15-2 1,-2-1 214,-18 3 0,-3 0 849,38-7-849,-19 7 0,-7 2 0,-26-1 0,57 0 0,-55 0 983,2 0 0,-8 0 0,-20 0-417,19-5-331,-16 3-235,11-3 0,10 5 0,-13 0 0,40 0 0,-35 0 0,15 4 0,0-4 0,-15 8 0,25-7 0,23 11 0,-21-10 0,41 12-661,-48-13 661,3 2 0,1 0 0,16-3 0,-20 0 0,0 0 0,18 0 0,-10 4 0,3 1 0,-9-4 0,1 0-492,24 6 0,1 2 299,-20-5 0,-2 1 193,0 3 0,2 0 0,25-2 0,-1-2 0,-27-1 0,-3 1 0,16-1 0,-6-1 0,-4 0 0,-26 3 0,1-5 0,7 0 615,-15 0-615,18 0 0,-3 0 0,19 0 0,12 0-492,11 4 0,6 1 263,-17-2 1,2 0 0,3 1 228,8 5 0,3 1 0,-5-1 0,9-2 0,0-1 0,-8 0 0,4 1 0,-7-3 0,-3-3 0,-4-2-492,20 1 0,0 0 59,-18 0 1,-3 0 432,-6 0 0,0 0 0,7 0 0,-1 0 0,-14 0 0,-2 0-406,1 0 1,1 0 405,-2 0 0,2 0 0,4 0 0,0 0 0,2 0 0,-1 0 0,2 4 0,-3 0 0,34-2 0,-33 1 0,1 1 0,-15-4 0,1 0 0,19 0 0,-1 0 0,28 0 0,-37 0 0,-1 0 0,30 0 0,-37 0 0,2 0 0,8 0 0,-3 0 0,20 0 0,3 3 0,8 2 0,-6 1 0,2-1-492,7 0 0,6 1 164,-12 0 0,4 0 0,-8-1-164,-5-3 0,1-2 164,9 3 0,8 1 0,-9-2 35,-13-1 1,-4-2 312,18 1 1,1 0-21,-9 0 0,-5 0-227,21 0 227,-13-3 0,-4-2 983,-21 4 0,29-13 0,2 13 0,-18-5-492,-14 6 1,7 0-1,19 0 1,-1 0-209,-21 0 1,2 0-284,32 4 0,7 0-328,-31-3 0,1-1 0,-5 1 178,8 3 1,0 0 149,-3-3 0,5-2 0,-9 1 0,-12 0 0,-3 0 0,35-4 0,-1-1 0,-32 4 0,-1 0-372,18-3 0,0 0 372,-22 0 0,1 0 0,21 3 0,3 0-324,-11-2 0,1-1 324,20 3 0,-3 2 0,-27-1 0,-4 0 491,1 0 1,0 0-305,0 0 1,0 0-188,34 0 491,-15-4 1,0 0 154,2 2-646,21-7 865,-65 9-865,-15-3 983,-1 3-468,-2-4-300,-1 1-215,-3 3 983,2-6-869,-1 5-114,2-2 0,2 0 0,-3 2 0,-31-30 0,-14 5 0,-35-20 0,-21 9 0,-4 13-492,34 11 0,-3 2 0,1 1 0,-1 3 0,-4 1 0,-1 2 0,-9-1 0,-2 2 0,5 2 0,-2 2 138,-13 2 1,-1 2 353,6 4 0,-2 1-328,21-4 0,-2 1 0,0 1 0,-1 3 0,0 2 0,-1-2 263,-3-3 0,-2-2 0,-4 2 65,0 0 0,-5 2 0,-1 1 0,5-3-328,-6 0 0,5-1 0,-5 0 82,6 0 0,-4 1 0,0-1 0,4 0-82,-5 0 0,3-1 0,1 0 289,2 1 0,0 0 0,-5-1 39,-1-3 0,-6 0 0,1-1 0,5 1 0,2 0 0,4 0 0,-2-1 0,6-1 0,-5-1 0,2-1 0,9 1 302,-14 0 0,3 0-302,5 0 0,-4 0 0,6 0 0,-1 1 0,3-2 0,-26-4 0,-2-5 0,9-3 0,5-3 0,20 2 0,0-1 304,-18-6 1,1 0-305,24 8 0,4 1 0,-41-13 0,14 11 0,-1 3 0,28 6 0,1 1 0,-19-1 0,2 1 0,-20 4 0,27 0 0,4 0 0,1 0 983,8 0-120,-46 0-863,69 0 983,-3 0 0,6 0 0,4 0 0,1 0 0,-55 16 0,22-6-642,-6 2 0,-4 0-341,10-3 0,-1-2 0,-14 1 0,-3 1-492,-4 4 0,-2 0 0,-8-3 0,-2 0 485,0 4 1,-1-1 6,-4-3 0,0-2-492,6-3 0,-3 0 164,-3 3 0,-7 2 0,6-1 4,-2-3 0,0 0 324,5 5 0,-6 3 0,9-2 0,3-2 0,6 0 0,1 2 0,2 1-489,-1 0 0,2 0 489,13-4 0,3 0 0,6 0 0,0-1 866,-39-1-866,28-7 0,-6 0 0,20 0 983,-9-6-297,-4-2-686,-19-7 983,-2 0-559,27 11 0,-2-1-424,4-2 0,-1 0 0,-15 6 0,-7 0-328,5-6 0,-4-3 0,1 2-164,-21 5 1,0 1 491,15-5 0,-4-3 0,5 1 0,-11 3 0,0 2-91,8 0 0,-3 1 1,-1 0 90,1 0 0,1 0 0,0 1 0,0 1 0,1 1 0,5 1 0,-16-1 0,12 0 0,2 0 0,22 0 0,20 0 930,9 0-930,14 0 983,3 0 0,-4 0 0,-3-4-194,-36-4-789,-18-5 0,-22-3 0,38 8 0,2-1 0,-20-5 0,-13 5 0,56 1 0,-2 7 0,28-2 0,0 3 0,-6 0 0,4 0 0,57 0 0,28 0 0,16 0-328,-27-1 0,9-2 0,-3-1-164,3-2 0,1-6 164,1-7 0,6-6 0,3 3 0,10 7 0,3 4 0,5-2 131,-23 1 0,3-3 1,3 0-1,1 2 0,0 2 0,4 4 0,1 2 1,0 2-1,1 0 0,1 0 0,3 0 0,1 1 1,0 0-1,2 0 0,0 0 33,-9-1 0,1-1 0,2 0 0,-1 1 0,-1 0 0,-2 0-33,9 2 0,-1 0 1,-2 2-1,0-2 0,1 1 0,-2-2 0,0 0 1,0-1-1,-1 1 0,-1 1 0,-3 0 0,-1 1 1,-1 0-1,-2 0 0,-3 1-49,2-1 0,-4 0 0,-1 0 0,1 0 0,6 0 0,2 0 0,-1 0 0,-5 0-82,4-1 0,-3 1 0,-2 1 191,-1 1 1,-1 1 0,0 0 136,-6 0 0,0 1 0,-2 0 0,22 0 0,-1 2 0,5 2 0,-6 1 491,-29-5 1,-2 1-1,18 0 1,-4 0 491,4 2 0,10-7 0,-51 0 0,8 0 0,13 0 0,-6 0 0,16 0 0,-1 0 0,-24 0 0,32 0 0,-15 0 0,3-6-560,4 5-423,-35-8 0,-4 8 0,-18-5 0,-1 6 0,0-4 0,-3 4 0,12 0 0,18 7 0,-6-6 0,65 21 0,-47-13 0,24 7 0,3 2-984,-2-3 492,2-1 0,0-2-492,-7-4 646,9 0 338,-1-8 0,-31 5 0,31-1 0,15 2-328,-24 7 0,3 3 0,3-1 0,18 0 0,4-1 0,2 1 82,-20-1 0,1 2 0,1-1 0,2 1 0,12 1 0,2 1 0,0-1 0,-4-1-14,6 0 0,-5-2 1,5 0 13,-7-1 0,5 1 0,-2-2 0,-11-1-246,15 0 0,-11-2 983,-13-3 1,-12-4-181,-20-5-133,-39-1-178,-3-2 983,0-7 0,-3 1 0,-4-2 0,-29-5 0,-19 6 0,-39-2-530,27 7 1,-3 1-454,9 5 0,-2 2-492,-28-4 0,-5 0 351,-6 3 1,6 2-1,33-1 1,3 0-1,-1 0 1,-1 0-1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51.86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0 200 24575,'33'0'0,"62"0"0,-19 0-328,-14 0 0,12 0 0,-2 0-164,14 0 0,2 0 164,-2 0 0,6 0 0,-1 0 0,-6 0 0,0 0 0,1 0 0,6 0 0,1 0 0,0 0 0,1 0 0,-1 0 0,-4 0 0,-20 0 0,-3 0 0,2 0 0,10 0 0,3 0 0,-2 0 120,-11-1 0,-2 1 1,2 1 60,17 1 0,2 1 0,-3 0 147,13-2 0,-2 0 0,-15 2 0,3 1 0,-10-2-492,-17-2 0,-1 0 438,14 0 0,8 0 0,-8 0 54,-15 0 0,-2 0 0,41 0 0,-1 0 0,2 0 0,-12 0 0,-2 0 0,-9 0 983,18 0-489,-3 0-494,-37 0 0,40 0 0,-30 0 0,1 0 0,36 0 0,2-1 0,2 2 491,-42 2 1,0 1-383,35-3 0,-1 0-109,-40 2 0,-1 0 491,37-2 1,-1-2-57,7 1-435,-13 0 0,0 0 0,0 0 0,-10 0 0,-1 0 0,9 0 0,-8 0 0,0 0 0,10 7 0,-27-5 0,3 4 0,15 9 0,-2 3 0,-17-8 0,3 0-328,14 7 0,10 3 0,-2-4 247,-6-7 0,-1-3 0,-1 2 81,-4 4 0,-1 1 0,1-2-202,5-6 1,0-2 0,-5-1 201,0 2 0,-3 0 0,11 0 0,1 0-404,-2-3 0,6 0 404,5 1 0,9 1 0,-7 0 0,3-3 0,-1 0-221,-4 0 1,4 0-1,-9 0 221,-11 0 0,-7 0 491,-3-3 1,0-1-173,6-1 1,-4 0 446,9-4-766,-13 1 0,-6 1 983,-22 6 0,27-10 0,-40 10 0,20-3 0,-2 4 0,5 0 0,38 0-965,-20 0-18,17-4 0,6 0-492,-26 3 0,1 0 432,33-8 1,3 1-433,-24 7 0,-1 0 31,14-7 0,2 0 461,-6 7 0,2 0 0,15-7 0,-2 0 0,-27 6 0,0 1 0,2-2 0,5 0 0,-2 1 0,22 6 0,0 1 0,0-4 0,5 0-328,-6 4 0,8 2 0,-5-1 0,-17-5 0,-2-1 0,-1 1 0,4 2 0,-1 0 0,2 0 0,12-3 0,2 0 0,-12 0-164,-22 0 0,-3 0 0,33-3 0,-2-2-105,11-4 597,-9 0 0,-29 4 0,3 2 0,-7 3 0,1 0 0,-1 0 0,3 0 0,19 0 0,0 0 0,-19 0 0,-3 0 0,1 0 0,-1 0 983,45 0-769,-63 0 769,0-3 0,-29-1 0,-4-2 0,-3-11 0,-3 8 0,2-10 0,-5 12 0,2 0-534,-22-2-449,-4 2 0,-18-5 0,-11-7 0,-2 4 0,-11-6 0,1 7-984,-20-1 982,38 10 1,-1 1 1,-44-9-492,17 8 0,-1 0 0,25-4 0,-2 1 487,-34 3 0,-4 0 5,19-3 0,1 0 0,-8 3 0,-2 0 0,1 1 0,0-2 0,4-2 0,0 0 0,-5 7 0,1 0 0,10-7 0,0 0 0,-1 7 0,5 0-292,-17-7 292,28 8 0,6 0 0,18 0 0,-49 0 0,25 0 0,7 0 0,-2 4 0,-20-3 0,17 3-156,-15-3 0,-4-2 156,-16 1 0,29 3 0,-4 1 0,-14-3 0,1 0 0,22 2 0,-1 1-492,-25-4 0,-5 0 421,-5 4 0,4 0 71,25-3 0,0 1-492,-33 1 0,2 2 391,37-1 0,3 0 101,-3-4 0,-4 1 0,-24 11 0,0 1 0,23-7 0,1 0 0,-20 3 0,3 1-124,27-3 1,6 0 123,-35 1 0,-7 1 0,17 3 0,-7-4 0,10 6 0,6 2 0,-2 1 68,-29 3-68,23-3 0,2-1 0,-13-1 983,-7 1 0,17-2-437,-17 1-546,27-1 983,6-2-279,11-6-382,19-2-322,-18 1 983,7-3-736,-10 3-247,-9-4 0,-3-2-592,-15 1 592,7 0 0,-4 0-492,-1 0 0,3 0 211,17 0 1,-1 0 280,-28 0 0,2 0-767,-15 0 767,45 1 0,-2-2 0,-29-3 0,-1-1 0,28 4 0,-1 0 0,-32-3 0,1 0 0,-9-3-492,34 6 0,0 0 432,9-6 1,-3 0-403,-37 1 1,-1 1 461,33 1 0,0-2 0,-28-2 0,3 0 50,-10 7-50,15-3 0,-2 0 0,28 4 0,1 0 0,-24 0 0,1 0 0,-16 0 139,9-6-139,-7 4 983,37-4-913,-12 6 913,43 0-164,-32 0 164,35-3-464,-25 2 174,24-6-693,-45-1 0,0-5 0,16 5 0,-4 0-492,-3 0 0,0-1 436,2-3 1,1 1 55,-42-1 0,41 1 0,1 0 0,-32 2-89,9 0 89,-19-6 0,52 13 0,-9-5 0,24 7 0,10 0 0,7 0 983,-7 0-877,11 0-11,-1 0-95,-1 0 0,-1 0 0,0 0 0,-27 7 0,-5-6 0,-28 12 0,-21-12-492,41 3 0,-4-1 288,-13-3 0,-3 0 204,-11 4 0,2 0 0,17-3 0,1 0 0,-15 7 0,2 0 0,-13-6 0,4 9 0,18-4 0,27-2 0,6 3 0,4-7 0,18 2 0,1-3 983,3 3-574,-11-2-409,5 5 0,-10-5 0,-36 9 0,28-4 0,-55 8 0,25-1 0,-33-5 0,28 2 0,11-9 0,3-1 0,16 8 0,-40-2 0,47 0 0,2-1 0,11-5 0,9 0 0,0 6 0,-3 2 0,6-1 0,-2-1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55.70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84 24575,'60'-2'0,"0"0"0,34-1-492,-40 3 0,3 0 0,15 0 0,1 0 0,-11 0 0,5 0 164,13 0 0,9 0 0,-8 0-164,-6 0 0,-3 0 164,-3 0 0,3 0 0,-5 0-164,-8 0 0,1 0 164,9 0 0,7 0 0,-4 0-164,3 0 0,0 0 202,-1 2 1,6 2 0,-4-2 289,3-1 0,4 0 0,-10 4 0,11 2 0,0 1 0,-8-2 0,-7-1 0,-5-2 0,4 2 0,26 1 0,6 1 0,-12 0 0,-17-3 0,-8-1-740,25-3 740,-35 0 0,-4 0 983,-4 0 0,20 0 0,-20 0 0,7 0 0,24 0 0,-43 0 0,63 0 0,-50 0-492,22 0 1,4 0 244,11 0-736,-18 4 0,4-1-492,10-3 0,-3 2 143,-22 5 1,0 0 348,18-6 0,1-1 0,-5 4 0,-5-1-89,11-3 89,-13 0 0,-3 0 0,-7 0 0,11 0 0,5 0-794,30 0 794,-25 3 0,3 1-239,-13 0 1,0 2 238,-3 5 0,0 2 0,8-3 0,6-1 0,6 3 0,9 1 0,-5-2-492,10 0 0,2-2 420,-1 1 1,8 0-1,-2-1-256,-8-2 0,0-1 0,-5 1 0,-18-1 0,-4 0 0,6 0 132,7-2 1,8-2 0,-2 1 0,-11-1 195,3 2 0,-2 0-262,8-1 1,7 0 0,-12-1 261,19 0 13,-4 3 0,-4-2-13,-14-3 491,-18 0 1,-1 0 491,4 0 0,-26 0 0,2 0 0,-20 0 0,19 0 0,-1 0 0,26 0-219,2 0-764,10 0 0,-20 0 0,45 0-778,-7 0 778,-15 0 0,2 0 0,-26 1 0,1-2 0,21-2 0,-5-1 0,-8-4 0,10 0 0,1-1 0,-9 2 0,9-1 0,-1 0 0,-10 0 0,0 4 0,1-1 0,6 0 0,4 4 0,2 2 0,11-1 0,-17 0 0,0 0 0,18 0-492,1 0 0,4 0 0,-27 0 0,0 0 459,25 1 0,3-2 33,-5-7 0,-5-1 0,-26 7 0,1-1 0,22-9 0,0 0-415,16 11 415,-41-3 0,0 1 0,-1 2 0,4 2-328,11-1 0,7 0 0,-4 0-164,5 0 0,1 0 164,-3 0 0,5 0 0,-6 0-164,6 0 0,-4 0 70,-2 0 1,-1 0 421,0 0 0,-1 0 0,8-4 0,-7 0 983,6-1-530,9-4-453,-64 6 0,-4 0 334,1 2-334,-7-2 983,0 3 0,-2 0 0,1 0 0,-2 0 0,5 0 0,23-6-645,9 4-338,26-4 0,21 6-492,-41-1 0,4 2 94,14 6 0,1 2 398,-8-8 0,-3 2-218,-5 5 1,-4 0 217,29-8 0,-44 0 0,5 0 0,-30 0 0,-3-4 983,-7-9-227,-4 4-280,-16-20-476,10 19 0,-10-10 0,-6 11 0,12 1 0,-21 2 0,-6-4 0,-20-5 0,10 6 0,-2 0-984,-35-13 957,16 12 1,2 3 26,-12-2 0,7 1 0,-1 0 0,-16-1 0,34 4 0,2 1 0,-15-3 0,2 7 0,18 0 0,8 0 0,-2 0 0,31 0 0,-30 0 983,14 5-929,-4-4-54,5 5 0,-20 1 0,21-2 0,-24 7 0,-3 0 0,7-5 0,1 4 0,-5 0 0,-9-1 0,0-2-950,-36 10 950,27-6 0,-4 1-492,1 0 0,2 0 241,17-5 1,2 1 250,-16 4 0,1-1 0,-24 4 0,7-1 0,8-3 0,-2 1 0,24-3 0,-1-2 0,-27 2 0,-1-1 0,24-1 0,2-1 0,-7-6 0,-1 0 0,-9 3 0,-1-1 0,-1-2 0,0-2-492,-7 1 0,-7 0 164,5 0 0,-7 0 0,3 0 0,20 0 0,1 0 0,-2 0 178,-25 1 0,-4-1 1,6-1-343,-2-2 0,3-2 164,24 2 0,-1-1 0,1 1 258,-21-2 1,1-1 69,-4-2 0,1 0 105,9 6 0,2 2-105,13-4 0,3 0 0,-1 0 0,6 1 0,-15 1 983,-15-5-918,46 7 918,-8 0 0,32 0 0,5 0 0,0 0 0,4-3 0,-19 2-196,14-5-787,-29 5 0,26-2 0,-11 0 0,-21-4 0,22 2 0,-38-2 0,-13-1 0,21 6 0,-31-11 0,40 12 0,0-5 0,-30 6 0,33 0 0,-15 0 0,42 0 0,5 0 0,4 0 0,-3 0 0,-4 0 0,-33 0 0,-14 0 0,-9 0 0,13-4 0,1 0-984,-23 2 758,-3-2 0,-4 0 226,31 4 0,-1 0-328,-16 0 0,-10 0 0,7 0-164,6 0 0,-3 0 246,3 0 0,-9 0 0,-3 0 0,10 0-246,-20 0 0,3 0 164,9 0 0,-5 0 0,0 0 327,-6 0 1,0-1-1,5 2 1,-6 3 0,1 0 0,8-3 0,-5-1 0,1 1 0,6 2 0,0 0 0,6-1 0,-4-2 0,0 0 0,5 0 0,-4 0 0,8 0-492,12 0 0,1 0 123,-39 4 0,-1 1 320,36-4 0,2 0 49,-29 3 0,5 1 0,1 1 0,3-5 0,24 3 0,3-1 983,-8-3-471,-24 0-512,9 0 0,29 0 0,-25 0 0,-4 0 983,3 0-492,9 0 1,-1 0-436,-28 0-31,7 0 0,-3 0-25,23 0 0,-1 0 0,-26 0 0,1 0-57,34 0 1,1 0 56,-26 0 0,1 0-492,28 0 0,1 0 487,-21 0 0,8 0 724,21 0-719,7 0 983,28 0 0,1 0 0,1 0-225,1-3 225,-2 2-674,0-2-309,2 3 0,-10 0 0,9 0 0,-10 0 0,-7 0 0,8 0 0,-8 0 0,13-3 0,-13 2 0,11-2 0,-10 3 0,18 0 0,0 0 0,33-14 0,-11 7 0,59-15 0,-10 9 0,19-2-492,-23 6 0,1 2 189,-6 2 0,2 1 303,21-4 0,3 0 0,-1 3 0,2 0-492,14-4 0,3-1 164,-30 6 0,0 1 0,3 0 0,13-3 0,2-1 0,2 2 0,7 4 0,2 1 0,-3-1 0,-14-1 0,-2-2 0,4 1 82,-3 3 0,6 0 0,0 0 0,-4 0 83,12 0 1,-3 0 0,0 0 162,0 1 0,0-1 0,3-1 0,-8 0 0,5-2 0,-2 0 0,-11 1-492,10 2 0,-1-2 252,-11-2 0,10-1 0,-1 0 0,-10 1 240,7 3 0,-5 0 0,15-4 0,-4 1 313,-29 3 0,-9 2-313,3-1 983,0 0 0,-18 0 0,-4 0 0,7 0 0,41 0-182,17 0 182,3 0-753,-25 0 1,4 0-723,-7 0 0,2 0 41,26 0 1,0 0 450,-26 0 0,1 0 0,18 0 0,-2 0-492,-27 0 0,-2 0 366,4 0 1,2 0 125,7 0 0,-7 0 0,-8 0 0,1 0 0,-4 0 0,-20-4 0,25 3 983,-6-3-582,-27 4 582,38 0 0,-38 0 0,3 0-57,-6 0-926,35 15 0,-14-6 0,3 3 0,1-1 0,14-4 0,10 1 0,3-1-984,12 2 951,-16-4 0,-4 0 33,-8 1 0,-12-6 0,-13 0 0,0 0 0,-8 0 0,8 0 0,31 0 983,-21 0-916,42 0-67,-37 0 0,8 0 0,-10 0 0,-11 0 0,-7 0 0,-12 0 0,0 0 0,2 0 0,15 0 0,12 6 0,13 2 0,20 7 0,-17-7 0,-11-1 0,-24-7 0,-15 0 0,-4 0 0,3 0 0,-2 0 0,-1 0 0,0 0 0,-83-49 0,57 36 0,-61-36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56.41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24575,'79'0'0,"-2"0"0,1 0 0,11 0-492,-12 0 0,1 0-492,16 0 552,-11 0 1041,8 0-609,-37 0 0,42 0 0,-20 0 0,21 0-492,-37 4 0,1 0 396,0-3 1,-3 0 95,34 7 0,-6-8 0,-72 0 0,-2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1:39:36.67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141 52 24575,'78'0'0,"-10"0"0,4 0 0,-10 0 0,2 0-492,19-4 0,-4 0-249,-3 3-243,6-7 0,-19 2 0,0 4 0,-12-4 0,-4 0 255,-17 5 1319,7-5-590,-15 6 983,3 0 0,-9 0 0,4 0 0,0 0 0,1 4 0,6-3-97,-6 3-886,5 0 0,5-3 0,9 9 0,-6-9 0,13 5 0,-23-3 0,23-2 0,-23 3 0,12 0 0,-4-3 0,-8 3 0,32 3 0,-19 0 0,34 1 0,-34-2 0,20-6 0,-23 0 0,6 0 0,-8 0 0,-7 0 0,7 0 0,8 0 0,-6 0 0,23 6 0,-20-4 0,7 4 0,3-6 0,-13 6 0,0-5 0,-3 5 0,-17-9 0,0 2 0,6-2 0,-8 3 0,23-6 0,-14 5 0,27-11 0,-24 11 0,22-10 0,-12 9 0,0-7 0,13 9 0,-13-9 0,6 7 0,-3-3 0,-10 5 0,11 0 0,2 0 0,-6 0 0,12 0 0,-12 0 0,6 0 0,18 0 0,-5 6 0,21-4 0,-11 4 0,8-6 0,-7 0 0,20 0 0,-18 0 0,15 7 0,-7-5 0,2 4 0,-2-6 0,-3 0 0,-18 0 0,-3 0 0,8 0 0,-15 0 0,17 0 0,-20 0 0,8 0 0,-18 0 0,7 0 0,-19 0 0,1 0 0,-8-3 0,9 2 0,-4-2 0,20 3 0,8 0 0,9 6 0,18-5 0,-7 4 0,-1-5 0,-13 0 0,-12-4 0,-1-2 0,3-5 0,0 4 0,18-6 0,-16 12 0,30-6 0,-30 7 0,16 0 0,-18 0 0,-6 0 0,2 0 0,-14 0 0,5 0 0,0 0 0,0 0 0,10 0 0,3 0 0,0 0 0,8 0 0,-8 0 0,10 0 0,-10 4 0,-3-3 0,-10 3 0,-5-4 0,3 4 0,-9-3 0,9 3 0,-9-4 0,9 0 0,7 0 0,8 0 0,0 0 0,8 6 0,-8 1 0,0 0 0,7 4 0,-17-10 0,28 5 0,-26-6 0,10 0 0,-16 0 0,-11 0 0,21-6 0,-1 5 0,25-5 0,-17 6 0,25 0 0,-25 0 0,2 0 0,-10 0 0,-22 0 0,3-3 0,-9-1 0,0 0 0,-3-9 0,-24 0 0,-8-5 0,-33 5 0,8 8 0,-28 5-984,4 7 0,-20 2 0,11 6 492,29-6 0,-2-1 0,8-3 0,0-2 0,-4 2 0,-1-2 0,3-2 0,1-2-492,-24 1 714,2 6 270,29-5 0,-1 11 983,12-11 0,-27 11 0,18-10 0,-25 11 0,14-12 0,-19 6 0,9-2-389,3-3-594,1 3 667,17-5-667,-15 0 0,18 6 0,-11-5 0,11 5 0,-8-6 0,8 0 0,-31 0 0,15-6 0,-36 5 0,16-5-580,0 1 580,25 4 0,-1 0 0,-27-4 0,25 4 0,1 2 0,-24-1-30,-4 0 30,17 6 0,-9-4 0,20 4 0,-16-6 0,16 0 0,-21 0 0,11-5 579,2-2-579,0-1 31,18 3-31,-15-1 0,8 5 0,-24-12 0,18 11 0,-33-5 0,33 0 0,-28 6 0,31-6 0,-15 7 0,25 0 0,-28 0 0,28 0 0,-26 0 0,16 0 0,-10 0 0,-8 0 0,7 0 0,-20 0 0,29-4 0,-35 3 0,35-3 0,-19 4 0,23 0 0,14 0 0,-1 0 0,14 0 0,-6 0 0,10 0 0,-1 0 0,-1 0 0,2 0 0,-10 0 0,12 0 0,-13 0 0,11 0 0,-1 0 0,-6 4 0,0-3 0,-11 3 0,-12 3 0,-3-6 0,-8 11 0,10-10 0,1 9 0,16-10 0,-13 10 0,23-5 0,-13 4 0,15-5 0,-14 5 0,12-9 0,-13 9 0,15-6 0,-14 1 0,12-2 0,-8 0 0,7-2 0,3 2 0,-5 1 0,6-3 0,-5 3 0,5 0 0,-6-3 0,5 3 0,-14-4 0,2 0 0,-17 0 0,17 0 0,-12 0 0,11 0 0,-5 0 0,-8 0 0,19 0 0,-9 0 0,17 0 0,1 0 0,0 0 0,4 0 0,-1 0 0,4 0 0,2 0 0,0 0 0,0 0 0,1 0 0,-1-3 0,0 2 0,-8-6 0,6 6 0,-23-9 0,18 9 0,-18-9 0,14 9 0,1-3 0,1 4 0,9 0 0,0 0 0,4 0 0,14 18 0,-4-7 0,9 9 0,-9-14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1:39:39.43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54 24575,'46'13'0,"22"-5"0,8-2-984,10-6 652,-29-4 1,2-1-161,7 4 0,2 0 368,-5-2 1,2-2-368,26 1 1,-1 0 490,-25 3 0,-1 0 0,14-7 0,-2-1-325,24 8 325,-47-7 0,-3 1 0,5 5 698,6-9-698,-33 10 983,-3-3-704,-7 4 704,20 0-143,-15 0-439,13 4-401,-4 2 0,-2 3 0,28 5 0,-26-5 0,26 4 0,-34-7 0,12-1 0,-5-5 0,9 6 0,0-5 0,8 5 0,2-6 0,-7 0 0,15 0 0,-18 0 0,0 0 0,-8 0 0,-7-4 0,-3 3 0,15-3 0,-13 4 0,22 0 0,-12 0 0,17 0 0,-11 0 0,18 0 0,-16 0 0,9 0 0,7 0 0,-16 0 0,9 0 0,-20 0 0,-11-3 0,0 2 0,-4-2 0,3 3 0,1 0 0,12 0 0,8 0 0,0 0 0,-3 0 0,-10 0 0,0 0 0,0 0 0,0 0 0,-6 0 0,-1 0 0,-6 0 0,6 4 0,2-3 0,-1 6 0,4-7 0,-3 4 0,5-4 0,-6 0 0,5 0 0,-5 0 0,0 0 0,5 0 0,-5 0 0,16 0 0,-13 0 0,23 0 0,-24 0 0,15 0 0,-20 0 0,1 0 0,-8 3 0,0-3 0,-1 4 0,-3-1 0,3-3 0,7 4 0,-2-4 0,5-4 0,0 4 0,-4-4 0,4 4 0,-1 0 0,-3 0 0,4 0 0,0-4 0,1 3 0,16-3 0,-13 4 0,23 0 0,-13 0 0,16 0 0,-16 0 0,13 0 0,-23 0 0,23 0 0,-26 0 0,14 0 0,-22 0 0,3 0 0,-6 0 0,1 0 0,-4-3 0,4 2 0,-1-2 0,1 0 0,3 2 0,-3-2 0,2 3 0,-2 0 0,0 0 0,0 0 0,-4 0 0,6 0 0,-1 0 0,11 0 0,8 0 0,-10 0 0,14 0 0,-6-6 0,-6 5 0,13-5 0,-14 6 0,15 0 0,-7 0 0,17 0 0,-7 0 0,-5 0 0,11 0 0,-22 4 0,24-3 0,-25 3 0,13-4 0,-4 0 0,8 0 0,0 0 0,8 0 0,-8 0 0,0 0 0,7 0 0,-17 0 0,7 0 0,-19 0 0,7-4 0,-16 3 0,10-3 0,-8 1 0,4 2 0,-1-2 0,0 3 0,0 0 0,0 0 0,0 0 0,0 0 0,1 0 0,-1 0 0,0 0 0,0 0 0,6 0 0,1 0 0,6 0 0,0 0 0,0 4 0,-6-3 0,5 3 0,-14-4 0,13 0 0,-12 0 0,6 0 0,12 0 0,3 0 0,16 0 0,-15 0 0,0 0 0,-19 0 0,4-3 0,-9 2 0,-1-2 0,-3 3 0,3 0 0,-2 0 0,5 0 0,-2 0 0,0 0 0,0 0 0,-1 0 0,-2 0 0,5-3 0,-5 2 0,5-2 0,-2 3 0,9 0 0,1 0 0,6 0 0,-9 0 0,7 0 0,-12 0 0,6 0 0,-4 0 0,-1 0 0,0 0 0,-3 0 0,2 0 0,-2-3 0,3 2 0,1-2 0,4 3 0,3 0 0,-1-3 0,-1 2 0,-6-2 0,0 3 0,-3 0 0,-1 0 0,-3 0 0,4 0 0,-4 0 0,4 0 0,-1 0 0,-3 0 0,4 0 0,-4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1:39:43.02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29 24575,'53'4'0,"21"6"0,-35-8 0,49 5 0,-17-7 0,-3 0 0,21 0 0,-25 0 0,-15 0 0,29 0 0,-57 0 0,16 0 0,-8 0 0,-14-3 0,32 2 0,-32-2 0,14 3 0,-2 0 0,-9 0 0,10 0 0,-15 0 0,4-4 0,-2 3 0,5-3 0,0 4 0,-5 0 0,42 0 0,-34 0 0,28 0 0,-31-4 0,-4 3 0,9-3 0,-9 4 0,10 0 0,-5 4 0,6-3 0,10 8 0,-7-7 0,38 3 0,-39-5 0,28 0 0,-42 3 0,11-2 0,37 2 0,-26-3 0,42 0 0,-49 0 0,49 0 0,-42-4 0,32 3 0,-32-8 0,-7 7 0,7-8 0,21 2 0,-2 2 0,1-1 0,-16 4 0,-27 2 0,-3-2 0,2 3 0,-5 0 0,6 0 0,-7 0 0,7 0 0,2 0 0,0 0 0,10 0 0,-11 0 0,31 0 0,-25 0 0,46 0 0,-46 0 0,25 0 0,7 0 0,-18 0 0,23 0 0,10 0 0,-30 0 0,30 0 0,-47 0 0,26 0 0,-26 0 0,19 0 0,-29 0 0,-1 0 0,-3 3 0,12-2 0,-5 2 0,9-3 0,-9 0 0,0 3 0,0-2 0,0 2 0,-3-3 0,3 0 0,-7 0 0,7 0 0,-3 0 0,9 0 0,-5 0 0,11 0 0,5 0 0,9 0 0,21 0 0,-8 0 0,8 6 0,-21-5 0,7 5 0,-23-6 0,23 0 0,-24 0 0,25 0 0,-18 0 0,17 0 0,-17 0 0,2 0 0,-7 0 0,-9-3 0,4 2 0,-6-2 0,0 3 0,0 0 0,0-4 0,6 4 0,2-4 0,4 4 0,-4 0 0,3 0 0,-3 0 0,5 0 0,0 0 0,0 0 0,0 0 0,0 0 0,0 0 0,-1 0 0,12 0 0,2 0 0,10-5 0,11 3 0,-8-3 0,7 5 0,-9 0 0,-1 0 0,-10 0 0,-3 0 0,-10 0 0,11 0 0,-9 0 0,19 0 0,-8 0 0,10 0 0,-10 0 0,8 0 0,-18 0 0,7 0 0,-10 4 0,42 4 0,-32 2 0,18-1 0,0-2 0,-17-1 0,41 8 0,-39-13 0,-6 5 0,2-6 0,-15 0 0,0 0 0,-1 0 0,-6 0 0,37 7 0,-22-5 0,29 9 0,-31-10 0,0 7 0,0-7 0,11 8 0,-14-7 0,3 3 0,-17-5 0,-3 0 0,3-3 0,-2 2 0,2-2 0,0 3 0,-2 0 0,2 0 0,6 0 0,-7 0 0,16 0 0,-13 0 0,5 0 0,-7 0 0,-3 0 0,3 0 0,-2 0 0,2-3 0,1 2 0,0-2 0,0 3 0,2 0 0,-5-3 0,2 2 0,0-5 0,1 5 0,0-6 0,-1 7 0,-3-4 0,3 4 0,-2 0 0,2 0 0,0 0 0,-2-3 0,2 3 0,1-7 0,-4 6 0,7-5 0,-6 5 0,2-5 0,-3 2 0,0-3 0,0 0 0,-10-4 0,2 3 0,-10 1 0,1 4 0,2 3 0,-21 0 0,-3 0 0,-18 0 0,16 0 0,-23 7 0,-1-6 0,-29 13 0,21-12 0,-23 12 0,54-12 0,-54 5 0,33-1 0,-1-4 0,10 9 0,31-7 0,0 0 0,-14 5 0,15-4 0,-63 16 0,47-14 0,-65 15 0,31-13 0,-28-1 0,27-1 0,12-6 0,-3-2-984,-35 1 720,42 1 1,-2-2 263,-18-3 0,6 0-525,3 2 525,-1-2 0,0 0 0,4 4 0,2 0 0,-1 0 0,-1 0 0,-14 4 0,6 4 0,1 3-984,4 3 976,-27-1 0,0 1 8,27-1-45,9-8 1,1-1 44,-2 2 0,-3-5 0,-1-2 0,4 1 491,1 0 1,4 0-93,18 0 135,-1-3-534,11 2 983,-11-2-862,7 3-16,-8 0-105,-4-6 0,12 5 0,-23-10 0,6 3 0,-19 1 0,7-4 0,-8 10 0,21-5 0,-8 6 0,18-4 0,-18 3 0,8-3 0,0 0 0,3 3 0,10-7 0,5 7 0,-4-3 0,11 1 0,-2 2 0,3-2 0,3 3 0,0 0 0,-2 0 0,5 0 0,-6 0 0,6 0 0,-2 0 0,-3 0 0,-15 0 0,0 0 0,-30 0 0,-5-8 0,7 7 0,-23-13 0,47 12 0,-26-4 0,37 6 0,-9 0 0,22 0 0,-2 0 0,0 0 0,2 3 0,-2 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1:39:46.73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79 24575,'54'0'0,"1"0"0,4 0 0,-1 0 0,31 0 0,5 0-492,-35-3 0,-2-2-172,27-4 664,-16 4 0,0 0 0,22-1 0,-32 5 0,2 2 414,39-1-414,-22 0 0,12 0-345,-2 0 345,-22 0 0,13 0 0,-63 0 809,11 0-809,-11 0 92,21 5-92,-18-3 678,29 3-678,-23-5 0,13 0 0,11 0 0,-16 0 0,10 0 0,15 0 0,-34 0 0,34 0 0,-42 0 0,11 0 0,26 0 0,-17 0 0,23 4 0,-31-3 0,0 7 0,0-7 0,0 7 0,41-7 0,-20 3 0,23-4 0,-33 0 0,-1 0 0,-7 0 0,17 0 0,-17 0 0,28-6 0,-15 4 0,7-5 0,-2 7 0,-19 0 0,9 0 0,-17 0 0,-1 0 0,0 0 0,-5 0 0,5 0 0,10 0 0,-11 0 0,17 0 0,-21 0 0,21 0 0,-18 0 0,12 0 0,-10 0 0,2 0 0,-1 0 0,4 0 0,-9 0 0,4 0 0,-6 0 0,-3 0 0,2 0 0,-2 0 0,9 4 0,-4-3 0,4 3 0,-9-4 0,2 0 0,-5 0 0,2 0 0,0 0 0,-2 0 0,2 0 0,4 0 0,-3 0 0,12 0 0,-7 0 0,4 0 0,-6 0 0,0 0 0,-3 0 0,-1 0 0,0 0 0,1 0 0,0 0 0,3 0 0,-3 0 0,3 0 0,0 0 0,-3 0 0,-1 0 0,-3 0 0,12 0 0,-6 0 0,10 0 0,-3 0 0,22 0 0,-15 0 0,40 0 0,-46 0 0,35 6 0,-38-5 0,13 5 0,-20-3 0,-1-2 0,0 2 0,-2-3 0,21 0 0,-14 0 0,21 4 0,-14-3 0,46 11 0,-30-11 0,30 7 0,-41-8 0,-6 0 0,-4 0 0,-7 0 0,-3 0 0,3 0 0,-2 0 0,11 0 0,-9 0 0,9 0 0,-3 0 0,0 0 0,1 0 0,2 0 0,-7-3 0,8 2 0,10-2 0,-6 3 0,8 0 0,-7 0 0,-3 0 0,36 0 0,-29 0 0,22 0 0,-37 0 0,-3 0 0,-1 0 0,6 0 0,-4 0 0,8 0 0,10 0 0,-11 3 0,37-2 0,-29 2 0,41 3 0,-41-4 0,29 10 0,-41-10 0,12 3 0,-1-5 0,-11 0 0,15 0 0,21 0 0,-11 6 0,20-5 0,19 12 0,-10 4 0,7-6 0,-24 3 0,-32-14 0,-9 0 0,3 0 0,-7 0 0,7 0 0,2 0 0,0 0 0,1 0 0,-7 0 0,-3 0 0,12 3 0,0-2 0,32 9 0,-19-5 0,26 3 0,-37-4 0,5-4 0,-19 0 0,-3-3 0,11-2 0,-9 1 0,19-4 0,-16 3 0,10-3 0,-11 1 0,2 3 0,-3 1 0,3 0 0,1 2 0,0-5 0,3 5 0,-7-5 0,4 2 0,-4-3 0,0-1 0,0 5 0,0-4 0,3 6 0,-2-5 0,2 5 0,3-2 0,4 7 0,51 6 0,6 2 0,-26 1 0,27-2 0,-23 0 0,-56-8 0,-56-6 0,7 2 0,-43-2 0,12 10-984,-13-5 896,43 5 0,-2 1-404,-13-7 0,-4-1 0,-11 4 0,0 0 429,14-3 0,-2-2 63,1-1 0,-7-1 0,4-1 0,-16-1 0,1-1 0,-3-3 0,-2 0 0,23 4 0,-2 2 0,4 0 0,-8-1 0,2 1 0,1 2 0,-2 2 0,-11-1 0,6 0-264,8 0 264,21 0 0,1 0 0,-31 0 0,3 0 0,-8 0 0,32 0 0,25 0 0,16 0 983,-1 0-948,1 0 948,-6 0 0,-22 0-763,-22 0-220,-33 0-492,37-4 0,0 0 223,-33 2 269,27-2 0,-2 0 0,17-1 0,0 1 0,-21 4 0,0-2 0,20-4 0,1-1 0,-14 6 0,6 0 0,12-4 0,-43 5 0,58 0 0,-37-7 0,37 5 0,-16-8 983,-21 9-399,32-7-584,-42 7 0,7-11 0,14 5 0,-34-3 0,39 3 0,1 0 0,-22 5 0,21-2 0,3 0 0,0 4 0,-11 0 0,24 0 0,-20 0 0,42 0 0,-20 0 0,22 0 0,-4 0 0,-12 0 0,14-3 0,-42-5 0,30 4 0,-15-3 0,16 3 0,-16 3 0,10-3 0,-16 4 0,11-6 0,-35 5 0,24-5 0,-20 6 0,41 0 0,5 0 0,-3 0 0,9 0 0,-4 0 0,-21 7 0,20-6 0,-20 6 0,30-7 0,1 3 0,3-2 0,-7 5 0,6-2 0,-9 0 0,9-1 0,-5 0 0,2-2 0,-1 2 0,2 0 0,3 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1:39:50.37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330 348 24575,'71'-18'0,"17"0"0,-33 10 0,-6 1 0,4-1 0,7 0 0,2 0 0,7-1 0,2-1-492,-3-2 0,-2 1 331,-11 2 1,-5 1 160,24 0 318,-27-2-318,20 10 0,-30-4 0,24 4 0,-27 0 0,23 0 0,-10 0 0,6 0 0,47 0 0,-50 0 107,22 4 1,1 1-108,-10-3 0,14 2 0,1 0 0,-4-4 0,-18 0 0,3 0 0,0 0 0,-2 0 0,16 0 0,-16 0 0,-1 0 0,8 0 0,-8 0 0,3 0 0,25 0 0,-25 0 0,-2 0 0,6 0 0,29-8 0,-44 2 0,12-2 0,-41 0 0,-12 8 0,13-4 0,-8 4 0,34 0 0,-19 0 772,62 0-772,-41 0 0,33 0 0,12 0 0,-33 0 0,22 0 0,-14-7 0,-33 5 0,34-5 0,-29 7 0,9 0 0,4 0 0,31 0 0,-26 3 0,2 1 0,9 0 0,-1 2-984,29 10 554,-7-10 1,1-2 429,6 3-492,-23-6 0,-1-2 459,6 1 33,-5 0 0,-32 0 0,-6 0 0,-2 0 983,6 0-225,28 7-758,-2 2 0,21 7 0,-14-8 0,-12-1 983,-27-7-847,-7 0-136,-16 0 0,-4 0 0,3 0 0,1 0 0,3 0 0,6 0 0,1 0 0,6 0 0,10 0 0,-7 0 0,7 0 0,-15 0 0,-6-3 0,-6 2 0,17-2 0,-12 3 0,52 7 0,-17-5 0,34 11 0,-11-11 0,1 5 0,-11-7 0,-12 0 0,-4 0 0,-7 0 0,-5 0 0,11 0 0,-34-4 0,13 4 0,-21-4 0,0 1 0,12 2 0,-10-2 0,10 6 0,-9-2 0,0 2 0,12-3 0,-5 0 0,5 0 0,-5 0 0,-6 0 0,2 0 0,0 0 0,1 0 0,0 0 0,-1 0 0,-3 0 0,3 0 0,-2 0 0,2 0 0,0 0 0,-64-38 0,-19 12 0,-15-20 0,34 28 0,-2 4 0,-43 0 0,38 5 0,-4 2-492,-2 3 0,-1 1 338,3-1 0,1 1 154,4 2 0,0 0 0,-1-7 0,-2 0 0,-7 7 0,-1 0 0,2-3 0,4 1 0,-28 3-273,33 0 0,0 0 273,-19 0 0,-1 0 0,20 0 0,0 0 0,-22 0 0,-8 0 0,28 0 0,3 0 0,9 0 0,-16 0 0,-2 0 0,-3 0 0,20 0 0,-4 0 0,-13 0 0,0 0 0,-32 0 0,32 0 0,-3 0-492,-5-4 0,5-1 169,-8 3 323,-5-3 0,2 1 0,21 4 0,-10-4 0,-2 0 0,-1 2 0,-8-4 0,-18-1 0,9 2-492,18 3 0,1 1 284,-7-2 0,-7 0 0,12 0 208,-21 3 0,43 4 0,2 0 983,-11-2-907,-21 10-76,34-11 0,-34 11 0,22-4 0,8-4 0,1 1 0,-12 1 0,-11-6 0,0 0 0,0 6 0,7-1 0,-2 0 0,-21 11-231,21-11 1,1 0 230,-6 8 983,1-5-978,-1 7-5,0-7 0,0 5 0,0-12 0,1 12 0,9-11 0,-7 11 0,18-11 983,2 8-197,-7-2-786,26-3 0,-16 2 983,11-2-852,-35-3-131,23 1 0,-2-1 0,-41-2 0,0 0 0,42 0 284,9 4-284,-17-3 0,35 6 0,-14-6 0,33 5 0,4-5 0,18 19 0,11-10 0,49 14 0,-9-11-288,-13-8 1,5-3 287,-7 2 0,2-1-492,14-6 0,4-2 0,16-1 0,-2 1 0,-23 0 0,2-1 329,3 0 1,6 0 0,-2 1 162,16-1 0,-1 0-492,3 1 0,5-1 164,-12 0 0,5-1 0,-11 2 56,-20 4 0,0 0-56,22-2 0,11-1 0,-10 2 32,-19 1 0,0 2 296,7-1 0,7 0 0,-9 0 0,29 0-279,-24 0 1,-2 0 278,19-8 983,-11 6-6,10-6-977,-57 8 983,37-6 0,-37 4 0,10-4 0,36 14-363,-34-6-620,26 10 0,5 0 898,-2-8-898,-15 4 0,0 1 0,16-3 0,-7-5 0,2 0 0,21 6 0,-22-8 0,0 2-711,16 6 711,-15-6 0,1-1 0,30 8-390,-31-8 1,-1 0 389,5 0-171,1 0 171,0 0 0,-1 0 0,-9 0-222,-3 0 1,1 0 221,4 0 0,-3 0 0,-2 0 983,-9 0-652,20 6 479,-20-4-810,9 4 0,-10-6 0,41 0 0,-21 0 0,23 0 0,-33 0 0,0-6 188,-8-2-188,18 0 0,3-4 0,2 10 0,8-5 983,-11 7-925,-9 0-58,7 0 0,-18-6 0,-3 5 0,-12-5 0,-12 2 0,1-1 0,-5 0 0,-6 1 0,-5 4 0,5 8 0,-4-3 0,8 7 0,-9-8 0,-1-1 0,-3-3 0,9 6 0,-3-4 0,4 4 0,-7-6 0,-3 0 0,4 0 0,-1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1:48:40.39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201 97 24575,'49'14'0,"21"2"0,17-9-492,-34-3 0,4-1 0,2-2 0,2-2 0,9 1 0,2 0 219,0 0 0,3 0 273,14 0 0,0 0-492,-19 0 0,-1 0 453,23 0 0,-3 0 39,-30 0 0,0 0 0,28 0 0,-1 0-196,-32 0 1,-3 0 195,8 0 0,-2 0 0,27 0 0,-29 0 0,3 0 815,-31 0-815,-5 4 983,3-4-439,-9 3 439,4-3 0,-1 0-340,-3 0-643,4 0 0,0 0 0,1 0 0,6 0 0,-6 0 0,15 0 0,9 0 0,-3 0 0,37 0 0,-2 0 0,-9 0 0,-11-3 0,-4-1 0,-15 2 0,61-6 0,-64 4 0,54 3 0,-60-3 0,49-3 0,-52 6 0,53-6 0,-50 7 0,28 0 0,-5 0 0,-7 0 0,16 0 0,7 0 0,-33 0 0,23 0 0,0 7 0,-23-5 0,54 5 0,-44-7 0,26 0 0,11 0 0,-24 0 0,24 6 0,-1-5 0,-23 5 0,24-6 0,-1 0 0,-22 0 0,-2 0 0,-2 0 0,-7 0 0,21 4 0,-11-3 0,-23 7 0,23-7 0,10 11 0,-20-5 0,9 1 0,-1 1 0,-8-2 0,20 1 0,1-8 0,-32 0 0,32 0 0,-21 0 0,-6 0 0,19 0 0,31 8 0,-31-6-247,11 2 0,0 0 247,-9-4 0,-12 0 0,1 0 0,30 0 0,-35 0 0,22 0 0,-11 0 0,-23 0 0,23 0 0,10 0 0,-30 0 0,21 0 0,3 0 0,-12 0 0,32 0 0,-3 0 494,-32 0-494,25 0 0,7 0 0,-42-4 0,63 3 0,-66-3 0,24 0 0,11 3 0,-32-3 0,42 4 0,-7 0 0,-25 0 0,32 0 0,-7-8 0,-25 6 0,8-2 0,1 0 0,-9 4 0,35 0 0,-25 0 0,-1 0-509,20 0 509,-14-3 0,2 0-455,-4 2 0,-4 0 455,28-5 0,-28 5 0,4 2 0,4-1 0,-2 0 0,25 0 0,1 0 0,2 0-984,7 0 692,-34 0 1,3 0 291,4 0 0,-4 0 0,21 0-214,-26 0 0,4 0 214,0 0 0,-4 0 0,15 0-429,12-4 0,0-1 429,-11 3 0,-16-2 0,4-1 0,-1 5 0,-2 0 0,25 0 0,-25 0 0,2 0 0,-5 0 0,-3 0 0,18 0 0,-18 0 0,1 0 430,38 0-430,-24 0 0,-4 0 0,0 0 0,-7 0 0,32 0 0,0 0 0,-41 4 0,38-3 0,-7 3 0,-21-4 0,20 4 0,-2-3 0,-41 3 0,21 1 0,2-2 0,-10-1 0,31 6 0,7 0 0,-39-6 0,32 6 0,-3-8 0,-31 0 0,13 0 0,1 0 0,-1 0 0,31 0 0,-10 8 0,-35-6 983,22 6-477,-32-8-50,3 0-456,21 0 0,2 0 983,-10-4-484,-14 2-84,-23-2-415,-12 1 0,-10-10 0,0 3 0,-16-11 0,9 12 0,-66-12 0,44 14-492,-47-7 0,-11-2 0,42 5 0,0 1 395,-41-1 0,-3 0 97,22-1 0,2 0 0,-6 6 0,-1 2 0,-2-1 0,3 0-474,13 0 1,1 1 473,-1 4 0,2 0 0,-35 0 0,18 0 0,-13 0 0,39 0 0,3 4 0,18-3 0,6 7 983,5-3 0,-1 3 0,2-3-823,6 1-160,0-2 0,-17 6 0,-3 0 0,0 0 0,3 0 0,-9 0 0,19-5 0,-67 9 0,56-12 0,-37 5 0,0-7 0,22 0 0,-35 0 0,42 0 0,-39 0 0,31 0 0,-24 0 0,14 0 0,5 0 0,-13 0 0,-5 0 0,-28 0 0,24 0 0,0 0-492,20 0 0,2 0 489,-1 0 0,-2 0 3,-4 0 0,-1 0 0,1 0 0,0 0 0,-5 0 0,-2 0-492,1 0 0,-1 0 180,-5 0 1,-1 0 311,1 0 0,0 0 0,0 0 0,0 0 0,-1 0 0,1 0 0,5 0 0,0 0 0,-4 0 0,1 0 0,8 0 0,0 0 0,-3 0 0,-1 0 0,5 0 0,1 0 0,0 4 0,-1 0-421,-4-3 0,-1 0 421,4 3 0,1 0 0,0-4 0,1 0-492,1 3 0,0 1 290,4-3 1,0 0 201,-5 3 0,-1 0 0,1-4 0,-1 0 0,1 0 0,0 0-54,4 0 1,1 0 53,-3 0 0,-2 0 0,0-1 0,-1 2 0,0 2 0,-1 1 0,-8-3 0,-2 0 0,6 3 0,-1 0-95,-5-4 1,-1 0 94,-4-1 0,-1 2 0,5 3 0,-1 0 0,-8-3 0,-1 0 0,9 3 0,1 0 0,0 0 0,2 0 211,14-4 1,3 1-212,-40 14 0,20-14 0,0 12 0,0-11 0,0 4 0,-10-6 0,-2 0 0,-11 0 589,-1 0-589,45 0 0,-1 0 0,-46 0-282,42 0 1,-2 0 281,5 0 0,0 0 0,0 0 0,0 0 346,-4 0 0,0 0-346,4 0 0,-1 0 0,-4 0 0,0 0 0,0 1 0,-1-2 0,-5-3 0,1 0 0,3 4 0,0-2 0,-8-6 0,-2 0-492,6 7 0,-1 0 430,-5-3 0,-1 0 62,-4 4 0,-1 0 0,0-4 0,-1 0 0,-5 3 0,0 0 0,5-3 0,1-1 0,0 1 0,1 0 0,4 3 0,1 0 0,5-2 0,1-2-83,-1 1 0,2 0 83,10 4 0,0-1 0,-6-3 0,4 0 983,-12 4-508,1 0 475,41 0-950,-1 0 983,1 0-294,0 0 294,0 0-791,-10 0-192,7 0 0,-8 0 0,11 0 0,0 0 0,6 0 0,-5 0 0,5 0 0,-1 0 0,2 0 0,6 3 0,3-2 0,-3 2 0,7-3 0,-7 3 0,6-2 0,-2 2 0,6 6 0,13 0 0,1 5 0,16-7 0,-5 0 0,16-6 0,3 3 0,21-4 0,2 0 0,32 0-984,5 0 862,-41 0 1,2 0 121,11 0 0,-2 0 0,-18 0 0,1 0 0,29 0 0,4 0-492,-11 0 0,-1 0 0,1 0 0,3 0 164,-8 0 0,5 0 0,-8 0-164,-11 0 0,1 0 164,14 1 0,9-1 0,-8-1 198,-11-2 1,1-2 129,11 2 0,7-1 0,-7 1 0,-11-2 0,-1 0 0,9-1 0,6-1 0,-9 2 0,32 3 0,-31-6 0,1 1 0,-4 5 0,-4 2 0,26-7-492,-26 4 0,4 0 426,-1 2 0,-2 0 472,25-5-406,-24 5 0,0 2 0,10-1 0,-6-1 0,3 2 983,30 6-492,-25-7 1,-1 2-390,23 12-102,0-12 0,0 5 0,0-7 0,-13 0 0,2 0 73,-23 0 1,0 0-74,34 0 0,0 0 0,-29 0 0,-2 0 0,5 0 0,2 0 0,9 0 0,2 0-492,-6 0 0,4 0 354,-7 0 0,5 0 1,-4 0 137,10 0 0,-2 0 0,8 0 0,2 0 0,-25-2 0,0-2 0,-5 1-335,1-2 0,-1 0 335,29-4 0,-3 0 0,-35 3 0,-2 2 0,26 0 0,2 1 0,-20-1 0,1 0 0,20 3 0,-1 0 0,-26-3 0,-3 1 0,45 3 0,-18 0 0,2 0-368,-24 0 1,-1 0 367,25 0 0,-2 0 0,7 0 983,9 0-923,-29 0-60,25-8 0,-25 7 0,8-7 0,-3 8 983,-28 0 0,25 0-280,6 8-402,-20-3 1,2 0-302,36 5 0,-24 2 0,-2 0 0,5-8 0,-3 12 0,1 0 0,12-12 0,-12 7 0,-2 2 0,5-6 0,-9-2 0,-3 0 0,-12 4 0,31-8 983,-8 3-66,-13 2-917,24-5 0,10 13 0,-32-12 0,32 12 394,-41-8-394,-1 1 0,42-1 0,-31 0 0,21-5 0,-45 5 0,0-6 859,-7 0-859,18 0 0,44 0 0,-8 7-189,-25-7 1,0 2 188,35 12 0,-7-12 0,0 5 0,-14-7 0,-2 0 0,-28-4 0,-1 3 0,-17-7 0,-9 7 0,30-10 0,-25 9 612,20-4-612,-27 3 0,0 2 0,0-2 0,0 0 0,-3 2 0,-4-6 0,3 4 0,-6-1 0,10-3 0,-6 6 0,2-2 0,-19-13 0,-3 8 0,-16-8 0,-10 11-492,-21 8 0,-8 2 0,17-5 0,-3 1 164,-21 6 0,-11 3 0,5-2-164,-4-1 0,0-1 164,5 3 0,-4 2 0,1-2 0,8-2 0,1 0 0,2-1-164,-22 3 0,-1 0 164,17 0 0,-4 1 0,3 0 0,11 0 0,2 0 0,-3 0 293,-18 1 0,-4-1 1,4 0 34,-9 5 0,1-2 0,15-6 0,-3 0 0,9-2 0,16 0 0,1 0 0,-8 0 0,-8 1 0,6 0-364,0-1 1,4 0 363,-6 0 0,2 1 0,5 2 0,6-1 0,-11-5 0,-15 5 0,38-7 983,1 3 0,22-2 0,0 2 0,-2-3 0,-5 0 0,-10 0 0,13 0 0,-33 0 0,-1 0-143,-8 0-840,11 0 0,-3 0-492,7 0 0,0 0 309,-4-1 1,-3 2 182,-17 3 0,3 0 0,-12-2 0,27 2 0,-2 0 0,0 1 0,2-1 0,-27-2 0,-5 2 0,-1 0 0,1-4 0,15 0 0,1 0 0,-3 0 0,8-1 0,-1 2 0,-18 5-193,28-5 1,2 0 192,-14 6 0,-24 1 0,14-6 0,-14 6 0,24-8 0,-3 0 0,-3 0 0,0 0 0,-3 0-492,29 0 0,-1 0 411,-28 0 0,0 0 81,-17 0 0,0 0 0,44 0 0,-1 0 0,-1 0 0,-1 0 0,-9-1 0,-1 2 0,5 2 0,-1 1-492,-14-3 0,0 0 223,8 3 1,-1 0 268,-13-4 0,-1 0 0,9 0 0,1 0 0,-10-1 0,1 2 0,8 3 0,1 0 0,-10-3 0,0 0 0,4 2 0,1 2-423,-1-1 1,0 0 422,-3-3 0,-1 0 0,4 3 0,1 0 0,-1-4 0,0 0 0,-4 0 0,1 0 0,3 0 0,0 0 0,-5 0 0,0 0 0,6 0 0,-1 0 0,-5 0 0,3 0 0,13 0 0,-1 0 0,-29 0 0,2 0 0,39 0 0,1 0-229,-24 0 1,2 0 228,-8 0 0,-12 7 0,45-6 0,-1 0 0,-46 6 0,41-7 0,0 0 0,-41 0 0,41 0 0,0 0 0,-40 0 0,40-4 0,0 0 0,-41 2 0,45-2 0,2 1 0,-23 3 962,-6 0-962,45 0 983,-19 0-477,40 0 477,-10 0 0,16 0 0,2 0-680,-6 0-303,6 0 0,-5 0 0,2 0 0,-9 4 0,4-3 0,-4 3 0,6-4 0,0 0 0,-1 0 0,1 0 0,0 3 0,3-2 0,32 13 0,-5-7 0,38 6 0,-14-9 0,0 0 0,39-3-408,-21 3 408,-7-3 0,3-2 0,43 1-492,-43 0 0,2 0 209,19 0 0,2 0-209,-3 0 0,2 0 2,22 0 0,3 0 162,-33 0 0,0 1 0,1-2 0,7-1 0,2-2 0,-4 1 33,9 2 1,0 0 294,-12-2 0,2 0 0,-7 0 0,33 3 0,-10 0 0,3 0-408,-22 0 0,-3 0 408,1 0 0,0 0 362,-2 0 0,-4 0-362,25 0 0,-30 0 0,1 0 385,-7 0 1,1 0-386,12 4 0,3 0 0,-2-4 0,1 2 491,5 6 1,2 0-487,5-7 1,2 0-6,3 3 0,1 0 0,1-3 0,-2-2 0,-3 1 0,-2 0 179,-16 0 1,-1 0-180,7 0 0,0 0 0,-5 0 0,-2 0 0,-10 0 0,3 0 0,30 0 0,-3 0 0,-5 0 0,17 0 0,3 0-984,4 0 803,-32 0 1,9 0 0,-9 0 180,-17 0 0,0 0 0,19 0 0,10 0 0,-9 0 0,-19 0 0,-2 0 0,27 0 0,6 0 0,4 0 0,-4 0-248,-25 0 0,0 0 248,33 0 0,-1 0 0,9 0 0,-4 4 0,2 1 0,-33-4 0,0 0 0,34 3 0,-1 1 0,-37-1 0,0 0 0,9-3 0,7-2 0,-6 3 0,3 6 0,-1-1 0,-2-5 0,6-3 0,-7 2 0,-6 3 0,-6 0 0,43-4 300,-42-3 1,0-2-301,-7 0 0,-3 0 866,31-4-866,-10-3 0,-11 4 0,-23 2 0,65-1 0,-53 7 0,35 0 0,-11-7 983,-26 5 0,13-5 0,-10 0-127,-16 5 127,16-4-770,-21 6-213,0 0 0,52 8 0,-39-2 0,17 2 0,-4 0 0,-30-5 0,17 3 0,-107-33 0,15 15 0,-10-5 0,-4 1-984,-13 8 874,8 3 0,-5 2-382,13 2 0,-3 2 29,-21 3 1,-4 0 462,-3-3 0,-1 0-328,25 5 0,-2 0 0,-1 0 0,-9-5 0,-2-1 0,-2 1 0,-8 4 0,-1 2 0,-3-1 82,20-5 0,-2-1 0,-1-1 0,0 3 143,-1 4 1,-1 1 0,1 1 0,3-1 102,-8-3 0,2 0 0,-3 1 0,11 1 0,-3 1 0,1 1 0,3 0 0,-6 2 0,3 0 0,1-1-328,0-2 0,0 0 0,-2 0 0,-15 6 0,-3 1 0,12-2-3,21-6 1,2 0 330,-9 2 0,-7 2 0,7-1 0,6-4 0,3 0 0,-19 0 0,-1 0 0,10 0 0,1-2 0,-1-2 0,2-2 157,14-2 1,1 0-158,-12-2 0,0 0 0,5-3 0,2-1 0,9 3 0,-1 2 0,-31-1 0,2 2 0,6 3 0,-17-5 0,-3 1 0,-4 2 327,29-4 1,-9-1 0,8 2 40,14 4 1,0 0-369,-19-5 0,-11-1 0,9 2 0,15 3 0,2 2 491,-22-5 1,-5 1-445,-9 4 0,4 0-47,30-4 0,0 0 0,-26 3 0,-4 0 0,1-3 0,5 0 0,30 4 0,0 0 0,-28 0 0,2 0 983,-13 0-965,10-6-18,14 1 0,-1-1 0,-15-2 0,19 3 0,3 1 0,-7-3 0,0 6 0,-10-6 0,8 7 0,-8 0 0,25 0 0,2 0 0,-17 0 0,18 1 0,-1-2 0,-17-6 0,-2 5 0,-8-5 0,20 1 0,3 5 983,21-5-845,-7 6 845,26 0 0,-9 0 0,19 0 0,0 0-62,1 0-921,2 0 0,40 10 0,-4-2 0,67 10 0,-16-3 0,-9-8 0,14-1 0,-3-1-492,13 0 0,4-1 246,-27-2 0,6 0 0,1 0 0,-1 0-82,14 2 0,-2-1 0,1-1 0,5 0 0,1-2 0,2 1 82,-19 1 0,1 0 0,2 1 0,0-1 0,3-1 0,1-2 0,0 1 0,0 0 0,2 0 0,0 0 0,-1 0 0,-3 0-82,8 0 0,-3 0 0,3 0 280,-9 0 1,3 1-1,0-1 1,-5-1 47,6-2 0,-5 0 0,1 0-328,-1 0 0,-1 0 0,3-1 0,9-2 0,3-1 0,-7 0-164,3-3 0,-3 1 293,-14 2 1,3 1-1,-5-1 199,2-2 0,-3 1 0,7 3 0,-1 0 0,-9-3 0,-1 1 0,-1 5 0,4 2 0,-1-3 0,5-1 0,-7 2 0,-6 1 0,2 2 121,21 2 1,11 0 0,-9 0-122,-17-2 0,1 1 0,19 3 0,9 2 0,-10-1 0,-17-5 0,-4 0 0,22 3 0,3 1 491,-5 0 1,-5-1-1,-28-3 1,2 0-410,18 4 0,9 2 0,-9-1-82,-16-5 0,-3 0 0,36 7 0,-3 1 0,11-8 0,-11 7 0,3 1 380,-29-4 0,0 0-380,29 0 0,-1 1 0,-34-2 0,-4-1 335,0-2 0,2-2-335,15 1 0,-1 0 0,18 0 491,-30-2 1,-1-1 460,4-5 31,-23-3-708,4 4 708,-11-2 0,-12 8 0,49-5-2,-38 6-501,40 0-480,-40 0 0,40 0 0,-34 0 0,23 0 0,-21 0 0,-16 0 0,5 0 0,-25 0 0,-25-14 0,-18 10 0,-14-16 0,6 18 0,-3 3-707,-28-7 707,24 5 0,-4 2-492,-13 3 0,-2 1 4,7 0 0,-4 0 488,-24 0 0,-5 1 0,34-1 0,-1 1 0,4 0 0,-12-1 0,-1-1-328,2 0 0,-4-1 0,2 1-164,-11 4 0,0 0 164,8-4 0,-5-1 0,3 1 323,-17 5 0,3 1-487,6-1 0,6 0 417,27-1 1,6 1 565,-16 3-491,27-5 983,30 0-403,4-3 403,19 11 0,4-1 0,34 12 0,3-9-207,21-2-776,-11-8 0,19-7 0,-27 0 0,6-4 0,-3-10 0,-26 2 0,10-5 0,-22 9 0,-6 1 0,-3 3 0,-1 1 0,-48-20 0,-34-7 0,15 8 0,-8-1-492,-17 4 0,-12 2 249,15 4 0,-9 1 0,-2 1 0,4 1-85,-2 1 0,4 1 0,-9 1 131,5 1 0,-9 0 1,-4 0-1,4 0 0,9 0-131,-7 0 0,9-1 0,-4 3 82,4 2 0,-6 2 0,1 0 0,3-1-82,-10-1 0,4-2 0,-3 1 82,18 3 0,-1 0 0,-1 0 0,1 0 0,1 0 0,1 0 0,0 0 0,0 0 0,1 0 0,-1 0 0,0 0 0,2 0-82,-21 0 0,2 0 0,0 0 0,2 3 0,1 0 0,4 0-65,-15 2 0,7 0 393,12 0 0,5 1 305,17 2 0,8-1-305,2-2 983,-16 4 0,53-3 0,-21-5 0,17 2 0,-17-3 0,15 0 0,-27 0 0,-5 0 0,-42 0-492,42-3 1,-4-2-448,-23-4 1,-5-2-45,-7-3 0,0-1 0,11 0 0,-1 1 0,13 1 0,-4 1 0,2 0-492,-21-4 0,-2 2 164,16 3 0,-4 0 0,1 2 0,-1 1 0,0 2 0,7 0-164,-3-2 0,3 1 0,-11 6 0,7 1-8,-3-6 500,1 6 0,33 3 983,38-2-517,9 2 517,27-3 0,60 0 0,-6 0-894,-18 1 0,9-1 0,-3-1-89,5-3 0,1 0 0,-3 2 0,6 2 0,-2-1 0,-8-1 0,-1-2 0,3 2-328,21 1 0,5 1 0,-2 1 0,-11-1 0,-2 0 0,2 0 82,-8-2 0,4 0 0,-1-1 0,-4 1 132,9 1 1,-3 2 0,-1-3 113,-1-4 0,-1-1 0,-1 2-328,-1 4 0,-1 2 0,-4-3 110,6-6 1,-1 1 217,21 6 0,-1 0 0,-17-7 0,-2 1 0,1 5 0,1 2 0,18-5 0,-1 1 0,-29 4 0,-2 0 0,5 0 0,1 0 0,3-3 0,-8-2 0,-6-1-82,32-9 82,-37 3 983,0 0 0,-6 0 0,-25 7 0,14-5 0,8 2 0,9 1 0,-3 0-263,-2 7-720,-8 0 0,-6 0 0,13 0 0,-29 0 0,6-3 0,-18-1 0,-31-8 0,-15 0 0,-37-6 0,-9 10-492,29 3 0,-4 2 202,-11 2 1,-1 2 289,5 2 0,-3 2 0,1 1 0,-5 0 0,5 2-492,-4 1 0,1 2 164,5-2 0,-4 1 0,4-1 144,-7 0 1,3 0-309,-1 0 0,2 0 485,18 2 0,6-1 7,-15 1 0,42 3 983,20-10-678,89 8-305,10 2-328,-32-8 0,10 1 0,0-1 241,-5 1 1,1 0 0,2-1 86,10-2 0,3 0 0,2-1 0,6 0 0,2 1 0,2-2-246,-19-2 0,1 0 0,2-1 0,2 2 49,-8 0 0,1 1 1,2 1-1,2-1 0,0-1 0,10 0 0,2 0 1,2-1-1,-1 0 0,-1 1 0,-6 0 0,-1 2 1,0-1-1,-1 0 0,2-1 0,1 0 0,1-1 1,-1 0-1,1 0 0,1-1 0,2 1 0,1 0 1,0 0-1,-1 0 0,-4 0-49,8 0 0,-4 0 0,0 0 0,2 0 49,-8 1 0,2-1 1,1 0-1,-2 0 0,-5-1-49,1 0 0,-5-1 0,-1-1 0,0 0 0,2-1 0,-1-1 0,0-1 0,-1 0 8,-3 1 0,0 0 0,-2 0 0,0-2 402,19-5 0,-1-2 0,-2 1-164,-2 2 0,0 1 0,-4 0 327,-9 0 1,-3-1 0,-1 1-102,-2 0 1,-1 1 0,-3 0 264,16-1 1,-4 2-1,-5-1 1,-3 0-1,-13 0 1,-2 1-229,43-8-263,-33 3 0,-22 2 983,-26 6 0,-15 2 0,-91 15-761,36-7 0,-6 1 105,-5 1 1,-7 1 0,0 0-1,1-2 1,0 0 0,-2 1-640,-6 4 1,-1 2 0,0 1 311,-4-1 0,-1 1 0,2 1 0,8 1 0,3 0 0,-2 2 0,-4 4 0,-2 1 0,7-2-299,0-1 1,5 0 298,-1 5 0,9-1 0,5-3 0,31-6 983,20-8-418,11 3 418,41 2 0,12 3-492,-4-6 1,6-1-171,3-3 1,4-1-322,23 5 0,5-1-328,-26-6 0,1-2 0,3 0 0,10 3 0,3 1 0,1-2 0,3-4 0,0-1 0,0-1 0,1 1 0,1-1 0,-6 0 0,-19-2 0,-4 0 0,1-1 0,5-1 0,2-1 0,-5-2-164,14-7 0,-4-1 17,4 3 0,-1 0 268,-1-6 0,-8 2 207,-1 9 983,-4-9 0,-33 12-570,16-4 570,-15 2 0,11 3 0,-1 4 0,-3 3 0,48 0 0,-43 0-492,18 0 1,4 0-1324,5 0 832,3 4 0,3 0 0,15-2 0,-33 3 0,4-1 0,14-4 0,0 0-492,-18 0 0,-1 0 222,19 0 0,3 0 270,0-5 0,-6 1 0,12 2-418,-20-5 1,-4-2 417,-1 1 0,-17 0 0,30 1 983,-53 7-972,74 0-11,-66 0 0,16 7 0,3 1 0,5 2 983,-2 6-428,-32-18 404,-25-3-959,-85-20 0,2 9-492,3 2 0,-10 1 0,-2 6 0,-1 4 14,4 1 0,-3 4 478,10 2 0,-6 3 0,5 2-328,17 0 0,2 1 0,-2 1 0,-21 2 0,-4 0 0,0 2 0,-6 1 0,0 2 0,5-2 298,27-5 1,3-1 0,-4 1 29,-25 4 0,-6 2 0,8-1 0,6-2 0,7 1-367,-5-1 1,5 0 366,16 0 0,10-1 0,14-4 0,29-1 983,11-5 0,58 9-819,-2-5 1,10 0-165,24 0 0,6-1-328,-31-3 0,2 0 0,6-1 152,13-1 1,10-2 0,0 1-1,-10 0 176,-15 0 0,-6 0 0,6 0-246,11-2 0,9 0 0,-4 0 0,-15-1 202,-17 1 1,-7-2 43,14-4 0,-5 0 0,-13 2 0,10-4 0,-28 9 983,-32-6 0,-45-2 0,-38-5-492,7 9 1,-10 1-820,18 1 0,-3 0 0,-3 1 0,-18 1 0,-5 2 0,1-1 0,7-1 0,1 0 0,-3 3 82,11 3 0,-4 2 0,2 1 0,4 0-82,-4-1 0,5 1 0,-2 2 0,-10 5 0,-1 2 0,3 1 0,18-5 0,3 0 0,1 0-164,-28 2 0,5-1 0,22 0 0,5-2 118,9-4 0,9 0 1357,12-1 0,18-1 0,75-6 0,-7 7-492,-2-6 1,8-1-1,23 3 1,3 1-1,-6-4 1,5 0-634,-3-2 0,5-1 0,0-1 142,-5-2 0,-2-2 0,-2 2 0,21 0 0,-1-2-328,-16-3 0,3-2 0,-3 2-164,15 4 0,0 0 329,-14-4 1,3-4-1,-4 4-329,10 3 0,-1 2 222,-16-3 1,1-1 0,-2 3 269,13 5 0,-3 2 82,0-5 1,2 1-83,-13 3 0,1 1 0,-7 1 0,37-1 0,-33 0 0,9 0 0,-9 0 0,25 0 491,-2 0 1,-2 0 398,-6 0 93,-4 0 0,-40 0 0,-37 0 0,-65 0-492,14 0 1,-8 0-820,-19-1 0,-10 1 0,4 1-9,-6 2 1,-1 1 336,-1-1 0,-8 0 0,10 2-433,10 4 1,3 0 432,10-2 0,-2 0 0,2-1 0,-14-1 0,3 0 0,4 3 0,2 0-170,2-7 1,6 0 169,-10 9 0,21-6 0,49 0 983,50 7 0,0-3-492,3-3 1,5-1 491,45 2-721,-22-6 0,6 0-754,-4 4 0,3 1 180,-11-4 0,3-1 0,1 1 312,-3 1 0,0 2 0,-1-2 0,27-1 0,-1-2 0,4 2 0,-8-2 0,-38-4 0,-7-1 0,35 3 0,-61-11 0,-20 10 0,-9-7 983,-8-1-542,-22-16 542,6 11 0,-32-11-377,-2 23-606,8-3 0,-6 1-492,-9 5 0,-5 2 164,9-3 0,-5 0 0,-1 0 14,-6 3 0,-2 0 1,-1 0-15,-8 0 0,-1 0 0,-4 0 82,13 2 0,-3 1 0,-1 0 0,1-1 0,2-1 0,1-1 0,0 0 0,-2 1 0,-9 1 0,-2 1 0,-1 0 0,1-1 0,2-2 0,0 0 0,1 0 0,3 0 0,10-1 0,4 1 0,-1 0 0,-1 1 0,-10 0 0,-2 2 0,1 0 0,8-1-82,3-1 0,7-1 0,-1 1 0,-8 2 0,-1 0 0,8 0 168,2 1 1,6-1 159,4-2 0,2 0 0,3 3 0,2-1 0,-36-3 0,4 0 983,41 0 0,8 0 0,4 0 0,-8 0 0,5 0 0,-21 0 0,8-6 0,-5 4 0,-26-4 0,44 2-492,-19 3 1,-2 1 491,6-4-1208,-22-1 1,-1 1 224,10 2 0,13-2 0,-3 0 0,-39 4-107,31 0 107,-21 0 0,14 7 0,33-5 0,-18 5 0,28-3 0,3-3 734,4 6-734,2-6 0,12 5 0,53 7 0,49 0 0,-7-3-492,-20-4 0,4 0 246,2 2 0,13 3 0,3-1 0,-5-4-82,7-4 0,-4-3 0,-1 0 0,-9 1 0,-1 0 0,3 0 82,-6 0 0,5 1 0,-1-1 0,-6-1-246,25-3 0,-1 0 164,-11 4 0,4-1 0,-4 1 0,-19-3 0,-3 0 0,3 1 0,25 1 0,4 1 0,-6 1-164,4-1 0,-3 0 164,-19-3 0,3 0 0,-5 0-164,6 2 0,-4 0 764,1-3 1,0-1-273,-3 1 0,-8 1 983,-8 1 0,22-5 0,-4 7 0,5 0-492,-27 0 1,1 0 491,34 0-708,-15 8 0,5 1-275,-12-7 0,1 1 0,24 10 0,-4-1 0,6-10 0,-25 6 0,-3 0 0,7-6 0,-16 2 0,-2 0 983,1-4 0,-8 0 0,-37 0-371,4-3-431,-60-5-181,2-4 0,-3 7 0,-5 2 983,-44-4-883,34 6 0,-5 2-592,-15 3 0,-2 1 0,0-1 0,-3 2 298,20 0 1,-2 1 0,-2 0-135,-15-3 0,-4-1 0,1 0 0,6 0 0,0 0 0,-3 0 82,8-3 0,-4 0 0,0 0 0,3 0-1,-14 0 0,3 0 1,0 0 246,-4 0 0,-1 0 0,1 0 0,1 0 0,1 0 0,4 0 0,-12 0 0,3 0-328,20 0 0,-2 0 0,4 0-164,-9 0 0,5 0 0,-1-1 0,-1 2 94,-9 3 0,3 0 398,29-3 0,3 0 491,-1 3 1,1 0-426,-9-3 0,6-2-66,11 1 983,-41 0 0,36 0 0,0 0 0,5 0 0,10 0 0,-2 0 0,-21 0 0,8 0 0,-18 7-957,-24-6-1010,3 6 492,34-7 0,-2 0 286,6 0 1,1 0 108,-47 0 97,23 0 0,-12 0-473,23 7 473,-31-5 0,31 5 0,-13-7 0,53 0 0,-41 0 0,19 0 983,-5 0 0,11 0-538,-15 0-445,18 0 0,-9 0 0,-7 0-183,0 0 0,0 0 183,4 0 0,-3 0 0,-31 0 0,2 0 0,-15 0-492,8-4 0,-1-1-492,-6 3 492,17-2 0,2 0-149,7 4 641,8 3 0,3 1 0,18-2 0,-26 6 739,26-2-739,16-4 983,-21 5 0,31-7 0,-40 0-174,26 0-809,-28 0 0,31 0 0,-42 0 0,22 0 0,-35 0 0,31 0 0,-9 0 0,6 0 0,-17 0 0,8 0 0,-21 0-984,7 0 738,5-4 1,-3-1 245,25 0 0,0 1 0,-15-2 0,2 1 0,-19-2 0,29 7 0,3 0 0,12 0 0,1 0 0,7 0 0,-18 0 983,8 0-491,-11 0-492,1 0 0,-11 0 0,-2 0 0,-11 0 0,-10 0-734,7 0 734,25 3 0,-1 1 0,-36-2 0,36 2 0,-1 0 0,-44-4 0,12 0 0,12 0 0,3 0 0,18 6 0,-18-5 0,17 5 0,4-6 0,2 0 734,8 0-734,-21 0 0,8-6 0,-8 5 0,10-6 0,0 0 0,-13 4 0,8-1 0,-1 0 0,-6 4-291,5 1 0,0-2 291,-16-5 0,-18 5 0,44-5 0,8 6 0,6 0 0,3 0 0,20 0 582,1 0-582,3 0 0,-13 0 0,7 0 0,-26 0 0,4 6 0,1-5 0,-23 5 0,0 1 0,1-5 0,-33 5 0,33 0 0,-7-6 0,21 6 0,5-7 0,19 0 0,-9 3 0,17-2 0,3 2 0,-7-3 0,-4 4 0,-6 1 0,-24 0 0,5 4 0,-1-7 0,16 3 0,15-2 0,59 2 0,4 6 0,4-7 0,7-2 0,4 2 0,1-1 0,4-1 0,7-4-328,10-5 0,10-3 0,-7 1-164,-4 6 0,1 0 246,-14-4 0,8-3 0,0 0 0,-5 2-82,1 3 0,-5 2 0,0-1 0,-2 1 0,0-1 0,5 0 82,1 1 0,6 1 0,-1-1 0,-8 2-246,16 1 0,1 0 246,-14-2 0,10 0 0,0-1 0,-9 1-246,17 1 0,-2-1 246,-19-1 0,6-3 0,1 1 0,-7 1-246,26 3 0,-4 0 164,-24-4 0,1-2 0,-3 2 308,16-1 1,-7 2 19,-15-1 0,-3 0 0,6 0 0,-1 2 0,-4 2 0,-1 2 0,2-1 0,-3 0 983,20 0-492,-25 0 1,2 0 491,33 0 0,-7 0-889,-10 0 0,-2 0-94,-7 0 400,19 0 1,4 0-401,11 0 0,-6 0 0,-1 0 0,7 0 0,-7 1 0,-1-2 0,8-6 0,-35 6 0,5 0 0,18-3 0,-3 1 0,-29 2 0,-1 2 0,37-1 0,3 0 0,-8 0 0,-5 0 0,-17 0 0,-1 0 0,21 0 0,-4 0 983,19 0-492,-27 0 1,-1 0-377,28 0 259,-33 0 0,-2 0-374,12 0 0,10 0 0,-8 0 0,19 0-481,-22 0 1,3 0 480,-14 0 0,0 0 0,19 0 0,0 0 0,-15 0 0,-3 0 0,-7 0 0,0 0 0,15 0 0,0 0 0,-4-1 0,0 2 0,5 3 0,0 0 0,1-3 0,-2 0 0,-3 2 0,-2 2 0,0-1 0,-1-1 0,-4-2 0,-1 0 0,-5 7 0,0-1 389,-1-6 0,-1 0-389,44 13 0,-43-13 0,0 0 0,0 6 0,2 1 0,4-3 0,0-1 0,0 1 0,1 0 0,4-1 0,1-1 0,0-3 0,2 0-311,9 4 0,1 1 311,0-4 0,1 0 0,10 3 0,0 0 0,-9-3 0,0-2 0,7 1 0,2 0 0,12 0 0,-3 0 0,-29 0 0,-1 0 0,19-3 0,-6-1 110,-5 2-110,18-5 0,-7 7 0,0 0 0,-3 0 0,0 0 0,-8 0 983,-2 0-784,-14 0-199,-9 0 912,-1 0-912,0 0 0,5 4 0,3 0 580,19-2-580,11 11 0,2 0 0,-3-9 0,-25 8 0,2 0 0,1-6 0,-4-2 0,16 4 264,-18-2 0,-5-3-264,-23-3 0,-5 0 0,-22 0 0,-1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1:48:45.45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13 147 24575,'48'17'0,"1"-1"0,31 9 0,-4-10 0,8-3-492,4-7 0,2-1 164,-22 1 0,2 2 0,2-2 0,19-3 0,4-2 0,0 0 0,1 2 0,1 2 0,-1-1 0,-3 0 0,-1 0 0,4 0 82,-9-2 0,4-1 0,0 0 0,-6 1-82,3 2 0,-5 0 0,4 0 82,-10-3 0,3 0 0,0 0 0,-5 0-67,4 0 1,-4 0-1,-1 0 313,-2 0 0,-1 0 0,1 0-20,7 0 0,1 0 1,-5 0 19,10 0 0,-2 0-361,7 0 0,-7 0 361,4 0 983,-6 0 0,-18 0-976,-15 0 976,-2 0 0,6 0 0,4 0 0,28 0 0,10 0-492,-38 0 1,-1 0 491,37 0-1475,-26-1 0,2 2 228,-13 3 0,3 0 264,29-3 0,4 0 0,-21 3 0,1 0 0,-4-1 0,4 0 0,-7 0 0,-9 2 0,1-1-328,10 0 0,9-1 0,-4 1-164,13 4 0,-3 0 0,1-7 0,-1 0 0,-7 3 0,-1 0 0,-2-3 0,-3-2 182,-14 1 1,2 0 309,13 0 0,7 0 0,-8 0 0,-16 0 0,-2 0 0,28 0 0,1 0 0,-12 0 0,-5 0 0,35 0 0,-33 0 0,-2 0 0,12 0 0,-12-4 0,2 0 0,23 2 0,-19-3 0,0 1 0,19 4 0,-1 0 0,9 0 0,-26-4 0,1-1 0,30 3 0,-31-2 0,-2 0 0,17 4 827,3 0-827,10 0 0,0 0 0,-44 3 0,1 1 491,1-3 1,0 0-1,5 3 1,1 0-275,-1-4 0,0 0-217,6 0 0,0 0 183,0 0 1,1 0-184,5 0 0,1 0 0,-1 0 0,0 0 0,-6 0 0,2 0 0,24 0 0,-1 0 0,-28-3 0,-3-1 0,17 0 0,-4-1 0,21-4 0,4-5 0,-44 9 0,2 0 0,3 1 0,2-1 0,5-3 0,-1 0 0,-3 3 0,0 0 0,8 1 0,1-2 0,-10-1 0,2-1 0,24 3 0,-1-1 0,-36-1 0,0-1 0,24-1 0,-4 1 0,-15-6 983,16 6-875,-10-4-108,2 10 0,1-5 0,28 7-860,8 0 860,-45 0 0,2 0 0,2 0 0,0 0 0,-3 0 0,-4 0 906,16 0-906,-5 0 983,-46-3-513,-7 2-470,-3-5 0,3 5 983,-2-2-362,5 3-621,-5 0 0,2 0 0,-60-6 0,-14 4 0,12 2 0,-7 1-492,-34 3 0,-6 3 0,14 2 0,-11 0 295,15-4 0,-15-1 1,-5 0-1,0-1 0,9 2-49,9-1 0,5 2 0,1-1 0,-8 0 82,2-1 0,-6-1 0,-3 0 0,-2 1 0,4-1 0,6 1-82,-11 1 0,6 1 0,1-1 0,-3 0 49,9-2 0,-3-1 1,-1 0-1,0 0 0,0 0 0,-1 2 0,0 0 1,0 1-1,1-1 0,2-2-49,-10 0 0,2-3 0,1 1 0,1 2 0,-1 2 0,0 1 0,1 0 0,5-1-82,-10-2 0,5-2 0,-1 1 0,-4 2 0,-1 1 0,1-2 0,-1-4 0,1-2 0,0 1 0,-4-1 0,0 1 0,0-2 82,22 1 0,-1-1 0,1-1 0,-1 0 95,0-1 0,0 0 0,0-1 0,-1 0 151,1 2 0,0 1 0,0 0 0,3-2 0,-16-2 0,3-2 0,1 2 0,7 4 0,1 2 0,2 0 491,-20-2 1,3 1-290,-2 4 0,3 0 289,12-4 1,1 0-1,-12 4 1,-2-2-448,7-6 0,3-1-44,15 8 0,-1 0 0,-24-7 0,-1-1 0,23 3 0,2 1 0,-4 0 0,-2-1 491,-17 1 1,8 2 491,8 3-783,-6 0 0,1 0-200,8 0 0,-9 0 0,-2 0 0,-2 0 0,-12 0 0,-2 0 0,50 0 0,0 0 0,-27 0 0,-4 0 0,0 0 0,4 0 0,21 0 0,1 0 0,-25 0 0,2 0 0,-18 0 0,16-1 0,-9 2 0,21 1 0,-3 1 0,1 0 0,-25-2 0,-3-1 327,9 3 1,-5 0 0,13-1-72,22-2 0,4 0-256,-31-1 0,4 2 983,-4 6-726,28-7 0,2 1-257,-3 10 983,-30-10-398,-2 11-585,28-10 0,8 5 0,-1 1 0,-6-7 0,-14 3 0,-4-1 40,29-3 0,-1 0-40,-33 1 0,1-2 0,-12-6 0,27 6 0,1 0 0,-7-6 491,17 6 1,7 2 491,28-1 0,-3 0-801,23 0 216,61 7-398,26-5 0,-18 2 0,10 0-328,-3-1 0,6 1 0,0-2 0,-3-1 0,1 0 0,1-1 4,12 3 0,3 1 0,3-1 324,-16-3 0,3 0 0,-1 0 0,-3 0 0,4 0 0,-4 0 0,6 0 0,8 0 0,7 0 0,1 0 0,-5 0-328,4 0 0,-4 0 0,2 0 82,-10 0 0,2 0 0,0 0 0,-2 0 0,-9 0 0,-1 0 0,-1 0 0,0 0 22,2 0 0,-1 0 0,1 0 1,-1 0-23,1 0 0,0 0 0,0 0 0,1 0 0,-1 0 0,2 0 0,-3 0 0,-3 0-82,3 0 0,-5 0 0,2 0 0,15 0 0,3 0 0,-5 0 87,-17 0 1,-4 0-1,0 0 241,33 0 0,2 0 0,-24-3 0,3 0 0,-4 0 0,19 2 0,-4 0 0,-3-4 0,3 1 0,-10 3 0,5 1 0,-9 1 0,-14-1 0,0 0 0,16 0 0,9 0 0,-9 0 491,-9 0 1,-3 0-353,27 0 0,6 0-139,-31 0 0,2 0 0,-4 0 491,15 0 1,-1 0-302,-14 0 1,3 0 0,0 0 136,7 0 1,0 0 0,-5 0 40,0 0 1,0 0-369,2-3 0,5 0 0,-6 1 0,-7 1 0,2 0 0,7-2 0,9 0 0,-5 1 0,10 1 0,1 2 0,-13 1 0,5 0 0,0 2 0,3-1 0,0 1 0,-6 0 0,6 1 0,-2 0 0,-6-1 0,4-1 0,0 0 0,-3-3 0,0 0 0,-6 0 0,6 0 0,-1 0 0,-5 0 0,4 0 0,-9 0 330,-11 0 1,-2 0-331,41-1 0,2 2 0,-28 2 0,1 2 0,-3-5 0,5 0 0,-4 2 0,9 5 0,1 2 0,-1-2 0,7-1 0,-3 2-328,-14-2 0,-2 1 0,2 1 297,12 1 1,4 1 0,-1 0-298,2 0 0,1 0 0,-5-1-38,15 2 1,-3-1 365,7 1 0,-7-1 983,5-2-343,-79-11-640,-77-14 0,8 5 0,-6 0 307,-16-3 0,-14 1-307,17 4 0,-10 0 0,-6 0 0,0 1 0,8 1-328,-19 2 0,6 2 0,-8-1 131,10-2 0,-8-1 1,-4-1-1,2 1 0,6 3 72,3 2 1,5 3 0,1 1 0,-1-2 9,-5-1 0,0-1 0,0 1 1,0 0 114,5 1 0,0 1 0,1 0 0,0 1 0,2 1 0,0 0 0,1 1 0,-3-1 0,-7-1 0,-4-1 0,2 0 0,2 1 0,13 1 0,3 1 0,-1-1 0,-2 0 0,-16-1 0,-3-1 0,0 0 0,4-1-328,-6 1 0,5 0 0,-2 0 82,19 0 0,-1 0 0,0 0 0,4 0 227,-6 0 0,4 0 1,-4 0 18,6 0 0,-4 1 0,1-1 0,1-1 0,-11-1 0,2-2 0,-3 1-246,10 2 0,-4 1 0,0 0 0,1-1 120,-17-2 0,2-1 0,1 1 126,4 3 0,1 0 0,1 0 327,7 0 1,1 0 0,5 0 5,-12 1 0,0-2-333,15-1 0,-4-1 0,4-1 0,-16 0 0,2-3 0,-4-1 0,-4-2 0,17 1 0,-2-1 0,1 0 0,11 0 0,2-1 0,1 2 0,-25-3 0,1 1 327,19 2 1,-1-1 0,13 3 655,0 5 0,-15-3 0,73 5-92,59 19-891,24-7 491,-14 4 1,7 1-55,10-5 0,6-3-437,-19-2 0,4-1 0,-1 0 0,-6 0 0,-1 0 0,15-1-141,-6-3 1,15-1-1,8-1 1,5 0-1,-1-1 1,-4 1-1,-11 0-56,-5 2 0,-8 0 1,-2 0-1,4 0 0,11-1 98,-11 0 1,9-1 0,5 0-1,6 0 1,2 0 0,-1 0-1,-1 0 1,-4-1 0,-6 1-1,-9 0-98,17 0 0,-10 1 1,-5-1-1,1 0 0,5-1 33,1 0 0,4 0 0,2 0 0,-1-1 0,0 0 0,-4 0-33,7-2 0,-2 0 1,-2-1-1,-1 1 0,-3-1-49,9-1 0,-4 0 0,-1 0 0,4 0 49,-10 0 0,4-1 1,0 0-1,-2 1 0,-2 1-49,4 1 0,-2 1 0,-2 1 0,0-1 0,-2-2 0,-1 0 0,-1 0 0,1 1 450,3 3 1,1 1 0,-1 0 0,-5-1-205,3-2 0,-4-1 0,2 2 151,-8 1 1,2 1 0,0 0-1,-4 1-151,7-1 0,-3 0 0,2 0 0,16 0 0,3 0 0,-2 0 327,-10 0 1,-2 0 0,-2 0-156,-8 0 1,-2 0 0,-5 0 318,2 0 1,-2 0-1,7 0 1,-1 0-299,-16-4 1,-1 0-194,12 3 0,-2 0 0,23-8 983,1 9 0,-58 0 0,47 0 0,-34 6 0,10-5 0,-28 5 0,-23-3 0,-62 6 0,-35-4-1147,32-3 0,-18 1 0,-11 1 0,-4-1 0,1-1 0,8 0-33,3 0 0,5-2 1,1 0-1,-4 0 0,-8 1 74,6-1 0,-6 1 0,-6 0 0,-2 0 0,-1 0 0,1 0 0,2 1 0,5 0-41,-10 1 0,2 0 0,3 1 0,1 0 0,1-1 0,0 1 0,6-2 0,2 0 0,2-1 0,-2 1 0,0 1 0,-4 1 23,1 2 1,-5 2-1,-1 1 1,0 0-1,0 0 1,4-1-1,4-1-56,-6-1 0,4-1 1,3 0-1,-1 0 0,-4 1 33,5 2 0,-3 1 0,-1 1 0,0 0 0,1-1 0,2-1-33,-9-2 0,2-1 1,0-1-1,3 0 0,1 1-49,-9 2 0,3 2 0,2-1 0,0-2 0,4-2 0,0-1 0,2-1 0,4 1-82,-13 3 0,5 0 0,12 0 473,19-3 1,8 0-146,-45 7 983,91-6 0,74 4 0,7 1-656,-15-2 1,11 0 0,-1-2 163,17 1 1,5-2-404,-14-1 0,8 0 0,3-1 0,-4-1-88,8 0 0,-3-1 0,5-1 0,-5 1 0,6 0 0,1 0 0,-1 0 0,-2 0 0,0 0 0,0 0 0,-2 0 0,-7 0 0,-1 0 0,0 0 0,5 0-197,2 0 0,5 0 1,3 0-1,-3 0 0,-5 0-49,0 0 0,-5 0 0,0 0 0,4 0 49,-3 0 0,3 0 1,2 0-1,-1 0 0,-4 0-49,7 0 0,-3 0 0,-1 0 0,1 0 0,1 0 0,0 0 0,0 0 0,-2 0 0,-3 2 0,-2 1 0,0-1 0,1 0 126,2-1 0,0-1 0,0 1 0,-4 0 111,10 2 0,-4 1 1,-4-2 8,-15-3 0,-3-1 0,-5-1 491,5 0 1,-15-1 491,-23-3 0,-8-2 0,-23 5 0,-50-17-492,4 12 1,-9 2-1,-25-12 1,-6 0-1,-3 11 1,-6 4-165,8-3 1,-7 1 0,2 1-656,13 4 0,1 2 0,-6-1 131,8 0 0,-7 0 1,-2 0-1,-1 0 0,3 0-49,-8 0 0,2 0 0,-1 0 0,-2 0 49,8 0 0,-2 0 1,-1 0-1,-2 0 0,-1 0 33,4 0 0,-3 0 0,-1 0 0,0 0 0,2 0 0,3 0-33,0 0 0,5 0 1,0 0-1,-2 0 0,-6 0 56,4 0 1,-6 0-1,-4 0 1,-1 0-1,2 0 1,3 0-1,7 0-105,-20 0 0,8 1 0,2-1 0,-4-1 49,8 0 0,-4-1 1,0 0-1,1-1 0,3 2-49,-8 0 0,1 1 0,4 0 0,4-1 216,-1-2 0,6-1 0,-5 1 30,2 3 0,-5 0 0,1 0 0,11 0 491,-12 1 1,8-2-226,-9-1 1,8-1 716,2 1 0,63-3 0,12 5 0,67 0 0,0 7-492,1-6 1,7 0-1,-7 6 1,1 1-1,11-7 1,-2 0 491,21 7-492,-33-8 1,-8 0 491,-22 0 0,10-3 0,-47 2-902,-76-19-81,0 16-328,21-3 0,-9-3 0,2 1-164,-7 3 0,-3 2 164,-4 0 0,-8 0 0,5 1-164,-9-2 0,1 1 164,18 3 0,-3 1 0,3 1 140,9 2 0,1 0 0,0 0 188,-4-2 0,-1-1 0,-1 1 0,-5 2 0,-2 0 0,0 0 0,-8-2 0,-2-2 0,5 1 0,17 0 0,3 0 0,-4 0 0,-22-2 0,-4-2 0,2 1-328,18-1 0,2 0 0,-4 0 82,-3-1 0,-5 0 0,-1-1 0,6 1 13,-2 1 0,4 1 0,-4-1 233,0-1 0,-7 0 0,3 0 0,10 1-492,-4 3 0,2 0 271,-18-5 0,-10-1 1,9 1 220,10 5 0,3 0 0,13-2 0,-2-1 0,4 2 451,-1 2 1,6 0-452,-30 0 983,33 0 0,10 0 0,1 0 0,16-3 0,-23 2 0,20-2 0,-14 3 0,23 0 0,3 0 0,15 0-668,-14 0-315,11 0 0,-23 0 0,18 0 0,-49 0 0,-4-8 0,-29 6 0,24-6 0,-3 8 0,46 0 0,-6 0 0,26 4 0,17 3 0,20 3 0,31 5 0,12-7 0,26-2 0,7 0 0,-9-1-328,-8 0 0,-6-2 0,13 1 164,-6-1 0,13 0 0,6 0 0,2 0 0,-4 0 0,-9 0-82,7-1 0,-6 1 0,-3-1 0,4 0 49,-11-1 0,2-1 1,1 0-1,0 1 0,2-1 0,5 2 0,2 0 1,1 1-1,-2-1 0,-2-1-49,5-1 0,-3 0 0,1 0 0,7 0 105,-20 0 1,5 0-1,4 0 1,2 0-1,-1 0 1,-3 0-1,-5 0-56,8 0 0,-6 0 1,-1 0-1,1 0 0,7 0 56,-8 0 1,6 0-1,3 0 1,1 0-1,-2 0 1,-3 0-1,-7 0-56,3 0 0,-5 0 1,-3 0-1,0 0 0,2 0 0,8 0 0,1 0 1,1 1-1,0-1 0,-2-1 0,-3-1 0,0 0 1,-1 0-1,-1 0 0,-2 0-49,6 1 0,-3 1 0,0 0 0,2-1 0,12-1 0,3-1 0,-1 0 0,-5 1-82,4 2 0,-4 0 0,-1 0 0,3 0 0,0 0 0,-7 0 166,5 0 1,-1 0 488,-17 0 1,2-1 0,-2 2-316,16 3 0,0 1-12,-13-4 0,2-1 0,-2 1 0,19 4 0,-1-1 0,-22-3 0,3-1 0,-9-1 491,-8 1 1,0 0-221,10 0 1,8 0-1,-9 0-271,-20 1 0,0-2 491,45-2 1,-3-2 491,-9-4-500,-14-3 0,-3-1 500,-9-1-492,-2-2 1,-2 0 491,-6 2-135,23-6-848,18 5 0,-38 9 0,31-6 983,-45 11 0,0-9 0,-13 5 0,6-1 0,-16 3 0,1 3-347,5 0-636,11 0 0,20 6 0,1-4 0,40 12 0,-33-12 0,33 12 0,-40-12 0,-1 4 0,-14-6 0,-16 0 0,-1 0 0,-9 0 0,3 0 0,23 0 0,-16 0 0,56 0 0,4 16-497,11-12 497,3 18 0,-50-21 0,-15 5 0,-19-6 0,-1 0 0,-3 0 0,3 0 497,7 0-497,35 7 0,25 10 0,-29-8 0,3 0-484,2 7 1,2 0 483,9-6 0,0-1 0,31 14 0,-1-13 0,-55-4 0,-32-6 0,-61 0 0,-30 0 0,12 0 0,8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1:48:49.55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894 27 24575,'77'0'0,"8"0"0,-26 0 0,3 0 0,-1 4 0,-2 0 0,-4-3 0,1 0-492,14 6 0,-1 2-492,25 0 492,-17-1 0,3 2 0,-11-1 0,-1-1 378,6-3 0,1 0 114,-2 4 0,-4-2 39,-15-6 1,-1 0-40,7 2 0,-2 1 0,24-4 0,-25-4 0,-1 1 0,20 1 0,-4-6 0,5 0-492,-8 6 0,4 2 164,3-3 0,8-1 0,-3 2 192,-13 1 0,-1 2 1,0-1 135,11 0 0,2 0 0,-1 0 0,-4 0 0,-1 0 0,0 0 0,-5 0 0,0 0 0,0 0 0,3 0 0,0 1 0,-1-2 0,28-3 0,-6 0-131,-29 3 0,-2 0 131,11-7 0,-2-1 0,21-1 0,-43 5 0,2 0 0,10 1 0,1 1 0,-5 2 0,-1 2 0,-4 1 0,1 1 0,32 1 0,-4 2 0,-5 8 0,12-3 0,2-3 0,8 1 0,-36-1 0,4-1 0,9-6 0,-3-1 0,28 7 0,-28-7 0,5 0 0,9 0 0,-1 0-156,-23 0 0,2 0 156,28-1 0,-1 2 0,-31 3 0,1-1 0,35-1 0,2-2 0,-23 4 0,0 0-314,24-3 0,-2-2 314,-30 1 0,-2 0 0,23 0 0,-3 0 0,-34 0 0,0 0 491,33-4 1,-2 0-308,-3 2 375,7-5-559,-33 6 0,-3 2 0,8-1 0,8 7 0,2 2 0,5 2 270,15 10 1,3 2-271,-41-13 0,-1 0 0,24 11 0,4 1 491,5-7 1,-4-2-329,-27 0 1,0-1-164,20-1 0,5-2-297,16 0 0,-5-3 297,13-3 0,-7 1 0,3 1 0,-29-5 0,-6 0 0,37 0 228,-39-3 1,-3 0-229,15 2 0,-18-11 0,18 11 0,24-13 0,-24 12 0,-19-2 0,-1 0 0,12 4 0,11 0 0,-12 8 0,2 1 0,22 2 0,-22-2 0,-1 1 0,10 3 0,1-12 0,20 6 0,-25-7 0,2 0 983,-23 0-233,-19 0-449,19-6-301,-18 5 983,1-5 0,-5 2-761,-14 3-222,1-6 0,-19-7 0,-61-24 0,-22 9 0,24 7 0,-4 2 0,-6 9 0,-3 4-492,-4 1 0,-4 2 164,17 3 0,-4 1 0,0 2 0,1 0 0,0 2 0,-4 1 180,-1 1 0,-4 2 1,-2 0-1,3 0-180,-12 0 0,1-1 0,-4 0 82,5-1 0,-4 0 0,-2-1 0,3-1 0,8-1 0,2 0 0,0-1 0,-2-1 0,-10 0 0,-3-1 0,0 0 0,0-1 0,2 1 0,0 0 0,0 0 0,-2 0 49,16 0 0,-2 0 1,1 0-1,-1 0 0,2 0-49,-15 0 0,1 0 0,1 0 0,0 0 0,-1 0 0,1 0 0,0 0 0,2 0 0,10 0 0,0 0 0,3 0 0,1 0-82,-15 0 0,3 0 0,0 0 70,-3 0 0,1 0 1,4 0 321,-8 0 0,3 0-64,21 0 0,-2 0 0,2 0 491,-17 0 1,2 0-362,-2 0 0,-1 0-130,-5 1 0,0-2 0,29-1 0,0-2 0,-1 2 0,-1 1 0,0 1 0,2-1 0,-14-7 0,-1 0 0,10 6 0,-5 2 0,3 0 0,-16-4 0,2 1 0,-4 2 0,-3 2 0,17-1 0,-4 0 0,9 0 0,10-1 0,0 2 0,-16 1 0,-9 2 0,8-1 0,7-3 0,-1 2 0,-13 3 0,-8 2 0,6-1 0,7-5 0,2 0 0,7 2 0,-5 1 0,0-2 0,-3-1 0,-1-1 0,4-1 0,-12 1 0,1 0 0,12 0 0,-4 0 0,0 0 327,0 0 1,0 0 0,4 0 104,-7 0 0,0 0-432,10 1 0,-4-1 0,2-1 0,5-1 0,1-1 0,6-1 0,4 0 0,2-1 491,-31 1 1,-1-2-1,29-6 1,4 0-452,4 7 0,1-1-40,-4-8 0,4-2 983,-8 2 0,12-4 0,18 9 0,-8-2 0,11-2 0,-10 7 0,13-5 0,-23 4 0,3-10-938,-41 0-45,27-2 0,2 10 0,2 2 0,6 1 0,-3-2 0,0 1 0,5 5 0,-33-5 0,56 7 0,-23 0 0,37 0 0,-4 3 0,46 11 0,8-1 0,36 8 0,-11-16 0,5-2-492,-2 1 0,4-2 0,21-2 0,3 0 0,-5 5 0,5-1 164,-8-3 0,5-1 0,-1 1 0,-12 2 0,-1 0 0,5 0 82,-2-3 0,5 0 0,2-1 0,-4 2-82,15 1 0,-3 2 0,2-1 82,-20-2 0,0-1 0,1 0 0,1 1 0,7 3 0,1 1 0,0 0 0,-5 0 8,5-2 1,-4 1 0,3-1 237,-4 2 0,3 1 0,1-1 0,-4 0 0,12-1 0,-3-1 0,-2 1 0,-4 2 0,-1 0 0,3-1 0,-10-4 0,3-1 0,0 0 0,-6 1 0,2 4 0,-5 2 0,-1-2-328,-2-3 0,0-2 0,0 0 206,4 3 1,1 1 0,-4-2 121,3-2 0,-1 0 0,22 4 0,0 1 0,-26-4 0,-1 0 0,22 8 0,-4-1 0,10-6 0,-30 3 0,9 2 0,-6-1 0,-8-2 0,2 1 0,17 2 0,11 0 0,-8-1 0,-9-1 0,0 0 0,11 1 0,10 1 0,-8-2 0,-8-3 0,0-1 0,11 1 0,8 2 0,-8-1 0,-9-3 0,-2 0 0,-8 0 0,4 0 0,-6 0 0,2 0 0,0 0 0,5 0 0,6 0 0,-4 0-264,10 0 0,1 0 264,-13 0 0,5 0 0,0 0 126,-1 0 0,1 0 0,-6 0-126,7 0 0,-1 0 0,-6 0 0,3 0 0,-6 0 491,-4 0 1,-4 0-1,6 0 1,0 0-460,-1 0 0,4 0-32,0 0 0,7 0 0,-5 0 0,7 0 0,-1 0 0,-10 0 0,3 0 0,-7 0 0,-6-1 0,-3 2 0,6 2 0,1 2 0,-5-4 0,1 0 0,9 3 0,0 0 0,-4-4 0,0 0 0,5 0 0,0 0 0,-5 0 0,0 0 0,4 0 0,-1 0 426,-13 0 1,-1 0-427,8-4 0,0 0 0,-8 3 0,-1 0 0,4-7 0,2 1 0,5 6 0,-1 0 0,-3-7 0,0 0 0,3 7 0,1 0 0,-1-6 0,1-1 0,0 2 0,2 2 0,3-1 0,2-1 0,0-2 0,-2 0 0,-9 7 0,-1 0 0,1-6 0,-6-1 983,4 3 0,-15-6 0,-42 4 0,-10-4 0,-1 0 0,-11-5 0,-10 2 0,-11-6-664,-31 4-319,-5-4-492,24 11 0,-4 1 149,-8-1 0,-3 1 343,-17 2 0,0 2 0,14-1 0,-2 1-328,-2 1 0,-6 0 0,0 0 0,6 3 0,0 0 0,-1-2 0,1-3 0,-1-2 0,-4 2 228,0 3 0,-6 2 0,1 1 0,9-2 100,-14-3 0,-1 0 0,15 3 0,-9 0 0,-2 2 0,6 0 0,-3 1 0,4 2 0,2-1 0,6-2 0,1-1 0,-2 1-328,-11 5 0,-1 1 0,10-2-88,16-4 0,3 0 416,-28 3 0,3 1 0,-7 1 0,26-1 983,13 2-755,24-3 755,-12 0 0,21-3 0,-22 2 0,19 1 0,-39-4-271,10 10-712,-27-8 0,-10 4-652,-3-6 652,-10 0 0,43 0 0,1 0 0,-37 7 0,16-6 0,16 6 0,29-7 0,0 0 0,16 3 0,59 8 0,-1-5 0,18 3 0,6 0-300,-11-7 0,0-2 300,18 5 0,3-1-492,3-4 0,1 0 0,1 0 0,2 0 447,-15-3 0,2 0 0,-4 0 45,8-2 0,1 0-328,-5 0 0,5-1 0,-6-2-164,1-5 0,-2 0 314,14 4 0,-2-3 178,-19-7 0,-10 0 0,-3 4 963,-21-5-963,-43 8 983,-47 10-30,2-6-953,7 7 0,-3 2 983,-33-1-560,25 3 0,-4 3-915,-1 2 0,-3 2 0,-22 0 0,-5 1 164,30 1 0,0 1 0,-4-1 0,-9-1 0,-4-1 0,-1 0 0,-7 1 0,-1-1 0,2 0 0,16-2 0,1-2 0,-2 1 82,3-2 0,-4 0 0,-1-1 0,4 0-82,-11 0 0,2 0 0,1 0 3,0 0 1,0 0 0,-3-1 324,9 0 0,-3 0 0,1-1 0,9-1-492,-13 0 0,1-2 324,-10 1 1,-9 0-1,10 0 168,15 0 0,1 0 0,-7 0 0,-7 0 0,10 0 269,14 1 0,4-2-269,-20-2 0,0-1 0,20 4 0,2-2 0,1-5 0,1-1 491,7 8 1,-2-1-1,-13-7 1,5 0 491,8 6-492,-14-2 1,-1 0 429,16-2-430,-22 6 1,-1-1 491,10-11-739,-14 11 0,-1 1-244,4-6 0,23 3 0,-3 1 0,-14 1 0,1 0 0,-22-4 0,14 4 0,0 2 0,-11-1 0,8 0 0,-2 0 49,29 0 0,0 0-49,-30 0 0,2 0 0,-18 0 0,44 0 0,-2 0 0,-25 0 0,-3 0 0,16 0 0,0 0 0,-15 0 0,2 0 0,24 0 0,4 0 0,-45-8 0,10 7 0,33-7 0,3 1 0,-7 5 848,-2-6-848,44 8 367,24 0-367,31 0 0,15 0 0,12-5 0,4-2 0,17-3 9,-27 3 1,-2 0-10,24 1 0,-6 6 0,-18 0 0,2 0 0,-9 0 0,0 0 0,5 0 0,-4 0 983,11 0-908,-21 0 0,-28 0 1,-8 0-1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1:48:54.59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0 143 24575,'42'9'0,"32"6"0,-6-14-492,8 8 0,6-1 0,-12-7 0,2 0 164,-8 2 0,5 0 0,0 0 0,1-3 0,1 0 0,0 0 0,4 0 0,1 0 0,2 0 0,4 0 0,3 0 0,0 0 0,1 0 0,2 0 0,0 0 160,3 0 0,0 0 1,0 0 167,-1 0 0,0 0 0,-5 0 0,15 0 0,-1 0-328,-17 0 0,2 0 0,-5 0-164,6 0 0,-3 0 239,9 0 0,2 0 253,-24 0 0,1 0 0,-7 0 0,-8 0 0,0 0 0,13 0 0,8 0 0,-7 0 0,-13 0 0,0 0 0,16 0 0,8 0 0,-9 0 0,-14 0 0,-1 0 0,13-3 0,6 0 0,-6 0 0,-13 2 0,-2 0 0,19-7 0,3 0 0,6 2 0,-4 1 366,-22 0 1,1 1-367,28-2 0,0 3 0,-25 2 0,1 2 491,36-1 1,3 0-289,-21 0 0,2 0-203,-13 0 0,4 0 0,-5 0 0,5-1 0,0 2 35,2 4 1,5 2-1,-3-1-35,11-3 0,1-1 0,-12 3 0,4 2 0,-5-1 84,10-1 0,-5-1-84,-6-3 0,-1 0 0,5 3 0,-1 0 0,-11-3 0,2-2 0,29 1 0,0 0 0,-34 0 0,0 0 0,23-3 0,-2-1 0,13 2 0,-13-2 0,3 1 0,-20 2 0,2 2 0,24 2 0,0 2 0,-21-1 0,-2 1 0,2 0 0,0 0 0,-1 3 0,5 0 0,4-6 0,7-2 0,-5 0-492,2 4 0,0 0 451,-5-4 1,4 0 0,-6 0 40,-3 4 0,-4 0 66,2-3 0,0 0-66,0 3 0,1 0 0,4 1 0,0-2 0,-4-2 0,1 0 0,9 8 0,-1-1 0,-8-6 0,-1-2 0,5 4 0,-1 0 0,-4-3 0,-2-2 0,-4 1 0,0 0 0,-1 0 0,-1 0 491,-4 1 1,-1-2-155,0-2 0,0-1-337,-5 3 0,0 0 0,4-3 0,0 0 0,-3 4 0,-1 0 0,0 0 0,0 0 0,-2 0 0,1 0 0,6 0 0,-2 0 983,24 0-888,10 0 888,-52 0 0,-9 0 0,-5-4 0,-14 3 0,4-3-798,-9 4-185,-82 0 0,-17 0-328,27 0 0,-10 0 0,0 0-164,-20 1 0,-9-2 295,23-1 0,-12-2 1,-5-1-1,1 1 0,8 0-49,6 3 0,5 0 0,0 0 0,-6 0 82,5-2 0,-5 0 0,-3-1 0,-1 0 0,3 1 0,5 1-82,-13 1 0,5 2 0,1-1 0,0 0 0,0-2 0,1 0 0,-2-1 0,0 1 0,-5 1 0,-2 1 0,-1-1 0,2 0 0,4-1 0,0 0 0,0-1 0,0 1 0,-2 2 0,0 0 0,0 1 0,1-2 0,3-1 0,2 0 0,-1-1 0,1 1 34,-1 1 1,0 1 0,1-1 0,2 0-117,-16-1 0,3-2 0,2 1 161,6 3 1,2 0-1,4 0 167,-15 0 0,4 0 0,-1 0 0,3 0 439,16 0 1,3 0-440,5 0 0,2 0 0,-5 0 0,5 0 983,-5 0-492,14-3 1,1-1 491,-10 2-887,5-5 1,-4-1 394,13 3 1,-1 0-1,-17-4 1,-2 0-149,7 0 0,-1 0-343,-6 0 0,0 0 0,-1 3 0,-1 2 0,-9-1 0,0 2 0,8 2 0,3 2 0,16-1 0,-1 0 491,-15 0 1,0 0-6,13 0 1,2 0-487,1 0 0,-4 0 0,-22 0 0,-1 0 0,18-1 0,1 2 0,-4 1 0,-3 2 0,-21 1 0,5 0 0,0 4 0,26-2 0,-4 1 0,-4-3 0,2 0 0,18 0 0,-2-1 0,-17 0 0,-8-1 0,7-1-381,12-2 0,1 0 381,-24 0 0,0 0 0,26 0 0,0 0-473,-21-4 0,-2-1 473,16 1 0,2-2 491,-7-2 1,3 0-103,-19 0-389,24-3 0,0-1 0,-29 1 0,29 2 0,1 0 978,-15-5-978,19 13 0,-7-11 0,-22 10 0,24-4 0,-35 6 0,40 0 0,-7 0 983,9 0 0,11 0 0,8 4 0,7-4-426,9 7-557,-1-7 0,-2 7 0,10-6 0,-7 3 0,8-4 0,31 23 0,13-11 0,52 28-492,-26-29 0,7-3 0,13 9 0,7 1 164,-16-10 0,3-1 0,0-1 0,-6 1 0,-1 0 0,2-1 0,17 1 0,3-1 0,-5-1 189,11-4 1,-2 0 138,-26 2 0,2 1 0,-1-2 0,25-1 0,-4-2-417,-24 1 1,-3 0 416,9 0 0,-7 0 0,-8 0 0,-21 0 983,-30 3-29,-76-2-954,8 2 0,-24-2 0,-8-2 470,27 1 1,0 0-471,-26 4 0,-2 1 0,15-4 0,1 0 0,-8 2 0,4 2 0,18-1 0,1-2-218,-15-1 1,-1 0 217,16 2 0,0 1 0,-11-4 0,1 0-451,10 0 1,5 0 450,-16 0 0,38-4 0,21 4 983,17-4-88,21-6 88,40 0-449,18-10-534,-24 14 0,4 3 225,-5-1 1,-2 1-226,35 3 0,-26 0 0,-3 0 0,12-7 0,3 5 0,-48-4 0,-37 6 0,-64-8 0,-18 6-492,16-2 0,-3 0 217,11 3 1,0 2 274,-15-1 0,3 0 0,21 0 0,2 0 0,-3 0 0,2 0 0,-26 0 591,31 0-591,5 0 0,30 0 0,-1 0 0,8 0 0,-20 0 983,-3 0-683,-17 0 1,-4 0-301,-9 0 0,6 0 0,0 0 0,-6 0 0,-9-7 0,-1 5 0,10-4 0,14 6 0,18 0 0,15 0 0,7 0 0,3 3 0,-3 1 0,5 3 0,-5 0 0,19 6 0,23-1 0,60 16-487,-31-18 0,4-1 487,7 5 0,3-2-492,5-6 0,2-2 0,7 5 0,1-1 0,2-7 0,2 0 164,-21 2 0,2 0 0,0 0 0,1-3 0,0 0 0,-2 0-73,24 0 0,3 0 401,-11 0 0,4 0 0,-5 0 0,9 0 0,-2 0 0,-15-1 0,3 1 0,-5 1-492,14 3 0,-5 0 188,2-3 0,-1 0 94,-10 3 0,-1 0 210,1-3 0,-3-2 0,-14 1 0,-1 0 0,6 0 0,-6 0 0,8 0 983,31 7-671,-24 3-312,-8-1 0,-7 3 0,-1 0 0,1-8 0,15 12 0,5 1 0,-28-15 0,2 0 327,10 8 1,7 3 0,-4-1-21,-2-6 1,1 0-586,13 3 1,7 2-1,-7-3 278,-9-2 0,-3-2 0,28 5 0,2-1 0,-4-7 0,-4 0 0,-22 3 0,0-1 0,25-2 0,-2-2-244,-31 1 1,1 0 243,35 5 0,2-1 0,-28-2 0,-1-1 0,24 3 0,-2 1-285,-36-5 1,-3 0 284,13 0 0,-1 0 0,20-6 491,-25 3 1,-5-2-376,-18-2 867,32-6 0,-42 11 0,16-5 0,15 7-46,-28 0-937,70 0 0,-51 0 0,44-6 0,-29 4 50,9-1 0,4 0-50,-25 3 0,0 0 0,24-3 0,0-1-227,19 3 227,-18-6 0,-4 2 0,3 1-984,25 2 492,-25-6 0,-1 0-88,23 6 88,-43-1 0,0-1 457,45 4 35,-45 0 0,0 0 0,43 0 0,-8 0 0,3 0-245,-33 0 0,0 0 245,33 0 0,-3 0 0,-3 0-621,-2 0 621,-30 4 0,-3 0 983,10-2-492,-5 2 1,-2 0-360,-9-4 851,47 0-880,-36 0-103,15 0 0,-20 0 0,0 0 819,23 0-819,14 4 0,2 1-492,-40-1 0,0 1 470,17 1 1,10 1-1,-8-1 22,-13-1 0,0 0 0,10-2 0,7 1 0,-10-2-495,24-2 495,-27-3 0,-7 0 0,-19-2 0,-7-4 983,-16 5-847,-7-3 847,-41-10 0,-36 10-854,5-6 1,-5 1-125,3 10 0,-10 2-5,3 0 0,-13 0 0,-2 0 0,6 1-328,2-1 0,4 1 0,-8 0 131,6 1 0,-9 0 1,-3 0-1,1 0 0,8 0-131,-16-2 0,6 0 0,-6 0 131,19 0 0,-5 0 1,-3 0-1,1 0 0,4 0-49,-5-2 0,3 0 0,1-1 0,-5 0 49,3 1 0,-4 0 1,-1 0-1,1 0 0,2-2-49,-8 0 0,3-2 0,0 1 0,0-1 0,-3 1 0,0-1 0,0 1 0,1 0 0,3 1 0,2 1 0,-1 1 0,1-1 0,0 0 0,0 1 0,0-1 0,1 2 0,3 0 0,1 1 0,0 1 0,2-1 0,3 0 0,2 0 0,-1 0 0,1 0 0,0 0 0,0 0 0,0 0 0,2 0-82,-16 0 0,2 0 0,0 0 0,-5 0 0,1 0 0,5 0 819,-5 0 1,3 0-428,19-3 0,-3 0 0,5 0-64,-6 2 0,4 0 491,4-4 1,1 1-1,-1 4 1,6 0 30,-13 0-522,-9 0 983,22 0 0,-15 7 0,44-5-492,-19 2 1,-2-1 491,6-3-492,-21 0 1,-3 0 491,0 0-666,-5 0 1,1 0-318,4 6 0,22-5 0,1-1 983,-20 6 0,26-6 0,-24 0-469,40 0-514,-20 0 0,-3 0 0,-1 0-492,-28-3 0,-3-3 461,7-2-297,18 2 0,-12-1 0,2 1-164,-25-3 0,1 0 191,4-1 0,-3 1 301,10 5 0,-4 1 0,10-1 0,19 0 0,1 1-328,-8 2 0,-7 2 0,4-1-100,-5 0 0,5 0 211,8 0 1,2 0 216,-3 0 0,9 0 767,19 0-767,-7 0 983,26-3 0,13 2 0,7-15 0,-26 9 0,13-6 0,-26 8-944,17 5-39,-4 0 0,-13 0 0,-29 0 0,16 0 0,-3-3 0,-4-1-478,-38 2 478,34-6 0,-1 1 0,-30 5 0,19-5 0,44 7 0,-6 0 0,18 0 0,2 0 478,3 0-478,-3 0 0,-7 4 0,1 0 0,-20 6 0,18-2 0,-13-2 0,17 1 0,3-7 0,1 7 0,34-15 0,34-7 0,27-5 0,-14 4 0,8-2 0,15-4 0,4 1-328,-24 6 0,1 1 0,0 0 0,-4-1 0,-1-1 0,-3 2-164,19 0 0,-9 2 45,-1-2 447,13 6 0,-2 4-492,-21 7 0,2 2 460,-12-1 1,3 1-461,29 7 0,3 3 0,-10-1 0,0 0 0,5 1 0,4 0 467,-8-2 1,4 0 0,-7-1 24,-5-2 0,1 0 0,13 0 0,8 0 0,-9-1 0,-12-3 0,-1-2 0,7 0 0,6-1 0,-8-1 0,-11-1 0,-2-2 0,18 1 0,5 0 0,-21 0 0,2 0 0,-3 0 0,8 0 0,2 0 0,-5 0 0,5 0 0,2 0 0,8 0 0,3 0 0,-4 0 0,-18 0 0,-2 0 0,4 0 0,22 0 0,5 0 0,0 0-328,1 0 0,-1 0 0,-6 0 0,-22 0 0,-4 0 0,6 0 199,16 0 0,11 0 1,-1 0-1,-11 0 129,12 0 0,-5 0-328,-11 0 0,3 0 0,0 0 0,0 0 0,1 0 0,-8 0-164,1 0 0,0 0 517,-3 0 0,5 0 0,-2 0-25,23 0 0,-7 0 285,-26 0 1,1 0-286,7 0 0,7 0 0,-12 0 0,28 0 0,-30 0 0,9 0 0,-7 0 366,-15 0 0,1 0-366,26 0 0,12-1 0,-8 2 0,-13 3 0,2 0 0,-7-1 0,10-1 0,0 1 0,-8 1 0,12 5 0,-3 0 0,-3-5 0,6-1 0,-7 1 0,-4 4 0,1 0 0,3-4 0,6-1 0,-5 1 491,6 6 1,-2-1-165,-11-5 1,4 0 0,-4-1-215,20 2 1,-8-2 377,-27-3 1,-2 0-95,16 0 1,-4 0 585,-2 0-671,-14-4 671,-18 3 0,4-9 0,-12 9 0,7-5 0,-5 6 0,-14 0-619,34 0-364,-23 0 0,19 3 0,15 5 0,-28-3 0,23 5 0,-26-9 0,-14 2 0,1-3 0,-10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1:49:02.57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627 180 24575,'80'-22'0,"-11"0"-492,-19 16 0,3 2 0,7-4 0,3 0 0,15 3 0,4 0 0,12-4 0,1 1 0,-5 6 0,1 2 192,-25-3 0,2-1 1,0 2 299,3 1 0,1 2 0,0-1 0,4 0 0,0-1 0,1 2 0,2 2 0,1 0 0,0 0 0,-1-3 0,1 0 0,-1 2 0,2 3 0,0 2 0,-4-1 0,11-5 0,0 0 0,-12 1 0,4 1 0,-2 1 0,17 1 0,-2-1 0,0-3 0,3 0 0,-13 2 0,3 0 0,-11 0 0,-17-3 0,0 0-328,17-3 0,9 0 0,-10 0 207,-17 2 1,-1 0 120,12-7 0,8-3 0,-8 3 0,-11 6 0,-3 0 0,19-10 0,3-1 0,0 8 0,-3 0 0,-18-3 0,1-1 0,17 4 0,3 0 0,0-4 0,-3 2 0,-18 5 0,0 2 0,21-5 0,-2 1 0,23 4 0,-8 4 0,3 1 0,-28 0 0,0 0 0,33 4 0,1 0 0,-31-3 0,-3-2 0,2 0 0,1 0 0,4-4 0,3 0 0,-7 0 0,5 0 0,-4 0 0,7 0 0,-1 0 0,25 0 0,-3 0 0,-34 0 0,-4 0 0,-3 0 0,0 0 0,4-1 0,0 2 0,-4 2 0,1 1 110,3-3 1,2 0-111,-1 3 0,1 0 0,-1-4 0,0 0 0,-4 0 0,-1 0 0,4 0 0,0 0 0,-5 0 0,2 0 0,3 0 0,2 0 0,5 0 0,-1 0 0,-8 0 0,-1 0 0,14-1 0,-1 2 0,-13 2 0,1 1 0,13 1 0,1 0 129,-4 0 0,0 0-129,5 3 0,0 0 0,0-3 0,1 0 0,4 4 0,0 0 0,1 1 0,2-1-14,9 0 1,0 1 13,-9-1 0,0 0 0,8 1 0,0-1-174,-9-4 0,-1 0 174,6 3 0,0 0 0,0-2 0,0-1 0,0 0 0,0 0 0,-5-1 0,-1 0 0,0 1 0,-1-2 0,-15-2 0,-1 0-96,10 4 1,-3-2 95,13-3 983,-5 0-750,-40 0 750,-20 0 0,0-3 0,-5 2 0,-4-2 0,-32 3 0,-54 0-1475,32 0 0,-7 0 164,-16 0 0,-9 0 0,2 0-164,-11 0 0,-8 0 295,22 1 0,-12 1 1,-5 0-1,1 0 0,5 0-49,1 1 0,4 0 0,-1 0 0,-5 0 49,-7 1 0,-6 0 1,-3 0-1,3 1 0,5-1-49,2-1 0,5 0 0,1 0 0,-1-1 0,-3 1 0,1 0 0,-2-1 0,-2 0 49,9-2 0,-3 0 1,-1 0-1,1 0 0,1 0-49,-10 0 0,3 0 0,-2 0 0,-2 0 49,5 0 0,-3 0 1,-1 0-1,1 0 0,4 0-49,-7 0 0,3 0 0,2 0 0,-2 0 0,-1-2 0,-1-1 0,-1 0 0,-2 1 49,8 1 0,-3 1 1,-1 0-1,0 0 0,4-1 0,9-1 0,3 0 1,1 0-1,-1 0 0,-1 0 0,-8 2 0,-2 0 1,0 0-1,2 0 0,4 0 41,-3 0 0,2 0 1,4 0-1,4 0 400,-2 2 0,4 1 1,-4 0-245,1-1 0,-5 1 0,1-1 0,8 2 0,-16 5 0,1 1 0,-2-3 0,-8-1 0,6 1 491,-5 3 1,4-1-370,23-5 1,-1-1 0,5 1 368,-3 4 1,0-1-1,-23-6 1,-1-1-279,26 8 0,-1-1-213,-26-5 0,0-1 0,31 6 0,1 0 0,-21-7 0,5 1 0,6 11 0,-7-11 0,-6 0 0,17 6 0,1 1 0,-1-7 0,1 0 0,5 3 0,1 0 0,-1-3 0,2-2 0,-25-5 0,-7 2 0,-1-3 0,44 0 0,2-1 0,-23-1 0,-5 0 0,-14-9 0,1 0 491,21 7 1,-1-1-165,2-2 1,-4-3 0,4 3 85,-4 4 0,0 0-446,-2-4 1,-5-3-1,3 2 33,-6 3 0,-1 1 0,11 1 0,-2-1 0,2 2 266,-12-1 1,5 4-267,19 4 0,2 1 435,-9-3 1,6 0-436,3 4 983,1-6-344,23 5 344,-1-5 0,8 6 0,17 0 0,99 0 0,-37-6-492,22 1 1,7 0-663,-27-2 1,2-2 170,9 0 0,7 0 0,0 0-328,-5 2 0,1 0 0,2 0 0,12 0 0,3 1 0,-2 0 0,-8 2 0,0 1 0,-2 2 158,-1 2 0,-1 2 0,1 1 170,7 2 0,0 1 0,2 0 0,5 1 0,2-1 0,1 1-328,2 1 0,0 2 0,2-2 0,7-1 0,1-1 0,-5-2 0,-23 0 0,-3-2 0,2 1 115,19-1 1,5 0 0,-5 0 212,-14 0 0,-4 0 0,0 0 0,-2 0 0,-1 0 0,5 1 0,-3 0 0,5 1 0,3 1 0,0-1 0,11 3 0,2 0 0,2 0 0,1-1-197,-15-2 0,0 0 1,2 0-1,-1-1 0,0 1 0,-2 0 0,1 0 1,-1 0-1,0-1 0,0 0-49,18 0 0,1-2 0,-4 0 0,-9 0-3,11-2 1,0 0 2,-10 0 0,10 0 0,1 0 0,-13 0-138,6 0 0,-1 0 384,-9 0 0,11 0 0,-1 1 0,-11-2 0,10-3 0,-1-1 0,-10 4 0,10 1 0,0 0 0,-10-1 276,12-3 0,-4 0-276,-10 3 0,4 1 0,0 1 0,-3-1 0,-1 0 0,-4 0 288,8 0 1,3 0-289,-10 0 0,9 0 0,-1 0 0,-8 0 0,10 0 0,-3 0 0,-6 0 0,5 0 0,-7 0 0,-1 0 0,1 0 0,0-3 0,7 0 0,-5 0 491,8 2 1,-1-1-254,-9-2 1,2-3 0,-5 1 252,-2 2 1,-5-1-55,-9-3 0,2-1-437,34 0 0,1-1 0,-33 2 0,-1 0 0,34 1 0,-1 3 0,-33 0 0,-3 1 0,10 2 0,3 2 0,-3-1 0,5 0-22,2 0 1,5 0 0,-5 0 21,6 0 0,-2 0 0,-6 0 0,2 0 0,-6 0 0,-9 0 0,-2 0 0,16-4 0,-1-1 0,26-3 983,-6-5 0,-33 0-735,-1 8-248,-10-1 0,8 6 0,5 0 0,-7 0 0,0 0 0,1 0 0,1 0 0,17 0 0,-6 0 0,-16 0 0,12-3 983,-44 2 0,-13-5-845,-76-10-138,-20 9-368,16 2 0,-5 3 368,1 5 0,-4 4 0,7 3 0,-5 3 0,2-1 0,7 0 0,1-2 0,-1 1 0,-13-1 0,-2 1 0,4-2 0,12-2 0,4-1 0,1-2 0,-24-3 0,3-2 0,-2 1 0,0 0 0,0 0 0,4 0 0,21 0 0,6 0 983,-29 0 0,51 0-593,34 0-390,36-3 0,-17 2 0,27-2 983,-35 3 0,4 0-625,-71-11-358,-38 0-492,18 0 0,-9 0 164,20 7 0,-2 1 0,-2 0 0,-8-1 0,-2 1 0,-2 1 0,-13 1 0,-3 2 0,0-1 0,3 0 0,1 0 0,-2 0 82,18 0 0,-1 0 0,0 0 0,1 0-82,-17 2 0,0 1 0,-5 1 131,24 0 0,-5 1 1,-2-1-1,0 1 0,4-1-49,-11 0 0,2-1 0,1 0 0,-4 1 49,7 1 0,-2 2 1,-1-1-1,1 0 0,3-1-49,-8-1 0,3-2 0,3 0 0,3 2-82,-4 2 0,4 0 0,-3 1 82,8-2 0,-2 1 0,-1-1 0,5 0-82,-6 1 0,3 1 0,-4-1 305,4 0 0,-4-1 0,-1 1 1,5-2 99,-4 0 0,4 0 0,-2 0-77,-17 2 0,-1 0 0,10 0 491,16-1 1,0 0-318,-12-1 0,-8-1 0,10 1-174,20 0 0,1 0 0,-21-4 0,-10 0 0,10 0 0,20-1 0,1 2 0,-11 1 0,-8 1 0,5 0 0,-1-2 0,6 0 491,9 4 1,1-1-157,-11-3 1,7-2-336,16 1 0,-15 0 0,-2 0 0,7 0 0,-11 0 0,0 0 0,8 0 0,-8 0 0,0 0 0,11 0 983,-21 0 0,-7 0 0,38 0-673,-41 0 181,40 0 1,1 0 491,-12 0-492,11 0 1,1 0 491,1 0 0,-32 0-323,24 0-660,-24 0 0,32 0 0,-11 0 0,4-4 0,-2-1 0,-28 3 16,23-5 1,2-1-17,-12 7 0,21-6 0,-16 7 762,37 0-762,-7 0 66,20 0-66,11 0 782,-2 3-782,3 1 0,-4 3 0,3-3 0,1 2 0,-2-2 0,7 6 0,-1 1 0,16 1 0,25 8 0,36 3 0,15 1-492,-11-2 0,4-1 0,-16-10 0,0 0 399,15 7 1,3-1-400,-6-7 0,-4-1 462,-20-1 1,-3 0-124,4 0 1,-5-1 152,-5 1 0,1 3 0,-28-3 983,18 3 0,-23-3 0,-7-4-792,-27-4 170,-3-4-361,-24 3 0,-23-4 0,13 5 0,-34 0 0,18-7 0,8 5-466,15-1 0,-1-1 466,-27 4 0,-18 0 0,43 0 0,14 0 0,38 0 0,0 0 0,-4 16 0,0-12 932,-8 14-932,4-17 0,-29 8 0,-5-1 0,-5-1 0,8 3 0,30-9 0,10 2 0,75-3 0,-22 0 0,7 0-328,7 0 0,8 0 0,0 0-164,25 0 0,1 0 164,-23 0 0,2 0 0,-1 0 0,-6 0 0,0 0 0,-1 0 0,-2 0 0,0 0 0,0 0 0,6 0 0,0 0 0,-2 0-164,25-5 0,-2 1 0,1 4 0,-2-2 0,-9-6 0,-4-1 198,-13 8 0,-5 0 294,23-7 0,13 8 0,-31 0-57,7 0 57,13 0 0,-60 0 983,59 7 0,-65-5 0,65 5 0,-59-7 0,29 0 0,0 0 0,-13 0 0,26 6-492,-14-5 1,-1-1-523,21 6 31,-9-6 0,0 0 0,8 6-492,-3-5 0,1 0 134,16 6 358,-26-10 0,-2 0 0,9 1 0,-18-3 0,8-1 0,31 5-602,-21-5 602,-19 6 0,1 0 0,21 0 0,10 7 0,2-5 0,11 12 0,-43-12 0,0-2 0,35 7 0,5-7 0,-40 0 0,-3 0 0,10 0 617,18 0-617,-31-6 0,36 4 0,-13-4 227,6 9 1,1 2-228,-1-3 0,-16 6 0,4-1 0,0-6 0,-4 0 0,15 11 0,-18-11 0,-3-1-111,-4 6 111,20-6 635,-32 0-635,18 0 0,-36-4 0,48 3 0,-22-3 0,35 4 0,-21 0 0,-5 0 0,3 0 182,38 0-182,-33 0 0,1 0 0,1 0 0,-6 0 0,3-4 58,-4 1 0,-7-2-58,-29 0 0,14-5 0,-30 6 0,3 0 0,-2 1 735,11-1-735,-10 3 0,1-3 0,-34-2 0,-18 5 0,-4-5 0,-43 6-492,-4 4 0,-9 1 0,9-4 0,-6 1 246,21 1 0,-7 2 0,-2 1 0,6-2-82,0 0 0,4-1 0,-1 1 0,-13 3 0,-1 0 0,5-1-164,-7 0 0,1-1 219,13-1 1,-4-2 0,1 1-56,9 0 0,2 1 0,-5-2 82,2-1 0,-4 0 0,-1-1 0,4 1-82,-4 2 0,2 0 0,-3 0 321,6-2 1,-5-1-1,0-1 1,3 1 6,-12 0 0,3 0 0,1 0 0,2 0 0,0 0 0,-3 0 0,5-2 0,-4-1 0,1 1 0,11 0 0,-5 1 0,1-1-328,-20-3 0,-10-2 0,12 1-110,23 1 1,2 0 437,-19-1 0,-11-1 0,11-1 356,13 0 1,2-2-357,-8 3 0,-6 1 0,8-1 428,18 2 1,1 0-429,-36-4 0,5 1 0,18 6 0,-5-3 0,3 2 0,23 3 491,4 0 1,-2 0 491,-20 0-241,12 0-742,-2 3 0,-1 2 0,1-3 983,-31 11 0,31-11-198,-34 11 198,24-11 0,-11 6 0,50-8-208,-4 0-491,12 0-284,-7 0 0,-26 0 0,28-4 0,-21 0 0,0-1 521,12 0-521,-51-10 0,62 14 0,-14-6 0,27 7 0,3 0 0,33 11 0,4-2 0,51 10 0,-24-14 0,2-2-492,0 4 0,5 1 164,5-7 0,6-1 0,-2 0-164,14 4 0,2 0 164,-13-3 0,5-2 0,-3 1 168,23 0 1,-3 0-333,2 0 0,0 0 164,-29 0 0,1 0 0,-1 0-164,30 0 0,0 0 164,-29 0 0,-1 0 0,0 0 67,26 0 1,-5 0-232,-24 0 0,-2 0 361,11 0 0,-1 0 622,-20 0 1,-2 0-1,0 0 1,3 0-363,21 4 0,-4 0-129,-7-2 0,10 10 0,-1 1 0,-12-9 0,2 4 0,0 0 983,-4-8 0,13 0-552,18 0-431,-38 0 0,-3 0 0,6 0 491,10 0 1,-2 0-101,28 0-391,-16 0 0,-1 0 0,3 0 0,-26 0 0,5 0 0,20 0 0,2 0 0,-15 0 0,-1 0 0,21 0 0,-4 0 0,19 0 0,0 0 0,0 0 0,-13 0 0,3 0 0,-25 0 0,1 0 0,29 0 0,0 0 0,-24 0 0,-5 0 0,-6-1 0,-1 2 0,4 2 0,-2 1 0,29-2 0,-18 6 0,-2-1 0,-1-4 491,-10 2 1,-2-2 481,-3-10-198,-14 6-775,40-13 0,-48 12 0,29-9 0,21 2 0,-28-3 0,0 7 0,0 1 0,2-8-49,12 7 0,4 0 49,20-10 0,-19 7 0,-1-1 0,26-7 0,-9 1 0,-7 1 0,2 1 0,-19 3 0,0 1 0,19-2 0,0 2 0,-15 1 0,-3 0 0,-7 3 0,0 0 0,14 1 0,2-2 0,0-2 0,0 0-492,1 7 0,1 0 24,6-3 0,5 0 140,-6 1 0,4-1 0,-3 2-164,9 1 0,0-1 300,-10-3 1,5-2-1,-8 2 192,-2 4 0,-4 0 0,7-3 0,1 0-492,-5 3 0,1 2 280,9-1 0,-1 0 212,-13 0 0,-2 0 0,0 0 0,-3 0 646,34 0-646,-4-7 0,-39 1 983,-2-6-414,-37 7 414,-8-1 0,-2 2 0,-12-9 0,5 4 0,-23-18-895,10 13-88,-8-7 0,2 4 0,14 8 0,-10-4 0,12 9 0,-3-3 0,-12-1 0,-21-10 0,-6 2 0,-35-6 0,-6 15-492,24-1 0,-5 0 0,-9 3 0,-4 0 383,-8-1 1,-3 1 108,-3 0 0,-2 2 0,0 2 0,3 2 0,23-1 0,2 0 0,-11 0 0,3 0-379,24 0 0,3 0 379,-39 0 0,10 0 0,58 0 0,-6 0 0,20-3 983,0 2 0,38-10-6,-14 6-977,53-17 0,4 0 0,-9-1 0,2 0 0,-19 9 0,2 0-492,27-11 0,1 3 125,-22 12 0,1 2 367,32-2 0,1 2 0,-25 3 0,1 2 0,34 5 0,-1 4 0,-32 4 0,-2-1 0,8-3 0,1 1 0,-8 5 0,-6 0 0,5-5 0,-13 2 0,-25-4 0,-24-8 0,-40-1 0,14 0 0,-59 14 0,48-3-474,-35 4 1,-11 1 473,25-4 0,-3-1 0,-17 0 0,-10-1 0,3 0-492,-5 0 0,-4-1 246,18-2 0,-8-1 0,-2 0 0,5 0-82,-5-2 0,4 0 0,-6 0 82,-3 0 0,-6 0 0,-1 0 0,2 0 0,9 0 0,3 0 0,-2 0 0,-5 0 82,9 0 0,-6-1 0,-2 1 0,-1 0 0,2 0 0,4 1-33,-1 0 0,3 1 1,1 1-1,-1-1 0,-2-1 0,-13 0 0,-4-1 1,0-1-1,1 2 0,6 0-49,-4 3 0,4 1 0,4 1 0,1-2-82,-11 0 0,4-1 0,0 1 0,-6 3 0,1 0 0,6 0 359,-1-2 1,5 1-32,-2-1 0,8-2 0,-9-3 0,16 0 983,46 3 0,19-2 0,-3 2 0,6-3 0,-11 4 0,1-3 0,-30 10 0,5-10 0,-17 11 0,9-10 0,-10 10 0,-2-11 0,-11 13-336,27-13-647,-31 6 0,18 0 0,-6-5 0,-13 11 0,26-11 0,6 7 0,-10-8 0,38 2 0,-37-3 0,19 0 0,-35 0 0,-12 0-984,-16 0 867,36 0 0,-3 0 117,-1 0 0,2 0 0,15 3 0,0 0 0,-17 1 0,2 1 0,-27 11 0,44-9 0,-2 1 0,-5 0 0,0 1-137,5-1 1,2-1 136,-33 7 0,9-5 0,4-1-984,16-2 516,-32-1 0,-6-1 468,1-4 0,14 0 0,-8 0 0,-1-4 0,-3-1-328,23-2 0,-2 0 0,0 0-164,-34 1 0,2-1 279,12-6 1,1 1-130,-1 5 0,3 3 342,11-1 0,2 1 0,2-1 0,1 1 0,4 3 0,7 2 0,1-1 162,-38 0-162,38 0 0,-33 7 983,54-5-374,-44 11 374,47-7 0,-58 17-382,53-11-601,-22 4 0,-3 0 0,12-3 0,-43 10 0,37-14 0,-1-2 983,-30 8-698,20-10 0,-5 0-777,-9 4 0,2-2 336,28-6 1,0 0 155,-23 4 0,0-1 0,-20-4 0,41 0 0,-14 0 0,51 0 0,3 3 0,41 13 519,13-2-519,45 17 0,-39-14 0,3-1 122,4-2 0,2-1-122,4 4 0,0-1 0,2-6 0,-3-3 0,20 3-511,21-3 511,-24 1 0,-7-6 0,-15 6 0,2-1 0,23-5 0,10 11 0,-30-8 0,-5-1 0,-6 4 0,31 5 0,-29-5 0,-13-1 0,4 0 983,-30-7-850,2 0 408,-5 0-541,11 0 0,9 0 0,33 0 0,5 0 0,-16 0 0,5 0-492,4 0 0,2 0 151,16 0 1,4 0-152,8 0 0,3 0 164,-25-2 0,0-2 0,1 1-38,29-2 1,0-1 365,-28 0 0,-1-1 0,-3 1 0,5 1 0,-1-1-492,21-6 0,-1-1 98,-19 6 1,-1 1 393,4-7 0,3-1 0,-8 7 0,2 1 0,-6 0 0,-8 1 0,1 1 0,20-2 0,11 0 0,-9 0 0,-15 1 0,1 0-328,23-2 0,12 0 0,-10 1-164,-19 1 0,0 0 366,21-2 0,11 0 0,-10 2 126,-15 4 0,-4 0 0,-7-4 0,4-2 0,-1 2-40,29 4 0,-4 0 40,-27-7 0,0 1 0,25 6 0,-2 0 197,-36-7 0,0 1-197,40 5 0,2 2 0,-33-4 0,0 1 0,2 2 0,6 2 0,-5-1 0,1 0 0,-2 0 0,3 0 0,6 0 0,4 0 0,8 0 0,-4 0-170,8 0 0,-1 0 170,-6 0 0,4 0 0,-8 0 0,-6-1 0,-4 2 0,24 3 0,-4 1 0,-39-4 0,0 0 491,50 4 1,-5-1 85,-30-4-577,-6 0 0,4 0 0,-5-4 0,-2-1 0,29-4 0,-24 5 0,2-2 0,-4-6 0,-4 1 0,28 7 0,-31-7 0,-1 0 983,19 9-961,13-3 961,-31 5-74,35 0 74,-67 0 0,46 0-396,-41 4-587,43 3 983,-37 3-871,10 0 290,4-5-402,-25-2 0,20-3 0,-11 0 0,-12 0 0,70 8 0,-43 0 0,24 1 0,6 0-984,9-2 939,-16 2 1,3-2 44,-15-6 0,-2 0 0,-3 6 0,-2 0 0,45-5 0,-30 4 0,-23-6 0,-18 0 0,-19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1:49:11.23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330 171 24575,'39'22'0,"-9"-7"0,-4-7 0,26-7-984,-6 3 0,14-4 492,-6 4 0,3 1-492,40-3 492,-10 2 0,2 0 0,-31-3 0,-1-2 0,26 1 0,2 0 0,-16 0 0,1 0 457,-4 0 0,4 0 1,-4 0 34,10 0 0,1 0 0,-11 0 0,3 0 0,-2 0 0,15 0 0,-2 0 0,-5 0 0,2 0 0,26 0 0,-6 0 0,-8 0 0,10 0 0,2 0 0,-2 0-328,-32 0 0,9 0 0,-6 0 106,-8 0 1,-1 0 221,23 0 0,5 0 0,10 5 0,-4-1 0,-25-2 0,0-1 0,22 3 0,-1 1 0,-31-5 0,-2 0 0,23 0 0,1 0-382,-21 0 1,1 0 381,19 0 0,-2 0 0,18 0 0,-18 0 0,2 0 0,-19 0 0,-1 0 0,21 0 0,-1 0 0,-21 0 0,-2 0 0,-3 0 0,0 0 0,5 0 0,1 0 0,-1 0 0,0 0 0,3 0 0,5 0 327,2 0 1,6 0 0,-4 0 163,10 0 1,1 0-165,-4 0 1,4 0 0,-6 0-225,-1 0 0,-5 0-103,6 0 0,1 0 0,-6-1 0,0 2 0,0 2 0,0 2-138,0 0 0,0 0 138,6-1 0,-1 2 0,-4 2 0,1 0 0,8-7 0,1 0 0,-4 7 0,0 0 0,-1-6 0,1-2 0,-1 4 0,-1 0 0,-5-3 0,0-2 0,0-2 0,0-2 0,0 4 0,0 0 219,-5-3 0,0 0-219,9 4 0,0 0 0,-8 0 0,0 0 0,14 1 0,2-2 0,-5-3 0,-1 0 0,0 3 0,1 0 0,9-3 0,0 0 0,-8 3 0,0 2 0,9-1 0,0 0 0,-4-4 0,-2-1-269,1 4 1,0 0 268,-5-3 0,-1 0 0,5 3 0,0 2 0,-5-1 0,1 0 0,10 0 0,0 0 0,-3-1 0,-1 2 0,4 3 0,0 0 0,-4-3 0,-2 0 0,-4 3 0,-1 0 0,1-3 0,-3-2 491,-13 1 1,-3 0-260,37 0-232,-39 0 0,-3 0 0,16 0 0,-18 0 0,-1 0 983,22 0-274,0 0-709,-12 0 0,2 0 509,23 0-509,-22 0 0,-4 0 0,-17 0 983,-4 0-19,-36-3-80,3-1-884,-14-12 0,-1 6 0,-6-7 983,-6 9-827,-1 0-156,-6 3 0,-11 1 0,14 4 0,-22 0 0,1 0 0,8 0 0,-51 0 0,-7 0-492,34-3 0,-4-2 178,-10 1 0,-2-2-178,0-2 0,-1-2 0,-5 1 0,-4-1 164,18 4 0,-3-1 0,0 1 0,-5 2 0,0 1 0,3-1-164,-15-4 0,-1 0 224,11 4 0,-5 1 1,3-1 267,10 1 0,1 0 0,1 0-328,2 0 0,0 0 0,-4 0 0,-23-1 0,-6 1 0,5 1 217,21 1 1,3 0 0,1 0 110,0-2 0,0 0 0,-3 0 0,-14 2 0,-2 1 0,11 1 0,18 3 0,4-1-20,-28-2 0,-2 0 20,9 6 0,4 2 0,19-4 0,-2-1 0,-13 2 0,-7 0 0,8 1 0,16 1 0,2 0 0,-30 1 0,2 0 0,-9 6 0,9-6 0,-4 0 0,26-1 0,-1 1 0,-23 0 0,0-1 0,-17 1 0,13 0 0,-2-2 0,23-5 0,0-1 0,-25 3 0,2 1 0,31-5 0,3 0 983,-45 0-865,0 0-118,23 0 0,-2 0 491,21 0 1,0 0-474,-20 0 1,0 0-19,-22 0 491,44 0 1,-1 0-78,1 0 0,-4 0-414,-39-4 0,-3-1-118,30 0 0,-1 0 118,-28-1 0,2 1 0,34 0 0,3 2 0,-4 2 0,-5 2 0,1-1 0,-4 0 0,2 0-492,-12 0 0,-1 0 270,7-2 1,-4-2 0,4 2 221,-10 1 0,2-1 0,-1-1 0,-2-2 0,-6 0 0,-5 2 0,10 2 0,-5 0 0,6 0 0,-11-3 0,2 0 0,12 3 0,-4 1 0,8 1 0,4-1 0,5 0 491,3 0 1,0 0-436,-4 0 0,1 0-56,8 0 0,0 0 0,-4 0 0,1 0 0,4 0 0,1 0 0,1 0 0,-3 0 0,-29 0 0,-1 0 0,23-4 0,1 0 0,-20 3 0,3 0 0,29-3 0,4 1 0,-45 3 336,0 0-336,11 0 983,22 0-435,16 0 435,0 0 0,6 0 0,-3 0-20,-1 0-211,22 0-752,-45 0 0,24 0 0,-6 0 0,-1 0 0,-6 0 0,-34 0 0,-3 0 0,34 0 0,4 0 0,4 0 0,24 0 0,-19 0 0,44 0 0,5 0 0,27 0 0,3-6 0,54 5 0,10 1 0,-2-6-328,-19 5 0,14 1 0,-6 1-164,0-1 0,-4 0 0,2 0 0,5 0 318,-3 0 1,7 1 0,-3-2 173,-11-2 0,-2 0 0,5 0-246,1 2 0,6 0 0,1 1 0,-5-1-82,4-2 0,-4 0 0,5 0 82,-1 2 0,6 1 0,1 1 0,-3-1-82,12 0 0,-2 1 0,0-2 82,-23-1 0,1 0 0,0 0 0,3 0 0,11 1 0,4 1 0,-1 0 0,-4-2-82,8-3 0,-3-2 0,-2 2 0,-2 3 0,-1 3 0,2-3 82,-14-2 0,1-1 0,0 0 0,-3 1 33,9 2 0,-3 2 0,-2-1 213,-4-1 0,-1-2 0,2 1 61,21 0 1,4 0-1,-13 0-61,-24 2 0,-1 0 0,21-2 0,10-1 0,-10 2 0,-20 1 0,-2 2 462,32-1 1,5 0-463,-1 0 0,-4 0 0,-27 0 0,3 0 0,9 0 0,8 0 0,-10 0 0,-14 0 0,-4 0 0,21 0 0,-2 0 983,18 0-492,-23 0 1,1 0-235,-20 0 1,0 0-258,26 0 0,-2 0 0,21 0 0,-11 0 0,3 0 0,-29 0 0,0 0 0,24 0 0,-1 0 0,-25 0 0,-4 0 983,42 0-492,-40 0 1,0 0-67,41 0-425,-25 0 0,-1 0 0,13 0 0,-29 0 0,-3 0 0,6 0 0,-5-1 0,4 2 0,26 5 0,-17-2 0,-1 1 0,18 10 0,-34-6 0,4-1 474,20 1 0,0 0-474,-25-4 0,-2 0 0,12 2 0,-9-2 983,-24-4-8,-21 3 8,-52-11-529,-16-2-454,-12 0 0,-17 0-246,14 2 0,-10 0 0,-2 0 0,3 1-82,-10-2 0,3 0 0,-10 1 164,25 3 0,-8 0 0,-4 1 0,0 0 0,3 0 0,7 0-82,-4 0 0,7 0 0,0 1 0,-7 1 82,5 2 0,-7 2 0,-2 0 0,-1 1 0,2 1 0,4-1-82,-16 1 0,5 0 0,0 2 0,-4 0 49,5 0 0,-3 1 1,-1 1-1,1 1 0,4-1-49,-7 1 0,3 1 0,1-1 0,0 1 0,-1 0 0,0 0 0,0-1 0,-1 0 0,1-1 0,-1-1 0,1 0 0,1 0 0,3 2 0,1 1 0,1-1 0,-1-1 0,-3-4 0,-1-3 0,2 0 0,6 3 148,0 3 1,4 3-1,-2-4 98,5-4 0,-4-3 0,1-1 0,3 1 217,-6 3 0,4 0 1,-3-1-218,8-1 0,-3-1 0,0-1 0,1 1 0,-16 0 0,1 0 0,4 0 327,15 0 1,3 0 0,1 0 88,-25 0 0,4 0 75,15 0 1,5 0-1,8 0 1,2 0-1,2 1 1,3-2 491,-21-5-903,-7-3-80,0-6 0,-3-8 491,29 14 1,-2-1-1,3-2 1,1 0-192,7 6 1,-2 2 190,-5 0 1,0 1 92,-34-5-584,0 6 0,28-2 0,1 0 0,-10 4 0,-1 0 0,-3 0-226,-20 0 226,5 1 0,-1-2 0,35-2 0,2-1 0,-15 3 0,-1 0 0,-1-3 0,5 1-128,-10 3 128,-4 0 0,5 0 0,24 0 983,-38 0-764,59 0 496,-2-3-715,12 2 983,9-2-204,102 3-779,-6 0-492,9 0 0,11 0 164,-40 0 0,0 0 0,7 0 124,16 0 1,11 1 0,3-1 0,-2-1-43,-1-1 0,-2-1 0,2 0 0,3 1 49,-9 1 0,3 1 1,1 0-1,-1 0 0,-2-1 0,-6-1 0,-1 1 1,-1-2-1,-2 1 0,-1 0-49,11 0 0,-5-1 0,3 1 0,6 0 82,-8 1 0,6 1 0,4 0 0,0-1 0,-1 1 0,-5-1-33,0 0 0,-3-1 1,-2 0-1,1 0 0,4 0 33,0 0 0,3 0 0,2 1 0,0-1 0,-1 1 0,-3-1-33,6 2 0,-1 0 1,-1 0-1,-3 0 0,0-2 0,-10-1 0,-1-1 1,-2 0-1,1 0 0,2 0 0,7 1 0,3 1 1,0 0-1,-2 0 0,-2-1-49,6 1 0,-3-1 0,-1 0 0,-1 0 0,-1-2 0,-1 0 0,0 0 0,3 1 49,-10 1 0,3 0 1,1 1-1,-1 0 0,-2 0 195,10-1 1,-2 0 0,-1 0 0,3 0 116,-11-1 1,3 0-1,0 0 1,-3 0-1,-6 1-115,12 2 0,-6 1 0,2-1 0,-7-1 0,4-1 0,-1 0 0,-3 1 0,6 2 0,-4 0 0,5 0 0,-1 0 0,7 0 0,-1 0 0,-5 0 289,3 0 1,-4 0 0,4 0-290,-7 2 0,4 0 0,0 1 0,-4 0 0,8 0 0,-4 1 0,0 0 0,0 0 0,0 0 0,2 0 0,11 2 0,3 1 0,-12-2 0,-14-3 0,-2-2 327,13 3 1,9 0 0,-11 1 2,-20-1 1,-2 1 160,27-3 1,1-1-1,-13 4 1,-6 0 111,27-4-603,-3 0 0,-3 0 983,-6 0-492,-28 0 1,-2 0 281,14 0-773,13 0 0,-26-4 983,11 3 0,-48-3 0,25-3 0,-19 5 0,21-4 0,-11 6 0,3 0 0,41 7-861,-22-5-122,33 6 0,-50-8 0,0 0 0,-16 0 0,-14 0 0,4 0 0,-54 0 0,8 6 0,-51 1 0,-3 8-984,-6 1 492,13-7 0,-6 0 0,14 0 0,-3 0 164,3-5 0,-5-1 0,-4 0 0,-15 3 0,-5 0 0,-2 0 82,18-3 0,-1 0 0,-1 0 0,-1 0 0,-3 0 0,0-1 0,0 1 0,0 1 0,4 0 0,1 1 0,-1 0 0,-1-1 0,-9 0 0,-3-2 0,1 1 0,2 0 0,10 0 0,3-1 0,-2 1 0,-2 0 49,2 1 0,-4 0 1,-1 0-1,1 0 0,4-1-49,-7 1 0,4-2 0,1 1 0,-1 0 0,-4 0 0,-2-1 0,2 1 0,5 1-82,-5 1 0,6 1 0,-5 0 160,7-3 1,-3-1 0,0 1 0,4 0 182,-4 3 0,3 1 0,-3 0-15,-1-2 0,-6 0 0,1 0 0,5 1 0,0 0 0,5 1 0,-4-1 0,2-2 0,-5-1 0,2-1 0,9 1 491,-6 1 1,-2 0-458,5-3 1,-11-2 0,-1 1 0,11 0-35,-4 0 0,0 0 0,2 0 0,-12 0 0,1 0 0,11 0 0,-3 0 0,2 0 0,7 0 0,-8 0 0,-1 0 0,11 0 0,-7 0 0,1 0 0,-14 0 0,-8 0 0,9 0 491,16 0 1,4 0-160,-22 0 1,-2 0-333,5-1 0,5 2 0,25 2 0,0 1 0,-25-3 0,2 0 0,33 7 0,-1-1 0,-31-6 0,-1 0 0,23 6 0,0 1 0,-24-7 0,1-1 0,26 4 0,2 0 491,-2-4 1,-1 0-122,2 4 0,-5 0-370,-8-4 0,-7 0 0,4 2 491,-2 5 1,-1 1-289,4-6 0,-6-3 0,6 2-203,-5 7 0,3 1 0,-7-8 0,-2 0 0,-5 2 0,-1 2 0,-2 0 0,-6-2 2,9-2 1,-5 0 0,4 0-3,23 1 0,2 2 0,-2-2 0,-16-1 0,-3-2 0,6 1 0,1 0 0,5 0 88,3 0 0,0 0-88,1 0 0,-2 0 0,-22 4 0,3 1 0,35-4 0,1 0 60,-25 3 0,7 1-60,19 0 0,-6-3 0,32 7 983,13-9-153,15 3 153,41 4 0,17-5-492,9 4 1,7 1-100,-15-6 1,2-1-385,26 4 1,3-1-9,-11-3 0,1 0-492,17 0 0,0 0 108,-16 0 1,2 0 383,-8 0 0,3 0 0,-2 0 0,21 0 0,-3 0 0,0 0 0,0 0 0,-23 0 0,0 1 0,-8-2 0,35-6-492,-12 6 0,-2 1 460,1-7 32,0 6 0,0 2 0,3-1 0,6 3 0,3 3 0,-40-2 0,-2 1 0,20 3 0,4 2-492,15 4 0,-5 0 216,-30-5 1,0 0 275,25 4 0,4 1 0,0 0 0,-3-1 0,-22-7 0,2 0 0,28 7 0,-1-1 0,-30-10 0,-1-2 0,32 4 0,0 0 0,-34-4 0,-1 0 212,29 0 1,-4 0-213,5-8 0,-27 7 0,27-7 0,-16 1 983,-2 5 0,20-6 0,-57 8-801,16 0 801,-30 0-33,1 0 33,-11-3-706,21 2-277,-8-2 0,58 3-984,10 0 878,-29 0 1,4 0-387,17-1 0,0 2 141,-17 3 0,1 0 351,1-3 0,6-1 0,-5 1 0,0 3 0,-1-1 0,17-5 0,-3-3 0,17-3 0,-13-8 0,-37 5 0,-6 4 0,-27 3 0,6 0 983,1 3-876,6-3 876,-5 4-175,13 0-808,-16 3 0,37-2 0,-35 2 0,25-3 0,-30 0 0,10 0 0,-5 0 0,16 0 0,14 0 0,1 0 0,40 0-380,-36 0 0,-1 0 380,39 6-492,-14-6 0,-5 1-281,-11 10 773,9-6 0,-2 0 0,-21 2 0,40 7 0,-61-9 0,3 2 692,-12-3-692,-6-1 983,-9-2-141,-45-5-842,4 3 0,-58-13-984,-3 12 662,37-5 1,-4-1 321,-12 6 0,-3 2 0,-3-4 0,-4 0 0,20 3 0,-2 1 0,0 1-492,-25 2 0,0 2 0,-5 0 0,-4 1 164,20 0 0,-4 1 0,2-1 0,11-2 0,2-1 0,-5 1 82,1 0 0,-5 2 0,-1-1 0,4-2-82,-9-1 0,3-2 0,-2 0 0,-11 3 0,0 1 0,4-2 0,23-1 0,4-1 0,-3-1 0,-17 1 0,-3 0 0,4 0 37,-16 0 1,0 0 427,14 0 1,-5 0 0,5 0-138,-8 0 0,-1 0 265,13 1 0,-4-1 0,10-1-265,19-2 0,-1-1 0,-18 1 0,-10 0 0,4-2 0,-9-4 0,3 0 0,-11 3 0,1 1 0,16-3 0,2 0 0,-13 2 0,4 1 0,33 1 0,-3-1 0,-25-1 0,-12-1 0,11 1 0,18 1 0,2 0 0,1 2 0,-6 0 0,0-2 0,-6-3 0,-1-2 0,4 2 390,-5 6 1,-2-1-391,-1-5 0,-7-3 0,8 3 0,6 7 0,1 0 0,2-4 0,-5-2 0,5 2 423,-5 3 0,2 1-423,-17-3 0,-1-1 0,14 5 0,6 0 0,-25 0 266,38 0 0,2 0-266,-14 0 0,-24 0 0,34 0 983,-28 6-93,59-5-890,-60 5 0,50-6 0,-49 0 983,59 0 0,-8 0 0,17 0 0,-15 0 0,21 0-74,-12 0-909,27 0 0,59 3 0,-29-2 0,27 4 0,14 1-492,16-5 0,4 0 0,0 3 0,4 0 164,-10-3 0,5-2 0,1 1 0,2 0 0,0 0 0,0 0 0,-2 0 0,-1 0 0,4 0 82,-12 0 0,3 0 0,0 0 0,-6 0-82,1 0 0,-4 0 0,1 0 0,16 0 0,3 0 0,-4 0 0,-16 0 0,-3 0 0,4 0 82,-2 0 0,5 0 0,-1 0 0,-6 0-82,-2 0 0,-6 1 0,4-2 0,19-2 0,3 0 0,-5 0-164,5 2 0,-4 0 274,6-4 0,1 1-6,-25 3 1,2 1 0,-9 1 223,24-1 0,8 0 0,-1 0 0,-14 0 0,-9-1 0,7 2 0,-2 3 0,-1 1 0,-14-5 0,4 2 0,11 3 0,9 2 0,-7-1 0,-8-5 0,-2 0 0,21 3 0,-3 1 0,-31-5 0,0 0 0,31 0 0,0 0 0,-28 0 0,2 0 0,36 0 0,1 0 0,-39-1 0,-1 2 0,11 3 0,7 0 0,3-4 0,6 0 0,-4 2 491,11 6 1,1 0-165,-2-6 1,7-3 0,-8 2-273,0 3 1,-5 0-56,6-3 0,0-2 0,-7 1 0,4 0 0,2 0 0,7 0 0,-5 0 491,7 0 1,0 0-165,-6 0 1,4 0 0,-8 0-293,-11 0 1,-5 0 455,11 0 1,-2 0-194,-20 1 1,-4-2 684,32-2-715,-41 2 715,-46-2-118,-59 6-865,-24 6 0,11-6 0,-9-1-140,6 4 0,-6 0 0,3 0 140,-19-5 0,-5 0-246,23 2 0,-8 2 0,-3 1 0,3-2 0,7 0 0,0-2 0,0 1 0,-1 0 0,-7 2 0,0 0 0,-3 1 0,-1-1 184,8-1 1,-4 0 0,0 0 0,1 0 0,4 1-185,-2 2 0,3 1 0,2 0 0,-3-1 0,-8-1 0,-2 0 0,0-1 0,4 1 35,-14 4 0,4 0 1,1 0 210,1-2 0,1-1 0,0-2 0,2-1 0,2 0 0,-1 0 0,-1 2 0,0 1 0,6-2-492,-9-4 0,3 0 444,19 2 0,-3 0 0,5 0 48,-11-3 0,3 0 0,5 0 0,-2 0 0,-20 0 0,5 0 983,-5-7-767,26 6 0,2 0 767,-7-12 0,-16 11 0,37-9-307,-27 10-676,-13-13 491,45 9 1,-2 0-105,-20-4 1,2 0-388,-12 0 491,17 0 1,-1 1-353,-16 6 1,22-2 0,0 0-140,-27 4 240,32 0-240,8 0 983,32 0 0,-20 0 0,22 0-623,-7 0 402,9 0-762,-18-5 0,-13 3 0,-21-10 0,-32 3-492,46 1 0,-2 0 255,-9 2 1,-1 2 236,0 0 0,1 0 0,9 1 0,3 0 0,-26 1 0,31-4 0,27 6 0,5 0 0,1 0 983,2 0-509,-5 0-474,5 0 0,-6 0 0,6 0 0,-32 0 0,23 0 0,-71 0 0,56 0 0,-18-4 0,0 0 0,15 3 0,-23-7 0,0 8 0,32 0 0,-25 0 0,43 0 0,4 0 0,51 11 0,23-1 0,-11-4 0,13 1 0,-2 0 0,20 3 0,4-2-328,-10-3 0,5-2 0,-4-1-164,14 3 0,-4-1 0,-5-3 0,-1-2 0,-7 1 0,1 0 0,11 1 0,1-2 112,-12-3 1,-1 0-113,7 3 0,-2 0 330,-14-3 0,-5 0-229,-17 3 1,1 2 390,25 2 0,3 2 0,-11 0 0,1 1 302,-4 0 0,5 1 1,-6-1-303,1 0 0,0-1 0,30 0 0,-6-1 983,-14-4-885,4 0 0,-2 0-98,-7 0 482,-4 0 1,0 0-483,4-7 0,7 2 0,1 0-984,8-4 976,-21 3 0,10-1 0,-8 3 8,-15 2 0,-1 1 203,38-3 0,1-1-203,-36 5 0,0 0 0,10 0 0,7 0 0,-4 0 0,8 0 0,0 0 0,21 0 0,3 0 0,-1 0 0,-7 0 0,-33 0 0,-2 0 0,17 1 0,1-2 0,-10-3 0,-6 0 956,4 2-956,-13-2 0,3 0 0,-1 3 0,-2 2-396,14-1 396,17-1 0,3 2 0,-8 5 0,-7-6 0,-1 2 0,8 11 0,-3-12 0,1-1 0,15 14 0,-30-13 0,-2-1 983,12 7 0,-43-7 0,20 0-255,-33 0-728,-7 0 0,-82 0 0,7 0-328,1-1 0,-15 1 0,7 1-164,10 2 0,0 1 164,-19 0 0,-10-1 0,6 1-164,5 1 0,0 0 164,7 1 0,-6 1 0,-1-2 0,-8-3 0,-2-3 0,-1 2 0,1 2 0,-1 0 0,-2 0 82,12-3 0,-3 0 0,0 0 0,7 0-82,4 0 0,4 0 0,-3 0 0,-21-2 0,-6-2 0,4 0 119,19 1 0,3-1 0,-5 0 209,5 1 0,-4 0 0,-2 1 0,1-2 0,1 0 0,0-2 0,1 1 0,2 2 0,-14 1 0,2 2 0,4-1 0,11-2 0,3 0 0,4 0-258,-12 3 0,8 0 258,-26 0 983,14 0 0,31 0 0,5 0 0,27 0 0,1 0 0,-11-5 0,-13 3 0,-41-4 0,27 2-492,-2 4 1,-1-1 491,0-3-915,-11 4 1,-3 0-69,-9 0 0,-9 1 0,-3-2-492,45-2 0,0-1 199,-20 3 0,-10 1 1,9-1-200,16-2 0,0-1 164,-19 1 0,-10 0 0,11 0 201,20 2 1,3 0-302,-28-4 0,0 1 428,24 4 0,5 0 620,-21 0-620,18 0 0,3 0 0,7 4 983,-4-3-268,25 3 268,2-4 0,6 0 0,3 0-361,1 0-457,2 0-165,-2 0 0,-1 3 0,-42-2 0,29 2 0,-34-3 0,26 0 0,8 0 0,-6 3 0,19-2 0,0 2 0,1-3 0,2 3 0,-2-2 0,36 2 0,11-3 0,45 0 0,-9-1 0,4 2 0,-16 3 0,2 0-328,6-3 0,7-1 0,-5 1-164,0 2 0,0 1 141,21 1 0,2-2 351,-15-2 0,-1 1 0,5 2 0,2 0 0,9-4 0,1 0 0,-4 0 0,1 0 0,-19 0 0,3 0 0,-2 0 0,0 0 0,0-1 0,-4 2 0,18 2 0,0 1 0,-15-3 0,4-1 0,-4 1 0,17 2 0,-4 1 0,-4-4 0,1 0 0,19 1 0,-4-2-492,-38-3 0,-2 0 364,10 3 0,-2 0 128,18-11 0,-15 11 0,-16-3 0,31-4 0,-19 7 0,-15-3 0,3 0-344,47 4 344,-50 0 0,2 0 491,22 4 1,-1 1-42,11-3-450,-10 2 0,-1 0 0,-2 2 491,-18-6 1,-3 1-153,-8 5-339,-3-6 0,-23 0 0,-12-3 0,-1-1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1:49:49.0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0 194 24575,'26'3'0,"14"6"0,-6-2 0,27 0 0,-19-1 0,37 1 0,18-5-984,-13 5 492,4-2 0,0-2 383,2 0-219,-24-1 0,10 2 0,-6-2 119,-9-2 0,1 0 209,14 3 0,8 0 0,-7 0 0,-8-2 0,-2 0 0,27 4 0,6-1-328,-30-3 0,0-2 0,-3 1-164,9 4 0,1 0 348,-8-3 1,4-1 0,0 1 143,27 3 0,-3 0 0,-23-4 0,1 0-492,23 3 0,-2 1 447,-36-3 1,1 0 44,5 4 0,5 2 0,-3-2 0,2-4 0,1 0 0,-4 2 0,5 0 0,-6 0 0,2 1 0,-5 0 0,-2 1 0,1 0 0,7 4 0,4 0 0,25 0 0,1 1-271,-19-1 0,0 0 271,19 1 0,-1-1 0,-31-4 0,-3-1 383,-3 0 0,-2 0-383,-4 0 0,0-1 0,5-2 0,-2 0 0,42 6 0,-41-3 0,0 0 0,-4-3 0,0 0 0,5 2 0,1 1 0,4 0 0,1 0 0,0 1 0,2 0 0,2 0 0,4 0 22,-7 1 1,5 1 0,-4-3-23,7-2 0,0-1 0,19 3 0,-5 1 183,8-5-183,-13 0 0,-10 0 0,3 0 0,4 0 148,-24 0 1,1 0-149,34-4 0,0 0 0,-30 3 0,-3 0 0,1-2 0,0-2 0,1 1 0,-1 1-25,-5 2 1,0 0 24,4-6 0,0-2 0,40 0 0,-1-13 0,-25 8 0,0 0 0,-23 1 0,0 1 0,25 2 0,0 1 0,22-6 0,-44 10 0,1 1 0,46-5 0,-3 1 0,-3 1 0,-18 5 983,-2-5 0,-13 7 0,-11 0-597,0 0 597,-10 0-113,18-7 113,-31 6-927,14-6-56,-27 7 0,-3 0 0,-1 0 0,-3 0 0,9 0 0,-4 0 0,8 3 0,-6-2 0,0 2 0,-3-3 0,-46-16 0,-37-12 0,9 8 0,-7 1-492,-6-4 0,-5 1 0,-9 1 0,-9 4 376,17 9 0,-9 4 0,-2 0 0,6-1 116,-1-4 0,4-1 0,-9 2-197,2 6 0,-10 1 1,-4 2-1,3 0 0,8-2-49,14-1 0,5 0 0,1-1 0,-4 1 49,-2 2 0,-4 0 1,-2 0-1,1 0 0,2 0-49,-7 0 0,2 0 0,0 0 0,-5 0 49,-2 0 0,-4 0 1,-3 0-1,2 0 0,3 0 0,13 0 0,3 0 1,1 0-1,0 0 0,-4 0 0,-13 0 0,-3 0 1,-1 0-1,1 0 0,5 0-49,-4 0 0,4 0 0,2 0 0,-1 0 0,0 0 0,-1 0 0,2 0 0,5 0-82,-5 2 0,4 1 0,-2 0 82,11 0 0,-3 0 0,1 0 0,4 0-82,-3 0 0,3 0 0,-2 1 171,5 0 1,-4 1 0,0 0 0,2-1 156,-13 0 0,1 0 0,3-1 0,4 1 0,2 0 0,6-1 0,-3 2 0,4-1 491,-18 1 1,3-1-1,29-4 1,0 2-453,-25 6 1,3 0-40,-12-6 491,42 2 1,2 0 491,-4-4 0,0 0 0,-15 0 0,41 0 0,-50-7 0,47 1 0,-28-2 0,0-3 0,23 5-492,-14 1 1,-2 2 491,3-1 0,-33-2-942,30 5-41,1-3 0,-2 2 0,-12 7 0,11-4 0,3 0 0,10 8 0,-39 8 0,47-6 0,-35 9 0,64-10 0,-4-1 0,36 3 0,33 1 0,17 1-492,-18-4 0,7-2 0,19-3 0,2-1 455,-18 0 1,4 0 36,5-3 0,6-2 0,-5 1-492,2 0 0,2 0 164,9 0 0,9 0 0,-3 0 0,-22 0 0,-4 0 0,5 0 194,-6 0 1,4 0-1,0 0 1,-3 0 133,9 0 0,-4 0 0,1 0 0,6 0 0,2 0 0,-2 0 0,-8 0 0,-2 0 0,1 0-328,2-2 0,0-1 0,-1-1 0,-9 1 0,-1-1 0,0 0 321,4 1 1,0 0-1,-4-1 7,3-4 0,0 0 0,-2 7 0,5 1 0,-7 0 0,-11-4 0,1 1 0,18 2 0,12 2 0,-3-1-328,-8 0 0,-3 0 0,2 0 0,-1 0 0,0 0 0,3 0 294,21 3 0,3 0 1,-8 0 33,-10-2 0,-4 1 0,-12 2 0,3 3 0,1-2 0,1 0 0,2-2 0,-5 0 0,6 3 0,2-2 0,11 0 0,9-1 0,-12 0-32,-21-3 0,-2 0 32,41 0 0,-6 0 983,-24 0-693,10 0 0,0 0-290,-7 0 0,21-1 0,6 2-381,-48 2 0,2 1 381,18 2 0,10 1 0,-8 0 0,-9-2 0,0 2 230,9 5 0,7 2 0,-9-4-230,-17-8 0,-3 0 260,36 7 1,-3 0-261,3-9 373,7 0-373,-7 0 983,-45 0 0,32 0 0,-45 0 0,5 0 0,-25-3 0,-13 2 0,-45-13-601,-3-2-382,-38 2-492,35 3 0,-3 1 259,-1 8 1,-3 2 232,-10-4 0,-8 0 0,0 3 0,-6 2 0,1-1-328,8 0 0,2 0 0,-6 0 82,0 0 0,-5 0 0,-2-1 0,2 2-82,-20 2 0,2 1 0,2-2 56,15-1 0,2 0 0,-4 0 26,2 1 0,-5 1 0,-1-1 0,2 0 0,10-1 0,1-1 0,0-1 0,-4 1 49,0 0 0,-3 0 1,-2 0-1,-1 0 0,2 0 0,0 0 0,1 0 1,-1 0-1,1 0 0,-1 0 0,0 0 0,-1 0 1,1 0-1,1 0 0,4 0-49,-1 0 0,4 0 0,1 0 0,-4 0 0,-10 0 0,-2 0 0,-1 0 0,5 0-82,-9 0 0,3 0 0,-2 0 82,10 0 0,-4 0 0,0 0 0,5 0 42,-4 0 1,3 0 0,-2 0 203,11 0 0,-3 0 0,2 0 0,7 0 11,-11 0 0,0 0-11,10 0 0,-9 0 0,0 0 0,9 0 0,-12 1 0,0-2 0,10-2 0,-10-3 0,0 1 0,10 0 491,-10 3 1,1 0-462,10-2 0,-8-1 1,0 0-1,10 0-30,-7 1 0,1 1 0,-14 2 0,-10 1 0,12-1 0,22-3 0,3 0 0,-26 3 0,-3 2 0,9 3 0,6 1 983,-15 3-492,1 0 1,6 2 491,35-3-492,-2 1 1,4-1 491,15-1 0,-9 4 0,22-5 0,12 1 0,26 2 0,-5-3 0,16 2 0,-16-10 0,19-6-205,4 4-778,29-3 0,30 8-492,-36 0 0,5 0 0,23 0 0,5 0 330,-25 0 0,3 0 0,-3 0 162,15 0 0,1 0-328,-4 0 0,6 0 0,-5 0-164,17 0 0,-2 0 164,-26 0 0,1 0 0,1 0 226,9 0 1,3 0 0,-10 0-391,-11 0 0,-1 0 257,12 0 0,6 0 1,-8 0 234,-14 0 0,-1 0 0,18 0 0,10 0 0,-8 0 0,-14 0 0,2 0-328,20 0 0,12 0 0,-9 0-164,-9 0 0,-4 0 484,-7 0 0,3 0 1,1 0 7,2 0 0,0 0 0,-4 0 0,2 0 0,0 0 0,-3 0 0,6 0 0,-1 0 0,27 0 0,-3 0 0,-22 0 0,-1 0 174,19-1 0,-2 2-174,-27 3 0,0 0 0,28-3 0,3 0 0,-16 2 0,2 2 0,18-1 0,-2-1 0,-24-2 0,-4 0 0,-2 3 0,0 0 0,4-4 0,2 0 0,-3 0 0,4 0 0,5 0 0,8-1 0,-4 2 80,12 3 1,2 0-81,-4-3 0,7-1 0,-7 2 0,6 6 0,-4 1 0,-28-8 0,1-1 0,-1 1 0,27 3 0,4 0 0,-2-3 0,7-1 0,-6-1-328,-26 1 0,-5 0 0,5 0 328,26 0 0,6 0 0,-9 0 0,-9 1 0,0-2 0,6-1 0,8-2 0,-5 1 0,-25 2 0,-3 0 0,3 0 0,25-2 0,6 0 0,-8 0 356,7 2 1,-6 2-357,1-1 0,4 0 0,-9 0 0,7 0 0,-6 0 0,-22 0 0,-4 0 0,6 0 0,12 0 0,8 0 0,1 0 0,-7 0 0,-4 0 0,-6 0 0,4 0-328,16-1 0,4 1 0,-7 1 144,12 3 1,-10-1 183,-24-2 0,-7 0 983,20 7 0,-42-8 0,-9 0 0,-14 3 0,-13-2 0,-68-6-733,15-3 0,-6-3-398,-33 1 0,-7 0 148,-1-1 0,-2 3 0,25 3 0,-2 3 0,-1 0 0,2 1 0,-2 0 0,-2 3 0,-18 2 0,-4 3 0,2 0 0,14 0 0,3 0 0,-6 1-246,-3 2 0,-5 0 0,-2 1 0,6 0-82,-4 3 0,4 0 0,-4-1 82,5-4 0,-5-1 0,0-1 0,2 2 0,11 0 0,2 1 0,0 0 0,-1 0 119,-4-1 1,-1-1 0,-1-1 0,1 1 126,-1 0 0,1 0 0,-1 0 0,0 1 0,0 1 0,0 0 0,1 0 0,0-1 0,4-2 0,1-2 0,1 0 0,0 1-246,1 3 0,1 2 0,1-1 0,4-1-82,-8-1 0,3-1 0,3 0 0,6 0 0,2 0 0,3-1 280,-9 3 1,5-2 538,12-6 1,2 0-1,-1 3 1,2 0-240,-44-4 731,0-7 0,10-2 0,24-4 0,-27-10 0,22 1 0,-9-1-717,21 7 0,2 1-266,3 1 0,-15 1 0,-2 0 0,8 0 0,-12 7 0,-1 3 0,10-3 0,-10 5 0,1 2 0,11-1 0,-31 0 0,10 0 0,24 0 0,-34 0 0,39 0 0,-12 0 0,-4 0 166,-20 0-166,22 0 0,-10 0 0,8 0 0,12 0 0,1 0 0,-31 0 0,-7 0 0,-6 0 0,3 0-492,21 0 0,0 0 164,7 0 0,-4 1 0,-1-2 0,1-2 0,-1 0 0,4 0-164,-18 1 0,0 1 439,11-2 0,-3 0 0,6 0 53,1 3 0,1 0 0,2 0 0,-6 0 0,7 0-492,3 0 0,1 0 469,-31 2 0,0 3 23,23 4 0,7 1 0,-10 1 445,9 2 1,2-1-446,10-4 983,-9 1 0,16 1 0,30-9 0,-1 3 0,8-4 0,-3 0 0,2 0-556,-7 0-427,1 0 0,-9 0 0,-21 0 0,16-4 0,-47 3 0,50-3 0,-49-3 0,52 6 0,-17-6 0,-3 1 0,19 4 0,-15-5 0,-36-1 0,53 6 0,-46-6 0,69 8 0,3 0 0,26 0 0,28 0 0,-4-3 0,5-2-492,6 0 0,2 0 49,12-3 0,3-3-49,8-2 0,2-1 0,-4 4 0,3-1 376,-16-1 0,3-2 0,1 3-212,2 2 0,2 3 0,1-1 0,7-3 0,1 0 0,-1 0 0,-7 3 0,0 0 0,1 2 0,13 0 0,2 2 0,-3-1 0,-17-2 0,-4 0 0,3 1 0,9 3 0,3 2 0,-1 0 0,-5-3 0,1-1 0,-2 2 195,0 1 0,-1 1 0,1 1-137,6-2 0,1 1 0,-1 1 270,-3 1 0,0 2 0,0-1 0,4-3 0,1 1 0,-6 0 460,7 3 0,-2 1-460,-8-5 0,5-1 0,-6 2 491,12 3 1,-3 0-170,4-2 1,2-1-323,-18 1 0,2 2 0,-9-2 0,-12-1 0,-1-2 0,16-1 0,8-1 0,-9 0 0,-20-1 0,0-1 0,17-1 0,8 0 0,-10-1 0,24-9 0,-24 7 0,10-1 0,-8 1 0,-16 4 0,-2-1 0,28-7 0,4 1 0,0 10 0,-4 2 491,-22-3 1,1-1-342,30 4 1,7 0-151,0 0 0,-2 0 491,-13 4 1,2 0-398,-12-1 0,2 0 0,-4 1-94,5 5 0,1 0 0,0-2 0,7-1 0,-5 1 0,8 2 0,-1 0 0,-14-3 0,2 1 0,-1-2 0,26 1 0,-9-2 0,-34 0 0,-1-1 344,24-2 1,-3-2-345,2 1 0,-7 4 0,2 1 0,31-3 0,-21 2 0,2 1 256,-26-1 1,0-1-257,31-2 0,1 0 0,-30 3 0,-1 0 0,19-4 0,-3 0 983,2 0-615,-21 0 615,-6-4 0,-9-3-40,-9-2-943,3 2 983,14-4-242,2 10-741,-1-6 0,30 0 0,-53 5 0,53-5 0,-56 7 0,25 0 0,-30-3 0,3 2 0,-8-5 0,0 5 0,-23-17 0,-42-8 0,-28-10 0,21 10 0,-10 1 0,-16 7 0,-13 3 0,4 2 0,24 1 0,4 2 0,-5 1-246,0 3 0,-6 0 0,1 3 0,6 1-246,-24 6 0,6 3 0,7 1 0,-2 2 387,19-4 0,-1 0 0,-2 1 105,-3 2 0,0 1 0,-2 0 0,-8 0 0,-2 1 0,1-1 0,-3 0 0,0 1 0,5-1 0,-8 3 0,0 1 0,13-5 0,-4 0 0,5 1 0,-10 4 0,4 1-492,-5-5 0,-4 2 164,15 0 0,-3 1 0,8-3 173,13-7 1,1-2 154,-12 7 0,-8 3 0,8-3-492,12-7 0,1 0 377,-13 4 1,-9 2 0,10-2 114,16-3 0,-1-1 0,-18 4 0,-10 2 0,10-2 0,17-4 0,3 0 0,-23 7 0,-4 0 0,-4-8 0,5 1 0,-16 12 0,14-12 0,-2 0-404,14 11 0,3 0 404,-34-8 0,33 7 0,2 1 0,-12-4 0,7-3 0,-3-1 0,21-1 0,-1 0 0,-24-2 0,-2-2 0,16 1 0,2 0 0,2 0 0,-1 0 0,-8 0 0,-1 0 0,7 0 0,-3 0 0,-29 0 0,-2 0 491,25 0 1,0 0-386,-24 0 0,0 0-106,25 0 0,3 0 0,2 0 0,0 0 491,2 0 1,0 0-273,0 0 0,2 0-219,-32 0 0,-4 0 0,40 0 0,2 0 0,-19 0 983,-21 0-463,52 0-520,-29-7 983,34 5-898,-23-5 898,31 3-378,0 3 299,0-7-904,5 7 0,-3-7 0,12 7 0,0-7 0,30-22 0,0 12 0,18-23 0,5-2 0,2 5 0,17-25 0,-38 38 0,-17 11 0,-1 3 0,-6-3 0,-1 6 0,-12-7 0,7 7 0,-11-4 0,9 4 0,-9 4 0,-22-5 0,-1 1 0,-49-7 0,13 0-492,25 10 0,1 0 417,-13-2 75,-23 7-357,54 0 357,-65 0 0,42 0 0,-16 0 0,26 0 0,26 3 0,6-2 0,12 5 983,34 2-927,-7 0-56,22 4 0,10 0-492,5-4 0,4 1 378,8 4 0,8 0-214,-1-8 0,8-2 0,-4-1-164,14 3 0,0-2 164,-13-2 0,4-1 0,-2-1 199,-10 2 0,-2-1 0,1-1 129,4-1 0,1-1 0,0 0 0,3-1 0,1 1 0,1-2 0,4-1 0,0-1 0,-5 0 0,11-2 0,-1 0 0,-14 2 0,4 1 0,-4-1 0,-12-2 0,-2-1 0,0 1 0,28-1 0,3 0 0,-10 0 0,4 0 0,-4 0 0,-17 4 0,-4-1 0,0 2 0,4 0 0,0 2 0,3 0 0,20-1 0,4 1 0,-9 0 0,-12-1 0,0 0 0,18 3 0,10 1 0,-10-1-492,-16-3 0,-4 0 164,-8 4 0,4 0 0,-1 0 322,30 0 0,-4 0 6,-26 0 0,1 0 0,25 3 0,4 2 0,-30-2 0,1 0 0,-4 2 0,10 4 0,0 0 0,-4-5 0,4-1 0,-6 1 0,-4 4 0,1 0 0,6-6 0,6-3 0,-5 2 0,4 3 0,-1-1 0,-5-2 0,4-1 0,-6-1 0,-2 1 0,-5 0 0,-9 0 0,2 0 0,39 0 0,1 0-492,-36 0 0,-2 0 434,29 0 0,-3 0 1041,10 0-917,-47 0 917,0 0 0,-46 0 0,-65-6 0,2 4-492,0-1 1,-6-1-621,-7 4 0,-3 0 129,-5 0 0,-7 0-328,-5 3 0,-8 1 0,2-1 0,19-2 0,2-1 0,-5 1 82,-7 3 0,-7 1 0,-1 0 0,5 0-82,-2-1 0,4-1 0,-6 2 131,19-2 0,-6 1 1,-2 1-1,0-1 0,5 1 86,-7 0 0,4 0 0,1 1 0,-4-1 111,9-1 0,-2 1 0,-2-1 0,2 0 0,1 0 0,-13-1 0,3 0 0,-1-1 0,1 2 0,-2 0 0,1 1 0,-1 0 0,1-1-246,-1-2 0,1-2 0,-1 0 0,0 1 0,-1 1 0,-1 0 0,0 1 0,1-1 0,3-2 0,-1 0 0,2 0 0,3 0 44,-9 0 0,4 0 1,-3 0-45,12 0 0,-4 0 0,2 0 0,4 0-82,-5 0 0,4 0 0,-2 0 82,7 0 0,-2 0 0,0 0 0,4 0 243,-9 0 1,4 0-1,2 0 494,-26 0 1,9 0-13,31 0 1,4 0 11,-5 0 1,4 0 491,-8 0 0,-2 0 0,39 0 0,16 0 0,15 0 0,80-8-492,-28 6 1,10 1-777,27-1 0,15-1 0,-1 0 285,-15 0 0,-2 0 0,3 0 0,-12 1 0,1 0 0,1-1 0,-1-1 0,24-5 0,-1-1 0,-4-1 0,-18 4 0,-4 0 0,2-1-328,13-1 0,3-2 0,-2 2 0,-10 2 0,-2 0 0,0 1 0,-5 0 0,-1 0 0,1-2 0,-1-1 0,0-1 0,-1 1-164,26 3 0,-3-1 0,-7-6 0,-6 1 983,-17 7 1,-4 2 491,24-7 0,-52 3 0,-32 11 0,-29 3 0,-1 2 0,-38 5 0,-9-1-1038,21-4 0,-9-1 55,-3-3 0,-7-2 0,1-1 0,6 1 0,1 0 0,-6-1-246,-5-1 0,-6-1 0,-2-1 0,1 1 0,3 0 0,1 0 0,0 0 0,-1 0 0,-2 0 0,1 0 0,-3 0 0,-2 0 49,1 0 0,-5 0 1,0-1-1,1 1 0,6 1-49,4 1 0,6 0 0,-1 1 0,-4-1 49,-5-1 0,-4-1 1,-3 0-1,2 0 0,4 1-49,-2 1 0,2 0 0,2 1 0,1-1 0,2 0 0,1 1 0,0-1 0,0 0 0,1-2 0,-1 0 0,3 0 0,4 2-82,0 3 0,6 2 0,-1-2 28,-4-4 1,0-1-1,3 1 791,-9 7 1,7 0-1,12-7 1,10 0 491,9 6 0,33-7 0,46 0 0,37-8-492,-29 7 1,8 0-517,10-3 0,13-1 1,4 0-1,-6 2 25,-1 1 0,-3 2 0,7 0 0,10-2 0,8-1 0,2 0 0,-5 2 0,4 0 0,-4 1 0,0 1 0,2-1 0,0 0 0,1 0-246,-21 0 0,1 0 0,0 0 0,0 0-82,21 0 0,0 0 0,-6 0 0,-19 0 0,-3 0 0,0 0 159,9 0 1,0 0-1,-3 0 169,7 0 0,-4 0 0,-6 0 0,-4 0 0,-9-1 0,-12 2 0,-25 2 983,-19 1 0,-29 8 0,-49 17 0,-19-8-492,19 1 1,-5-1-1,8-10 1,-5-2-760,0 3 0,-7 1 1,1-1 267,10-4 0,1-2 0,-4 2 0,2 1 0,-3 1 0,-2 1 0,3-2 0,-14-1 0,1-2 0,0 2 0,-7 4 0,-1 2 0,1-1 0,5-3 0,2 0 0,0 1 0,0 2 0,-1 1 0,7-1 0,-8-2 0,4 0-492,-11 6 0,2 0 106,14-6 0,5 0 386,9 2 0,2 1 0,3-2 0,8-1 0,18 0 983,57 7-490,20-5-493,43 8 0,13 3 491,-38-15 1,3 1-190,13 7 0,5 0-302,8-6 0,5-1-328,-21 2 0,4 2 0,1-3 239,10-2 1,2-3 0,-2 2 88,-12 1 0,-2 1 0,4-1 0,-1-3 0,4-1 0,1 0 0,-3 0-328,15 1 0,-3 1 0,0-1 0,0-1 0,0-1 0,3-1 82,-9 0 0,5 0 0,-3-1 0,-9-1 166,13 0 1,-1-2-167,-13 1 0,10 0 0,-1 0 0,-9 0-246,6 0 0,1 0 478,-9 0 1,9 0-1,-1 0 1,-9 0 13,5 0 0,-1 0 0,-4 0 0,9 0 0,1 0 0,-11 0 0,1 0 0,-2 0 0,1 0 0,7 0 0,-4 0-54,15 0 1,-5 0 53,-12 0 0,-1 0 491,12 1 1,-6-2 188,9-4 303,-16 3 0,-10-10 0,12 10-974,-19-1 0,0 0 974,28 3-492,-8 0 1,6 0-97,-10 0 1,0 0-396,4 0 0,4 0-328,-8 0 0,5 0 0,-8 0 213,-11 0 0,1 0 115,17 0 0,10 0 0,-8 0 0,-14 0 0,1 0-328,19-3 0,10 0 0,-8 0-164,-15 2 0,1 0 164,18-2 0,12-1 0,-10 1 0,-13 3 0,-2 0 0,-5 0 0,3 0 0,2 0 245,2 0 1,1 0 0,-5 0 82,10 0 0,-1 0 0,-8 0 0,4 0 0,-1 0 0,-3 3 0,0 1 0,-5-1 389,8-2 0,-1 0-389,-10 2 0,5 0 0,-4 0 0,17-2 0,-5-2 184,-19 1 1,0 0-185,37 0 0,-2 0 0,-40 0 0,-3 0 475,17 0 1,1 0-476,1 0 0,-3 0 983,29 0-492,-33 1 1,-1-2 59,31-7-551,-25 6 0,12-5 845,-30 1-845,-1 5 0,31-13 983,-22 12-9,12-5 9,-34 3-261,-10 3-294,-12-7-428,0 8 0,-43-13 0,-19-4 0,-4 4 0,-3-2 0,-2 0 0,-26 3 0,14-1 0,-6 0-492,-2 3 0,-3 2 0,-17 2 0,1 1 128,18 1 1,-1 0 363,3 3 0,-5 1 0,1 1 0,8 1 0,1 2 0,1-1 0,2-2 0,0-1 0,-4 1 0,-28 4 0,-7 2 0,12 0 0,16-2 0,1 0-246,6 0 0,-9 0 0,0 1 0,9-2-246,-6 1 0,2 1 177,-6-1 1,-6 2-1,8-2-177,6 1 0,4-1 432,-5 0 0,4 0 60,-15 7 0,37-11 983,36 3 0,13-4 0,69 8 0,12-6-492,-16 2 1,10 0-820,0-1 0,8 0 0,-4-1-164,9-1 0,3 0 467,-17 1 1,8 0 0,0 0 0,-8-1-468,18 0 0,-5-2 161,14-2 0,-5-1 331,-27 3 0,-9 0 0,16-11 0,-28 8 0,-36-1 0,-10 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1:50:00.48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616 364 24575,'38'0'0,"20"0"0,15 8-492,-20-3 0,5 0 0,16 3 0,6 2 164,-8-1 0,4 0 0,1-1 0,1-3 0,1-2 0,0 1 0,-5 2 0,-2 0 0,3-2 0,16-2 0,2-3 0,-9 0-164,-14 1 0,2 0 294,-1 0 1,12 0 0,0 0 0,-10 0 197,5 1 0,1-2 0,-2 0 0,11-1 0,1-1 0,-10 0-492,10-2 0,1-1 246,-9 3 0,10 0 0,1 0 0,-10 1-162,16-3 1,-4 1 407,-10 4 0,6 0 0,-2 0 0,-2 0 0,-1 0 0,-4 0 0,12 0 0,3 0 0,-14 4 0,9 1 0,1 1 0,-11-2-492,15-2 0,0 1 275,-14 4 1,9 4-1,1 0 1,-11-3 216,16-1 0,-5-1 17,-13 3 1,2 1 0,1 0-18,-1 0 0,0 0 0,-4-1 0,6-2 0,-1-2 0,-10 2 0,3-1 0,-4 0 0,0-1 0,-1-2 0,-3-2 0,5-1 0,-3 1 0,11 3 0,2 0 0,-7-1 0,4 0 0,-5-1 0,4-1 0,2 0 0,10 5 0,9 1 0,-5-2 0,-24-3 0,-3-2 0,3 0 0,25 3 0,5 1 0,-8-1 0,-7-2 0,-3-2 0,-10-1 0,4-2 0,-6 1 0,6-2 0,-2 0 0,21-3 0,4-3 0,-30 0 0,0-3 0,-2 2 0,8 1 0,2-1 0,-3 0 0,6-2 0,-6 2 0,-1 3 0,1 0 0,12-1 0,8 0 0,-4 1 2,7 2 0,0 1-2,-3-3 0,5-2 0,-5 4 0,4 5 0,-5 1 0,0-7 0,6-1 0,-4 7 0,8 3 0,-5-2 0,-24-2 0,-4 0 0,4 1 0,24 1 0,5 1 0,-7 1 0,-5-1 0,-1 0 0,-7 0 0,5 0 0,-7 0 382,-4 0 1,0 0-383,2 0 0,6 0 0,-15 0 983,4 0 0,6 0 0,-67-4 0,-10 0 0,-41-34 0,16 18 0,-41-27 0,2 22-492,15 9 1,-6 1-360,-17-4 0,-6 2-132,-7 2 0,-7 1-328,8 4 0,-7 0 0,3 2 0,9 0 0,1 2 0,-3 0 0,-15 2 0,-5 0 0,-2 0 121,13 0 0,-3-1 0,-1 0 1,2 1-40,6 2 0,2 2 0,-1 0 0,-3 0 49,2-2 0,-4 0 1,-1 0-1,0 0 0,3 0-49,-12-1 0,3 1 0,-1-1 0,0 1 0,-3 1 0,0 1 0,-1 0 0,0-1 146,0-1 1,0-1-1,1 0 1,0 2 99,5 0 0,0 1 0,0 0 0,2 1 0,3-1 0,1 0 0,2 0 0,1 0 0,-15-1 0,3 0 0,2 3-328,6 2 0,1 3 0,2-1 94,8-2 1,2-1 0,1 3 233,5 2 0,1 3 0,1-2 0,-2-2 0,0 0 0,4-2 0,-4 1 0,-1-1 0,-24 0 0,-1-2 0,20-2 0,-2-2-107,4 1 0,-5 0 0,3 0 107,-12 0 0,-2 0 0,4 0 0,-5 0 0,8 0 0,6 1 0,-1-2 79,7 0 1,-10-2-1,0 0 1,8 1-80,-10 1 0,-1 0 0,12-2 0,-9 0 0,0 0 0,9 2 0,-10 5 0,-1 0 0,-12 0 0,-10-1 0,11 2 0,15 3 0,4 1 327,7-2 1,-3-1 0,2 0 163,-22 3 1,7 1-1,21-2 1,0 1-412,-25 0 0,4 0 903,4 0 0,7 2 0,44-10 0,15 7 0,16-5 0,21 7 0,20 1 0,41 4-492,-27-3 1,4 1-984,0-3 0,2-1 0,28 5 0,0-1 491,-26-3 0,-1-2 1,18-2 0,-3-2-73,-28 1 0,-5-2 73,38-3 0,-41 0 0,-23 0 0,-15-3 0,-32-9 0,-23-9 0,-38-1-227,30 5 0,-6 1 227,-32 5 0,-7 2-328,33 0 0,-1-1 0,-4 1 0,-20 1 0,-5 1 0,-2 2 82,22 1 0,-2 2 0,0 0 0,2-2-82,-21-2 0,2-1 0,-1 2 82,20 4 0,0 1 0,0 0 0,1-1-82,-18-2 0,2 0 0,0 0 0,4 2 0,2 2 0,-2-1 0,-1 0 0,0 0 0,0 0 0,0 0 0,0-1 0,3 2 151,14 1 0,3 1 0,3 0 177,-15 0 0,8 0 983,-14 11 0,70-9 0,7 2 0,43-13 0,-16 8 0,24-12 0,-29 9 0,-6-5 0,-70-14 0,16 5-492,-2 1 1,-5 0-1,3 5 1,2 2-110,-19-7-382,-21 4 0,42 4 0,15 6 0,8 0 0,17 0 0,6 4 0,25 14 0,-8-8 0,56 23 0,-40-22 0,23 1 0,6-1 0,3 1-492,19-6 0,8-2 208,-29-1 1,2 1 283,3-1 0,6 0 0,4-1 0,14-1 0,3-1 0,-3 1-328,-18 2 0,-4 1 0,3-2 0,21-1 0,5-2 0,-10 1-164,-9 0 0,-5 0 0,11 0 0,1 0 122,1 0 0,0 0 370,6 0 0,1 0 0,4 0 0,2 0-328,-30 0 0,0 0 0,1 0 0,1 0 0,0-1 0,-3 2-92,16 3 1,-1-1 167,-14-2 1,2-2 0,-3 3 251,12 6 0,-4 0 325,0-7 0,2 0-325,17 7 0,-8 1 453,-8-7-453,11 2 0,0 0 0,-22-4 0,16 0 0,1 0 0,-9 0 0,-19 0 0,5 0 0,9 5 0,-1-1 0,-14-3 0,2 0 0,17 4 0,6-1 0,18-4 0,-2 0 491,-31 4 1,0 0-279,34-4 1,-2 1-214,-35 3 0,-1 0 0,32-3 0,0-2 0,-29 1 0,-1 0 0,21-1 0,-5 2 983,6 6-133,-11-6-850,1 6 0,-17-7 0,2 0 0,25 0 0,10 0 983,-46 0-150,-27 0 150,-4 0-716,-7 0 716,-3 0 0,-85-8-949,25-1 0,-7-2-362,-9 1 0,-8 0 0,-1 0 0,2-1 0,0 1 0,-3 0 0,-8 0 0,-3 0 0,-3 1 82,7 2 0,-5 1 0,1 1 0,7 3-82,5 1 0,7 3 0,-4 0 0,-22-1 0,-3 1 0,20 5-656,12 15 0,8-3 0,44-11 0,12-1 1967,4 3 0,4-2 0,6 2 0,38 1 0,12 1-492,-7-7 1,1-1 491,15 7-492,-5-9 1,3-3-606,-15 4 1,1-2 113,33-4 0,7-2 0,-2 0 0,-1-1 0,-16 1 0,1-1 0,17-2 0,-3-1 0,-35 4 0,-1 1 0,44-1 0,-2 0 0,-45-3 0,0 2 0,16 4 0,10 3 0,-8-2 0,-12-2 0,1 0 0,15 2 0,8 1 0,-7 1 0,-10-1 0,-2 0 0,22-4 0,4 0 0,7 3 0,-4 0 0,-26-3 0,0 0-492,30 4 0,4 0 0,-4-4 0,-5-1 0,-24 4 0,-1 0 0,24-7 0,-5 0 59,1 7 433,-21-6 0,0-1 0,24-1 0,-29 4 0,-1 0 0,14-8 0,-18 11 0,3-5 0,1-1 0,7 6 91,-8-2 0,0 0-91,8-3 0,9 5 0,1-4 0,0 6 0,0-7 983,-1 6-579,1-6-404,0 7 0,-11 0 983,-13 0 0,8 0 0,-34 0 0,15 0 0,-31 0-566,2 0-404,1 0-13,0 6 0,0-1 0,-52-15 0,-22 1 0,-31-17 0,19 12 0,-8 2-490,-10 1 0,-8 2 490,26 1 0,-6 1 0,-3-1 0,2 2-246,6 2 0,-1 1 0,2 1 0,1 0-82,-15-2 0,1 1 0,1 1 0,1 4 0,0 2 0,4-1 214,-14-3 0,0 2 114,14 6 0,-4 2 0,2-1 0,13-5 0,2-1 0,4 2 0,-10 8 0,6 0 0,-26 2 0,45-7 0,21 1 0,13-8 820,12 5-820,26 9 0,28 6 0,40 12 0,0-15 0,4-2 373,-30-2 1,1-1-374,11-6 0,7-2 0,-7 0 0,-9 4 0,-3-2 0,17-6 0,3 0 0,2 3 0,1 0 0,1-4 0,-3 0 0,-17 0 0,-4 0 0,-6 0 0,-14 0 0,-35 0 0,-10 0 0,-42 3 0,-23 13 0,16-9 0,-7 0-492,-31 11 0,-7-1 89,2-5 1,-4-3 74,10 1 0,-5 0 0,1 0 224,9-3 0,1-1 0,0 0 104,-7 1 0,0 0 0,4-1 0,-10 4 0,1-1-328,20-2 0,-2-1 0,8 1 41,10 1 0,4 0 213,-19 1 1,7-1 73,12 0 983,14 1-510,29-8 510,11 2 0,36 4 0,7 1-674,10 0 1,7 0 59,-9-3 1,1-1-370,22 5 0,2-2 0,-8-5 0,-4-2 0,-14 4 0,1 0 0,19-3 0,2-2 0,-11 2 0,2-2-492,31-3 0,2 0 146,-27 3 1,1-1 345,-5-3 0,4-2 0,-6 2 0,-9 3 0,0 2 0,14-3 0,7-1 0,-6 2 0,-8 2 0,-1 0 0,12 0 0,6 0 0,-7 0 0,-16 0 0,0 0 0,10-2 0,7-2 0,-10 1 0,24 1 0,-11-2 0,-8 0 0,-29 4 0,16-3 0,-52-1 0,-15-8 983,-3 2-697,-12-7 697,-1 3 0,-9-2-923,-3-4-60,-31 4 0,5-4-454,-29 12 454,19 1 0,18 7 0,-9 0 0,30 6 0,-8-5 0,9 9 0,20-9 0,3 6 0,35 5 454,8 0-454,57 9 0,-18-14-483,-18-3 0,3 0 483,43 4 0,-29-7 0,-4 7 0,4 0 0,-11-2 0,1-1-492,26 4 0,3 1 0,-1-1 0,-4 0 89,-23-3 0,-5-1 403,19 3 0,-50-12 0,-23 4 0,-23-10 828,8 8-828,-16-4 983,-9 6 0,-8 0-37,-46 0-1438,40 0 0,-3 0 298,-8 0 1,-4 0 193,-13 0 0,-1 0 0,13 3 0,1 2 0,-8-1 0,2 1 0,13 3 0,3 1 0,-2 0 0,1 0 0,5-1 0,0 0 0,0 4 0,2 0-169,-33 5 169,12 5 0,23-10 0,20 1 0,14-8 0,10 5 983,19 2-608,14-1-193,7 2-182,25-1 0,5-3 0,3-1 0,15-1 0,-7-7-984,23 8 878,-38-8 1,3 2-387,4 5 0,1 1 202,5-6 1,1-2 289,-5 4 0,-3 0-112,-7-3 0,-5-2 112,15 1 0,-31 0 0,-27 0 983,-3 0-882,3 0 882,7 0-327,-1 0-656,50-7 0,-4 5 0,13-5-492,-15 6 0,1 2-135,23-1 627,-9 1 0,2-2 0,-14-3 0,-2 0 0,1 4 0,-4-2 0,19-9 0,-9 10 0,-44-7 0,3 8 0,-14-7 0,4 6 983,-5-2-96,34 10-887,-28-6 0,59 13 0,-48-8 0,39 2 0,-47-4 0,5-4 0,-19 0 0,0 0 0,4 0 0,-4 0 0,7 0 0,3 0 0,-2 0 0,11 0 0,-20-3 0,5-1 0,-38-12 0,-2-2 0,-44-11 0,28 10 0,-7-1-328,-17-2 0,-11-1 0,1 1 0,9 1 0,1 1 0,-5-2 82,-7-1 0,-6-1 0,-2 0 0,2 4 0,10 6 0,2 3 0,0 1 0,0 0-82,-24-4 0,1 0 0,1 3 0,1 4 0,1 4 0,5 4 0,18 2 0,4 4 0,3-1-164,-15-2 0,3 3 0,0 10 0,4 1 0,21-9 0,2 0 0,-5 3 0,2 0-302,-21 3 794,13-2 983,21-2 0,9-4 0,5 1 0,10-7 0,-4 6 0,0-6 0,-12 7 0,8-6 0,-53 3 0,-18 4-1034,30-9 1,-6 2 50,-13 6 0,3 0 0,23-7 0,0 0 0,-30 7 0,-3 1 0,16-3 0,-2-1-328,4 1 0,-5 1 0,3 0-164,-7-2 0,-1 1 217,5-1 0,-4 2 1,8-2 274,11 0 0,0 0-328,-16 1 0,-9 1 0,8 0 128,12 2 1,0-1 199,-15-1 0,-8 0 0,8-1-492,13 3 0,1 0 164,-17-2 0,-10 0 0,10-1 167,11-1 1,0 0 160,-9 1 0,-9 1 0,10-2 0,13-4 0,4 0 281,-21 3 0,3 1-281,-13 2 0,22-6 0,0 0 0,26 2 0,-1 1 0,-22-3 0,-3-2 438,4 1 0,2 0-438,15 0 0,-2 0 0,-24 1 0,0-2 708,-20-6-708,42 2 0,-2 0 0,2 1 0,-4-1 399,-31-4 1,-1 1-400,26 7 0,0 0 0,-20-3 0,5-1 342,-4 5-342,-7 0 0,7 0 0,1 7 0,-9 2 0,8 6 0,-10-6 556,0 5-556,44-9 0,-1 0 0,-6-1 0,-1 1 0,0 3 0,-1-1 0,-9-6 0,0 0 0,9 2 0,0 2 0,2-2 0,0 1 0,6-3 0,0-1 0,0 4 0,1 0 0,-2 0 0,-1-1 0,-4-2 0,0 0 0,-1 3 0,1 0 0,-1-4 0,1 0 0,5 0 0,0 0 0,0 0 0,2 0 664,-33 0-664,12 0 983,23 0 0,20 0-307,5 0-676,5 0 983,-1 0-762,5-3-221,7 2 0,0-2 0,-1-1 0,-4 4 0,-5-8 0,-1 3 0,3 0 0,2 1 0,46 10 0,29 3 0,32-2-492,-17 1 0,1 1 126,-17-4 1,2-1 37,6 3 0,5 0 0,-3-1-164,4-1 0,0-1 376,24 2 0,5-3-212,-31-2 0,1-1 0,-2-1-164,27-2 0,0-2 295,-22 2 1,2 0-1,-3-2-295,20-4 0,-8-1 131,-27 3 1,0-2 365,20-3 0,-2-2-5,-23 2 0,0-2 0,29-9 0,1 0 0,-31 9 0,1 0 0,29-7 0,1-1 0,-23 8 0,-2 2 0,9-3 0,3 2 0,16-1 0,-4 1 0,5-2 0,2 9 0,0 2 0,-2-10 0,-26 13 0,4 1 0,5-4 0,-4 1 0,24 3 0,9 0 0,1 0 0,0 0 0,-25 0 0,0 0 0,21 0 0,-11 0 0,1 0 0,-29 4 0,1-1 0,38-2 0,0 0 0,-40 6 0,0 1 0,12-1 0,8-1 0,-4 1 15,4 3 0,0 0-15,-5 0 0,4 1 0,-3-3 0,6-3 0,-2 0 0,2 3 0,2 0 0,8-2 0,2-1 0,-7 0 0,4 0 0,-1 1 0,6 1 0,-7-2 33,-1-4 1,0 0-34,-6 3 0,5 0 0,-8-2 0,-11-6 0,-5 0 416,7 3 1,-1 0-417,1-7 0,0 0 0,5 7 0,2 0-95,0-3 0,1 0 95,5 4 0,7 0-238,-5 0 0,7 0 1,-5 0 237,8 0 0,-1 0 0,-10 0 0,4 0 0,-9 0 0,-13 0 0,-4 0 491,8 0 1,-3 0 263,8 0-755,-10 0 0,-2 0 0,-11 0 471,3 0 1,0 0-472,-5 0 983,12 0-368,-21 0 368,-13 0 0,3 0 0,-119-8-835,27-1 1,-8-2-477,-3 2 0,-9-1 0,2-1 0,9-2 0,1-1 0,-11 1 164,4 5 0,-13 0 0,-6 2 0,-1-1 0,5 1 0,10 1-164,-16-3 0,9 0 0,-9 2 164,18 2 0,-9 0 0,-5 0 0,1 1 0,6 1 0,12 1-164,-4 2 0,10 2 0,1 2 0,-2 0 0,2 2 0,-1 0 0,1 0 0,-1 0 0,0 1 0,-1 1 0,0 1 0,4-1-164,-6-4 0,-3 1 539,-9 7 1,-9 5 0,17-3-48,-6-2 0,16 5 0,-12 5 0,16-3 983,7 3 0,-16 7 0,15-4 0,35-20 0,-22 11 0,31-16 0,-12 5 0,27-6 0,48-6 0,-26 4-500,31-8-483,-47 3 0,-9-1 0,-24-19 0,-9-1 0,-29-16 0,16 11 0,-3 0-492,-9 1 0,-2 1 0,-4-6 0,-5 1 164,9 10 0,-4 1 0,3 2-164,-7-6 0,-3 2 164,-2 1 0,-8-1 0,5 2-164,-5 0 0,0 1 187,19 4 0,-3 1 1,2 1-188,-18-1 0,3 1 376,7 4 1,1 0 115,-1 0 0,3 2 0,14 3 0,4 1 0,-21-1 0,16 2 983,34 7 0,-7 0 0,20 0 0,1 0 0,0 0 0,-1 0 0,-4 0 0,-5 0-814,5 0-169,-32-6 0,0-3 0,-37-6-520,-3-1 520,0 7 0,13 2 0,14 7 0,9 0 0,20 0 0,-4 0 0,22 0 0,-4 0 0,7 0 0,3 3 520,-3-2-520,-1 5 0,-4-2 0,4 0 0,-8 3 0,6-6 0,-7 6 0,-20 1 0,13-4 0,-21 7 0,21-10 0,-52 11 0,28-10 0,-41 6 0,42-8 0,10 4 0,-29-3 0,40 3 0,-49 2 0,52-4 0,-22 4 0,-31-6 0,28 0 0,-41 0-366,34 0 1,3 0 365,-11 0 0,9 0 0,1 0 0,-5 0 0,-24 0 0,17 0 0,-14 0 0,42 0 0,-8 0 0,8 0 0,-31 0 0,34 0 0,-29 0 731,54 0-731,-17 0 0,21 4 0,-3-4 0,4 7 0,0-4 0,0 8 0,0 0 0,0 3 0,-1 6 0,-5 1 0,-4 16 0,3-16 0,-9 24 0,0-19 0,4 7 0,-15 2 0,23-21 0,-23 20 0,23-20 0,-14 16 0,19-18 0,-2 4 0,5-9 0,2 0 0,4 3 0,5-2 0,6 2 0,6-2 0,12 2 0,18 2 0,45 3-984,-3-7 681,-14 1 1,4-1 302,-18-7 0,0 0 0,19 4 0,0-1 0,-16-4 0,-1 0 0,5 0 0,0 0 0,-5 0 0,2 0 0,8 0 0,2 0 0,8 0 0,-4 0 0,-23 0 0,0 0 0,34 0 0,1 0 0,-22 0 0,-2 0 0,4 0 0,4 0 0,26 0 0,-9 0 0,-16 0 0,10 0 0,-2 0 0,-23 0 0,13 0 0,0 0 0,-13 0 0,12 0 0,3 0 0,5 0 0,-23-1 0,6 2 0,18 2 0,1 3 0,-24-2 0,1 1-328,2-1 0,5-1 0,0 1 0,1 5 0,0 1 0,-3-3-164,12-4 0,3-1 447,10 6 1,10 3 0,-11-3 44,-14-6 0,-4-1 0,-7 1 0,4 2 0,-1-1 0,0-3 0,-1 0 0,-4 0-492,5 0 0,-1 0 359,-3 0 1,3 0-1,1 0 133,3 0 0,1 0 0,-3 0-492,16-1 0,2 2 164,-10 1 0,4 1 0,-4 0 288,4-2 1,2 0 39,6 4 0,8 2 0,-6-1 0,6-1 0,-1 0 0,-9-1 0,5 0 0,-4 0 0,-17-1 0,-3 0 0,-6-1 0,0-1 0,-2-2-233,34 1 1,-3 0 232,-40 0 0,-3 0 983,50 0-492,-48 0 1,-2 0-492,16 0 983,7 0-636,-12 0 636,-21 0 0,-3 0 0,-15 0 0,-15 0-159,-62 0-824,-20 0 0,4 0 0,-7 0-434,-1 0 1,-10 0 433,16 0 0,-10 0 0,-2 0 0,5 0-328,-6 0 0,3 0 0,-6 0 82,2 0 0,-6 0 0,-1 0 0,2 0 0,7 0 0,0 0 0,1 0 0,2 0-82,-13 0 0,2 0 0,-2 0 82,9 0 0,-3 0 0,1 0 0,4 0-82,-3 0 0,4 0 0,1 0 0,0 0 0,1 0 0,5 0-164,-7 3 0,3 1 0,-19-4 0,9 1-492,14 6 1475,17-7 1,4 0 491,5 6 0,15-5 0,-1 5 0,15-6 0,-6 0 0,-42-8 0,11-1-492,4 1 1,-8-1-374,-12 5 1,-4 0-611,2-5 0,-3 2 164,10 5 0,-5 2 0,7 0 239,2-5 0,1 1 89,-25 3 0,0 2 0,20 3 0,-2 1 0,6-2 0,-5 0 0,3 2 0,-8 3 0,-2 1 0,5-2 0,-5-1 0,3 1 0,-16 6 0,1 1 0,-2-4 0,-4 0 0,16 3 0,-3 1 0,9-3 0,16-5 0,-1-1 0,-20 4 0,-10 1 0,10-2 0,20-2 0,0-2 0,-20-1 0,-10 0 0,10 1 0,19 4 0,3-1-492,-28-6 0,-3-1 294,0 9 1,3-1 197,27-7 0,-1 0 0,-30 3 0,-5 1 0,-1-5 0,4 0 0,26-1 0,0 2 0,-27 2 0,0 1 0,19-4 0,5 2 0,-30 11-16,36-9 1,6 0 15,11 3 983,13 2-454,23-5 454,2 3 0,19 9 0,2-1 0,23 10-732,12-1-251,-7-5 0,4-8 0,5 0 0,-1 1 0,1-2-492,4-3 0,3-1 465,24 3 0,2-2-465,-9-6 0,-2-2 0,2 1 0,0 0 459,-1 0 1,0 0 32,6 0 0,-2 0 0,-24 0 0,2 0 0,18-2 0,9-2 0,-9 1 0,-18 2 0,1 0 0,20-2 0,10-1 0,-10 2 0,-19 2 0,-2 0 0,33 0 0,1 0 0,-36 0 0,0 0 0,36 0 0,1 0 0,-34 0 0,0 0 0,27 0 0,-2 0-984,3 0 724,-12 0 0,2 0 260,24 0 0,-31 0 0,-2 0-293,17 0 293,-8 0 0,8 0-21,-21 0 0,0 0 21,24 0 0,-19 3 0,1 1 0,17-2 0,11 5 0,0-7 0,-43 4 0,0 0 0,45-2 0,-40 1 0,0 1 0,41 3 0,-47-6 0,1 0 0,0 7 0,0-1 0,0-6 0,2 0 0,4 6 0,0 1 0,-4-7 0,-2 0 983,43 7-496,-12-8-487,-38 0 983,9-12-355,-41 10-277,12-13-351,-17 14 983,-2-5-898,2 5 325,0-5-410,-2 5 0,2-2 0,0 3 0,-2 0 0,5 0 0,-5-3 0,11 2 0,20-2 0,35 3 0,15 0-492,-11 0 0,4 0 0,-17 0 0,1 0 418,26 0 1,2 0 73,-14 0 0,-2 0 0,0-4 0,1 0 0,-1-1 0,-1 0 0,-5-4 0,0 0 0,7-1 0,-3 1-492,-23 1 0,-1 0 364,16 0 1,-2-1 127,12-6 0,-1 6 0,2-5 0,-47 8 0,7-1 0,-27-1 983,-12 4 0,-33-6 0,9 5-578,-18-1-405,6 6 0,-19 0 0,10 0 0,-12 3 0,-7 2-492,2 0 0,-2 1 59,-10 2 1,-5 2 104,3-4 0,-7 1 0,6-1-164,-3 3 0,0 0 172,1-2 0,-7-1 0,-1 1 320,-6 2 0,-1 1 0,0 1 0,2-1 0,1 1 0,-4-1 0,8-1 0,-3-1 0,0 0 0,7 0-328,6-1 0,5 0 0,-4-1 82,-2 0 0,-4-1 0,-2-1 0,5 0-82,-10-3 0,3-1 0,-5 1 82,2 1 0,-5 1 0,-1 0 0,6-2-82,-5 0 0,5-2 0,-1 1 82,13 2 0,-1 1 0,1 0 0,4-1-82,0-2 0,4 1 0,-2 0 144,-11 2 0,-3 0 0,3 0 184,12-3 0,2 0 0,1 0 0,-24 0 0,4 0 0,13 0 0,3 0 491,9 0 1,4 0 491,-29 0 0,26 0 0,29 0 0,12 0 0,6 0 0,3 0 0,-3 0 0,3 0 0,-3 0 0,0 0 0,-1 0-562,4 0-421,1 0 0,41 15 0,-13-12 0,73 20 0,-43-21 0,11 2 0,5 0 0,28-4 0,-28 0 0,8 0 0,-2 0 0,9 0 0,2 0-328,-5 0 0,4 0 0,-4 0-164,5 0 0,-2 0 245,-11 0 0,3 0 0,-3 0 247,15-4 0,0-1 0,-12 5 0,5 0 0,-3-2 0,19-6 0,0-1-328,-23 8 0,3 1 0,-1-1 0,-3-3 0,0-3 0,1 1 46,2 0 1,1-1-1,0 0 282,0 1 0,0-1 0,-1-1 0,-1-4 0,-1-1 0,-3 1-492,14 1 0,0 2 188,10-5 0,1 0 304,-10 0 0,-2 2 0,-9 5 0,1 1 0,27-8 0,-7 2 0,-4 3 0,7 4 0,1 0 0,-45-2 0,0 0 0,17 5 0,10 3 0,-9-2 0,-11-2 0,-1-1 0,16 3 0,8 2 0,-9-1 0,-13 0 0,-3 0 0,23 0 0,4 0 0,4 0 0,-2 0 0,-21 0 0,0 0 0,24 0 0,-1 0 0,-27 0 0,0 0 0,32 4 0,2 1 0,-24-4 0,1 0 0,28 4 0,-2-1 0,-33-3 0,-5-2 0,-5 1 0,4 0 0,32 0 0,3 0 0,-24 0 0,0 0 0,26 0 0,-1 0 0,-26 0 0,-3 0 0,1 1 0,1-2-492,1-2 0,0-2 445,-1 1 1,1-1 46,4 0 0,0 0 0,-11-3 0,3 0 0,9 4 0,7 1 0,-4-1 130,7-5 1,1 0-131,-7 2 0,3 1 0,-3-1 0,9-3 0,-5 1 0,-6 4 0,-1 0 0,0-3 0,-2 0 491,-15 7 1,-1 0-111,-1-3 1,-4 1 601,16 3-263,16-7 263,-45 5-564,19-4 564,-32 10 0,45 4-715,-14 4 577,8 1-845,6-5 0,-27 1 0,9-7 0,-23 3 0,-12-5 0,-12-3 0,-24-24 0,-12-2 0,-5-15 0,-35 0 0,31 21 0,-30-6 0,21 22 0,-22 2 0,-4 5-434,24 6 0,-4 3 434,-12-4 0,-5 2-328,8 4 0,-3 1 0,-1 1 0,-1-3 0,0 0 0,-3 0 0,-14 1 0,-4-1 0,1 1 0,6-1 0,1-1 0,-2 0 0,-12-1 0,-2-2 0,-2 1 82,24-2 0,0-1 0,-2 1 0,0 1 0,-6 1 0,-1 1 0,-1-1 0,1 1 0,1 0 0,-1 0 0,2 0 0,3 1-82,-7 1 0,3 0 0,-2 1 82,10-1 0,-3 0 0,0 0 0,4-1-82,-6 2 0,4-1 0,0 0 0,-1 0 0,1 0 0,-2 1 47,-15 2 0,-2 0 0,11-1 772,21-2 1,1 0-480,-18 2 0,-11 1 1,14-1-13,26-2 0,1-2 0,-22 2 0,-10 1 0,10-3 491,23-3 1,0-1-211,-20 2 0,-9 0 0,8-1-281,14-3 0,3-2 491,-28 5 1,-5-1-145,-5-8 0,3-1-347,20 5 0,0-2 0,5-5 0,-4-2 0,-1 0 280,-7 1 0,-1 1 0,4-1-280,-10-6 0,0-1 0,7 5 0,-6 0 0,4 1 491,-18-1 1,8 1-100,32 4 1,1 0-393,-28 0 0,2 1 0,-7 4 0,18 0 825,14 0-825,56-3 983,2 2 0,25-13 0,-14 8 0,23-10 0,-14 0-335,-2 6-648,0-2 0,-12 6 0,-15-3 0,2 1 0,-51-16 0,7 11 0,-24-3 0,-7 10 0,15 6 0,4-1 0,-2 2 0,12 2 0,-1 1 0,-24 1 0,-9 0-328,-2 4 0,-7 2 0,5-2-164,-9-2 0,-2-1 164,3 3 0,-8 1 0,16-1 102,29-6 0,7 1 226,-13 4 0,10 1 0,21 2 0,-11-4 0,43 0 0,7-3 0,17 7 983,13-6 0,3 6 0,22-10-528,-5 3-455,31-4-492,-32 0 0,3 0 0,10 0 0,4 0 395,18 0 1,5 0-232,-26-3 0,2 0 0,2 0 0,8 0 0,2 0 0,1-2 0,2-4 0,1-1 0,1-1 0,3 1 0,1 0 0,-4-1 0,-17 1 0,-3 0 0,2 0 0,16-2 0,3-1 0,-9 0-164,-14 0 0,0-1 329,14 2 0,9-2 1,-5 1 162,11-6 0,-5 1 0,-4 4 0,-1 0 176,10 0 1,-8 1-177,-2-2 0,15 0 983,-42 6 0,-28 3 0,-17 6 0,-6 3 0,5 4 0,-32-5 0,-9-3 0,-34-4 0,2-2-646,-7 14-337,29-1 0,6 1 0,24-3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1:50:10.81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887 62 9971,'-34'0'0,"3"0"983,20 0 0,-2 0 0,2 0 0,-4 0 0,-5 0 0,5 0 0,-11 0 0,13 0 0,-3 0 0,9 0 0,38 11 0,8-2 0,57 12-767,-47-13 0,2 0-216,7-3 0,5-1-492,27 5 0,3-1 0,-10-7 0,2 0 291,-6 4 0,5 2 0,-3-1 201,-10-5 0,-1-1 0,-3 1 0,19 3 0,1 1 0,-14-5 0,4 0 0,-4 0 0,6 0 0,-1 0 0,-8 0 0,3 0 0,-3 0 0,11-4 0,-5 0-278,-13 0 1,-5 0 277,26-6 0,-43 0 0,-14 10 983,-23-7-802,-27-5 802,-6 1 0,-45-9-282,-2 5-902,-21 6 201,43 5 0,0 1 0,0 2 0,-2 2-492,-14-1 0,-2 0 236,0-1 0,-3 2-236,-15 3 0,2 0 0,23-3 0,1 1 0,-20 2 0,0 0 0,14-4 0,3 0 0,3 3 0,-1 1 316,-14-4 0,1 1 176,20 3 0,3-1 0,-37-3 255,33 0 1,7 0-256,18 0 983,-16 0-864,25 0 864,16 0 0,-7 0 0,9-3 0,-4 2 0,0-6 0,-9 3-837,5-4-146,-5 3 0,9 2 0,-19 3 0,18 0 0,-17 0 0,17 0 0,-2 0 0,-6 0 0,-12 0 0,3 0 0,-3 0 0,12 0 0,9 3 0,1-2 0,2 2 0,-2-3 0,2 3 0,-2-2 0,0 2 0,-2-3 0,-8 4 0,-1-3 0,-16 3 0,-24-4 0,16 0 0,-8 0 0,27 0 0,11 0 0,-2 0 0,10-3 0,28-5 0,-9 0 0,21-3 0,-13 3 0,-5 0 0,31-3 0,-25 6 0,46-1 0,-9 6 0,39 0 0,-28 0 0,-8 3 0,-2 2-455,-8-3 455,10 5 0,1 1 0,-4-6 0,9 6 0,0 0 0,-4-6-490,14 3 1,1-2 489,-4-3 0,-14 0 0,6 0 0,4 5 0,-1-1 0,-14-3 0,0 0 0,17 4 0,5-1-492,15-4 0,-3 0 55,-30 3 0,0 1 437,37-3 0,0 0 0,-40 3 0,-2-1 0,4-3 0,5 0 0,28 0 0,1 0 0,-29 0 0,0 0 0,24 0 0,-3 0 0,2 0 0,9-7-691,-9 5 691,11-5 0,-13 6 0,3 2-492,-25-1 0,1 0 434,24 0 1,-1 0 57,-24 0 0,-6 0 40,44 0-40,-41 0 0,0 0 0,41 0 0,-46-4 0,-1 1 0,34 1 0,7-5 0,-18 7 983,8 0-457,-10 0-526,0 0 0,-1 0 0,1 0 0,10 0 0,-8 0 0,8 0 0,-10 0 0,0 6 709,-11-4-709,-2 4 0,-1-6 0,4 0 0,9 0 0,1 0 0,0 0 0,10 0 983,2 0-737,1 0-246,7 0 0,-7 0 0,10 0 0,0 0 0,0-7 459,-44 6 1,1 0-460,46-6 0,-42 3 0,2 0 93,-5 4 1,0-2-94,4-5 0,2-1 0,5 7 0,0 0-492,0-2 0,1-2 373,5 1 1,1 0 118,4 3 0,0 0 0,-8-2 0,-1-2 229,8 1 1,0 0-230,-14 3 0,-1 0 0,4-3 0,1 0 0,0 3 0,-1 2 0,2 3 0,0 0 0,0-3 0,0 0 0,-6 7 0,-2-1 0,38-5 0,-2 5 0,-45-7 983,1 0-715,-32 0-268,-3 0 0,10 0 0,-5 0 0,6 0 0,21 0 0,4 0 0,-8 0 0,-7 0 0,-30 0 0,3 0 0,17 6 0,18 8 0,8 6 0,18 9 0,-18-14 0,-8-2 0,-15-10 0,-19-2 0,-1 2 0,-3-6 0,3 2 0,-24-14 0,-27-2 0,-31-5 0,-25-1-328,15 15 0,-15 2 0,9 2-164,14-1 0,-2 0 164,-14 1 0,-10 0 0,11 3 89,20 5 0,7 0 239,-4-3 0,-2 0-492,-13 7 0,-3 1 0,-5-8 0,-4 0 344,22 1 1,-2 2-1,2-2 148,-16-1 0,-2-2-328,7 1 0,-6 0 0,1 0 0,4 0 0,1 0 0,0 0 0,3 0 0,0 0 0,-5 0 282,0 2 1,-6 1-1,1-1 1,8 1 45,-14-3 0,-1 2 0,13 1 0,-9 3 0,-3-1 0,5 0 0,-11-1 0,3-1 0,0 1 0,4 2 0,-1 1 0,-2 0 0,10-2 0,-4 0 0,2 0 0,9 1 0,-9 3 0,0 1-246,12-5 0,-8 1 0,-1-1 0,11-1-246,-10 1 0,5 1 446,9-1 1,-3 1 0,1-1 45,-1-1 0,1-1 0,4 1 263,-1 5 1,-1 0-264,-16-2 0,-9-1 0,11 1 0,20 1 0,4 1 0,-31 0 0,3 0 0,39-1 0,0 1 362,-35 4 0,-1 1-362,35-5 0,0 0 0,-23 4 0,1 0 0,17-5 0,6 0 983,-10 4-492,3-3 1,3-2 343,19-1-835,-17 1 983,5 0 0,27-6 0,-21 6 0,21-7 0,7 0 0,-3 0 0,9 0-837,-3 0-146,2 0 0,-11 0 0,-10-6 0,5 5 0,-22-5 0,27 6 0,-8 0 0,23 0 0,39 0 0,11 7 0,8-6 0,3-1 0,14 7 0,23-7 0,-54 0 0,-3 4 0,0 2 0,3 5 0,-9-4 0,-1 2 0,-29-8 0,-76-6 0,-2 3-492,-13-10 0,-10-2 0,9 7 0,-2 1 164,15-1 0,-3 0 0,1 1 302,7 2 0,1 1 1,-4 1-303,-18 1 0,-4 2 0,4-1 0,21 0 0,3 0 0,-5 0 82,-2 0 0,-5 0 0,-1 0 0,5 0-82,-1 0 0,5 0 0,-2 0 0,-10 2 0,-1 1 0,3 1-164,-15 0 0,7 2 0,11 2 0,4 2 462,9 3 0,5-1 30,-24-1 983,35 6 0,29-13 0,20 3 0,28 4 0,-13-7 0,37 2 0,-30-2 0,11-4 0,-19 3 0,8-3-836,-7 0-147,24 0 0,-18 0 0,49 0 0,-6 0 0,15 6 0,-14-5 0,-1-1-801,2 6 801,11-5 0,-3-2 0,-21 1 0,29 0 0,-41 0 0,-18 0 0,7 0 0,-20 0 0,0 0 801,22 6-801,3 1 0,21 5 0,18 2 0,6-6 0,-5-4 0,6-1 0,-12-3 0,-1 0-492,2 0 0,1 0 0,10 0 0,-1 0 212,-7 0 0,0 0 280,8-1 0,6 2 0,-9 1 0,3 2 0,-5-1 0,-5-2 0,0 0 0,12 4 0,7 3 0,-7-3 0,-12-4 0,0 0 0,12 4 0,8 3 0,-9-3 0,-15-4 0,-2 0 0,8 2 0,6 1 0,-10-2 0,32-2 0,-41-2 0,1-1-334,0-2 1,-3 0 333,19-3 0,-16 0 0,-1 1 0,17 6 0,10-6 0,-34 4 0,27 2 0,-29-9 0,36 9 0,-29-10 0,24 10 983,-47-3 0,47-3-515,-3 5-468,3-5 0,3 7 96,-31 0 0,0 0-96,23 0 0,9-4 0,2-1 0,12 3 0,-35-2 0,5 0 0,17 3 0,0 2-492,-27-1 0,1 0 174,29 0 1,-1 0 317,-27 0 0,0 0 0,27-1 0,1 2 0,-19 2 0,1 1 0,24-3 0,-3 0 0,-33 3 0,-3 0 0,3-4 0,4 0 0,24 4 0,3 1 0,-20-4 0,0 0 0,20 4 0,-3-1 0,-29-4 0,-4 0 0,2 0 0,-1 0-15,47 0 15,-3 0 0,-3 0-434,-18 0 434,8 0 0,0 0 0,-7 0 0,-4 0 471,-2 0-471,-7 0 0,9 0 0,1 0 0,0 0 983,-11 5-345,-2-3-622,-11 3-16,1 1 486,-1-5-486,0 5 43,11 0-43,2-4 0,11 5 0,0-1 0,20-4 0,-5 4-492,-30-2 0,0 0 329,-3-3 1,-2 0 162,-3 3 0,-2-1-146,5-2 1,-3-2 145,25 1 0,19 0 0,-19-6 0,8 4 0,-10-11 0,10 11 0,2-11-350,-32 11 0,0 2 350,45-7 0,-45 6 0,0 2 0,43-1 0,-21 0 0,-21 0 0,-9 0 983,-28 0-725,9 0 41,-16 0-299,-4 0 760,3 0-760,-2 0 0,5 3 0,24 4 0,0 9 0,34 0 0,-18 2 0,-2-10 0,-14 2 0,-19-9 0,-2 3 0,-6-4 0,-2 0 0,11 4 0,-7-3 0,14 11 0,-10-10 0,0 6 0,-6-5 0,-3-2 0,4 2 0,-4-3 0,7 0 0,-7 0 0,7 0 0,-3 3 0,0-2 0,2 2 0,-2-3 0,9 0 0,12 5 0,8-3 0,10 9 0,0-10 0,-10 5 0,-11-6 0,-13 0 0,-9-3 0,0-1 0,0-3 0,3-1 0,-2 4 0,8-2 0,-10 2 0,6 0 0,14-5 0,-10 5 0,23-3 0,3-2 0,-10 3 0,11-2 0,-24 1 0,-11 3 0,-5-3 0,-13-6 0,-8 3 0,-37-8 0,10 12 0,-27-1 0,12 14 0,-25 2-492,32-5 0,-4 0 214,-18 5 1,-5-1-215,-9-6 0,-3-2 164,22 0 0,-2 1 0,-1-3 0,-9-2 0,-1-3 0,-2-2 0,-8-3 0,-3-2 0,-1-1 211,18 2 0,-2 1 0,0-2 1,-1 0-130,-4-3 0,-1-2 0,0 0 0,0 1 0,0 2 0,0-1 0,0 1 0,2 0 0,2 0 0,2 0 0,0 1 0,3 0-82,-17-3 0,4 1 0,1 2 0,9 4 0,1 1 0,5 0-164,-18-5 0,5 2 182,8 7 0,5 2 801,12-1 1,5 2 491,-29 3-871,6 0-112,28 0 0,2 0 983,22 0 0,5 4 0,5 1 0,-2 3 0,-5 0 0,11 0 0,-32 9 0,21-6 0,-53 17 0,44-16-425,-34 9-558,8-9 0,16 0 0,-23 1 0,-4 0 0,14 0 0,-13-4 0,12-3 0,5-5 0,-8-2-492,-11-2 0,-6-3 164,13 1 0,-3-1 0,-1-2 0,0-1 0,-1-1 0,0-1 0,-4-4 0,0-2 0,-1 0 0,-2 1 0,-2-1 0,-4-1 82,2 1 0,-6-2 0,-2 1 0,4 0 0,9 4 0,2 0 0,0 1 0,-3-1 0,-13-1 0,-4-2 0,0 2 0,3 1 0,13 4 0,1 2 0,1 1 0,1 0-82,-21-1 0,1 1 0,0 1 0,5 2 0,0 0 0,0 3 0,2 3 0,1 1 0,5 1 173,-2-1 0,2 3 42,11 2 1,-4 2 0,4 0 112,-10-1 0,1 1 0,12 2 0,-2 1 0,3-1 447,-14-3 0,4 1-447,2 7 0,5 0 983,-18 8-492,40-13 1,0 1 491,-35 16 0,37-16 0,-10 12 0,23-8 0,-17 3 0,17-4 0,-13 1 0,29-8 0,-28 15-235,31-15-748,-15 9 0,19-10 0,0 2 0,-4 6 0,3-4 0,-1 8 0,-20 14 0,11-13 0,-40 27 0,9-22 0,-31 18 0,28-21 0,7-1 0,-2 1 0,-28 2-364,31-5 1,-4 0 363,-12-2 0,2-2 0,-9 7-492,-2-1 0,2-2-186,7-2 678,-14 0 0,1-2-417,24-4 417,-4-1 0,4 0 0,20-4 0,-9 10 650,29-13-650,3-1 983,6 7-283,-3-2-227,3 6-473,1-3 0,3 2 0,3-2 0,-2 3 0,5-3 0,-2-4 0,3-1 0,3-2 0,-2 0 0,2 2 0,16-5 0,-5 6 0,58-6 0,-21 10 0,37-3-971,-1 8 971,-45-8 0,2 0 0,10 1 0,-1-1 0,29 2 0,-18-3 0,-39-7 0,-16 0 0,-15 0 0,-35-10 0,-14 1 971,-9-6-971,-22 0 0,24 9 0,-9-1 0,17 7 0,25 0 0,5 0 0,-2 0 0,7 0 0,-24 0 0,20 0 0,-13 0 0,21 0 0,-2 0 0,-10-4 0,7 3 0,-10-3 0,12 4 0,-3 0 0,-23 0 0,16 0 0,-25 0 0,24 0 0,-5 4 0,-10-3 0,7 3 0,-28 3 0,31-6 0,-11 6 0,28-7 0,6 3 0,-12-2 0,10-1 0,-11-1 0,45-11 0,-11 10 0,24-10 0,5 11 0,2-9 0,46 8 0,-43-5 0,-2 0 0,30 5 0,-20-5 0,3-2-492,-6 4 0,1 0 417,0 0 1,4 0 74,30-5 0,-4 3 0,0 4-492,7-4 0,1-3 73,-45 6 1,0-1 418,14-1 0,9-1 0,-8 1 0,-14 1 0,-3 0-492,24 0 0,3 2 397,-4 2 1,-3 2 94,-12-1 0,-1 0 0,13 0 0,3 0 0,-1-5 0,-4 1 0,21 2-216,-29-2 1,0-1 215,13-1 0,13-4 932,-26 2-932,21-5 983,-49 7-215,17-1 215,-17-1-631,38 7 188,-33-7-540,23 7 0,-31-3 0,0 4 0,0-4 0,0 3 0,-6-3 0,5 4 0,-11 0 0,11 0 0,-5 0 0,17 6 0,2 1 0,31 7 0,-19 1 0,3 2-420,8-2 1,0 0 419,-2 3 0,2-1 0,17-3 0,-3-2 0,-1 2 0,-16-9 0,4 0 0,-5 3 0,-2-2 0,29-4-492,9 3 0,-1-1-297,-4-4 789,-17 1 0,1-2-984,12-6 964,-12 2 1,2-1 19,-26 2 0,-1-1 0,25-4 0,-1 2 0,14 5 0,-14-1 0,3-1 0,-20 0 0,-2 1 0,17 2 0,-3 0-417,16-6 417,0 7 0,-18 0 0,-3 0 0,-2 0 0,-8 0 702,31-4-702,-38 4 0,-20-4 983,22 4-267,-21 0 267,0 0-822,-9 0 346,7 0-507,3 0 0,-7 4 0,25-4 0,-15 9 0,9-7 0,18 10 0,-26-7 0,47 10 0,-50-9 0,38 6 0,-43-10 0,7 3 0,16 2 0,-10 0 0,13 5 0,-2-5 0,33 13 0,-20-11 0,31 14 0,-21-9 0,-31-6 0,16-1 0,-43-7 0,6-3 0,-11 2 0,2-5 0,6 5 0,-7-2 0,7 3 0,-48 0 0,-7 0 0,-38-7 0,-18-2-492,2-3 0,-9-1 164,34 3 0,0 0 0,-4 0 0,-23-1 0,-7 2 0,4-1 0,13-1 0,2 1 0,-1 2 0,-6 2 0,-1 3 0,1 0 0,5 0 0,1 0 0,-1 1 0,-9 1 0,-1 1 0,0 1 0,0-2 0,0 1 0,-1 1 0,-5 1 0,0 2 0,4-1 0,17-3 0,3 0 0,-3 2 82,6 2 0,-3 0 0,0 2 0,3-2-82,-4 0 0,3 0 0,0 0 0,-3 1 0,0 2 0,0 0 29,1-1 0,-1 1 1,7-1 298,0 3 0,3 0 0,-10 0 0,1 0 491,14 0 1,6-1 491,-20 6 0,25-6 0,35-1 0,7-6 0,21 14 0,23 2 0,2-2 0,53 6-492,-34-17 1,2-2-1,-3 3 1,0-1-1,10-4 1,0-3-123,-6-5 1,-1-2-370,38-8 0,-36 5 0,0 1 0,35-4 0,-15 6 0,2 2 0,-18 3 0,0 1 0,29-1 0,0 1 0,-27 4 0,1 0-492,31 0 0,3 0 0,-20 0 0,0 0 146,19 0 0,-2 0-146,-29 0 0,-4 0 322,-3 0 0,-2 0-201,-3 0 1,-2 0 370,0 0 0,0 0 0,0 0 0,-1 0 0,47 0 0,-34 0 0,-4 0 0,4 0 871,22 0-871,-76-3 983,10-1 0,-39-17-479,-9 2-504,-30-13 0,-17 3 0,17 8 0,-33-2 983,43 18-418,-45-3-565,14 8-238,20 1 0,-4-2 238,1-2 0,-3-2-492,-22 0 0,-6 0 164,21-1 0,-3-1 0,1 0 0,1 0 0,1 1 0,-2 0 262,-9 1 0,-2 2 0,3-1 66,10-1 0,3-2 0,-1 2 0,0 4 0,-1 1 0,1-1 0,0-2 0,0 0 0,2 0 0,-16 3 0,4 0-167,9 0 0,7 0 167,-7 0 0,32 0 0,33 0 983,49 0-770,13 7-213,3-6 0,1 0 507,20 12-507,-3-8 0,7 0 0,-11 7 0,2 1 0,-4-5 0,4-2 0,2 2-328,3 5 0,1 1 0,1-3 0,4-5 0,2-3 0,-5 1-164,11 6 0,-1-2 164,-14-6 0,4-3 0,-7 0-164,2 2 0,-5-2 0,5-1 0,0-2 0,1-4 0,-4-2 376,-19 1 0,-4-1 607,-1-2 1,-3 1 139,32-3 352,-35 2 0,-17 2 0,-2 4 0,-21 5 0,-37 18 0,-6 2 0,-34 13 0,-14-2-969,34-10 0,0 0-14,-39 6 0,27-2 0,0 1 0,10-7 0,1-1 0,-41 17 0,35-13 0,4-2 0,-3 1 0,-1 1 0,22-4 0,41-9 0,9 0 0,33 10 0,25-3 0,6 6-152,-17-11 0,2-2 152,-13-4 0,1 0-492,11 4 0,5 0 0,17-7 0,3 0 290,-12 3 0,3-1 202,-11-2 0,4-1 0,-2-1 0,16-3 0,-2 0 0,7 4 0,-4-2-492,-23-5 0,-2-1 413,8 4 0,-3-1-408,22-11 487,-13 6 922,-18-1-922,-36 7 983,-6-4 0,-5 1 0,-4 3-320,0-2-32,-10-5-631,-12-11 0,-2 5 0,-13-9 0,-13 8 0,11 3 0,-16 1 0,0 9 0,16 5 0,-16 0 0,0 0 0,-36 8-492,15-6 0,-7-2 0,-10 5 0,-1-2 235,17-2 1,1-2 256,-14-2 0,0-2 0,15 0 0,0-1 0,-22-2 0,-4-3 0,23 2 0,-2-1 0,4 1 0,-7 3 0,0-1 0,-22-7 0,4 2 0,-3 10 0,35-3 0,-8-2 0,3 2 0,-11 3 0,1 1 0,-13-3 0,-4-1 0,18 5 0,-2 0 0,6 0 0,3 0 0,1 0 0,-17 0 0,-3 0 0,1 0 0,4 0 0,26 0 0,1 0-492,-18 0 0,-2 0 196,1 5 1,3-1 295,-28-2 0,32 6 0,-3-1 0,-9-5 0,2-2 0,27 3 0,0 1 0,-24-4 0,0 0 0,-19 0 0,17 6-402,15-1 0,-2 0 402,-20 4 0,26-1 0,0-2-34,-16-4 34,1 5 0,-1-1 0,0-4 0,0 4 0,16-2 0,1 0 983,-17 4 0,-19 2 0,56-1-83,10-8 83,0 7-967,0-7 30,-11 3-46,8-4 0,-17 6 0,6-5 0,-9 5 0,0-6 0,-1 0 0,1 5 0,15-3 0,-1 3 0,24-1 0,-4-4 0,20 15 0,7-8 0,6 10 0,19-7-492,24 2 0,11 1 0,-10-4 0,4 1 164,4 0 0,6 1 0,-6-1-164,-5-4 0,-2-2 0,16 1 0,1-2 0,-14-2 0,-4-2 0,-9 0 0,1-2 0,21 0 0,-6-3 236,-18-6 256,12 4 0,0-1 0,-15-2 0,14 2 0,-1 1 0,-9 2 0,14-3 0,3 2 0,3 5 0,-20-3 0,4 2 0,9 2 0,-2 2 0,14-1 0,-14 0 0,-1 0 0,13 0 0,-18 0 0,-13 0 983,-35-4 0,-80 0 0,19-1-492,-5 3 1,-3 0 491,-26 2-492,28 0 1,0 0 491,-23 0-980,20 0 1,1 0-4,-18 0 0,24 0 0,2 0 0,-13 4 564,8-3-564,37 3 0,10-4 0,77 0 0,-1 0 0,0 0 0,6 0-492,-6 0 0,1 0 83,11 1 0,3-2 81,-15-1 0,3-1 0,1-1 0,9 1 0,1-1 0,3 0 0,11-2 0,4-1 0,-1 0 82,-21 0 0,0-1 0,1 0 0,0 1 0,4 1 0,0 1 0,1 0 0,-1-2 0,-3-2 0,0-1 0,1 0 0,-1 0 0,3 0 0,1 0 0,-1-1 0,0 0 0,-4-1 0,-1-1 0,0 0 0,0-2 75,0 1 1,0-2 0,-1 1 0,-1-1-28,17-4 1,-3-1 0,-1 1 197,-12 3 0,-1 1 0,-3-1 100,26-7 1,-3 1-101,2 4 0,-4 0 0,-19 1 0,-2 1 0,8 1 0,-4 3 983,23-4 0,-23 10 0,-33 7 0,-14 0 0,-27 0 0,-42 0 0,-5 0-492,-14-4 1,-6-1-1,10 4 1,-2 0-153,-16-2 1,-5-2-340,-1 0 0,-3 1 0,-4 4 0,-5-2 0,17-3 0,-3-2 0,-2 2-328,-11 3 0,-1 3 0,2-3 0,15-3 0,2-2 0,-4 2 82,2 4 0,-4 0 0,0 2 0,3-2-82,-8-1 0,3-2 0,0 2 0,-1 1 0,1 1 0,-3 1 0,-9 1 0,-2 1 0,5 1-164,-5 1 0,3 1 164,22-3 0,-2 1 0,2 0-77,-26 5 1,5-1 404,21-3 0,6-1 0,-33 6 837,40 1-837,40-10 983,8 3 0,56-4-456,33 0-527,17 0 491,-21 1 1,8-2-165,-5-3 1,6-3 0,-1 1-241,-11 2 0,-1 0 0,4-1-87,3-1 0,6-2 0,1 0 0,-3 1 0,18 0 0,-3 1 0,0-1-328,4 0 0,-1 0 0,-1 1 0,-9 1 0,-2 2 0,1-1 0,11-2 0,1-1 0,-2 1 8,-16 5 1,-2 1 0,4-1 319,-5-1 0,4 0 0,2-1 0,0 1 0,3-1 0,2 1 0,-1-1 0,-6 1 0,2 1 0,-4 1 0,2-1-246,-3-1 0,5-1 0,-3 0 0,-10 2-202,5 1 0,-1 0 448,18-3 0,10-1 0,-6 2 0,-28 1 0,-4 0 0,0 0 0,3-2 0,0 0 0,0 0 0,29 3 0,-7 0 36,-33 0 0,-5 0-36,36 0 983,-28 0-738,-45 0 1,-10 0 0,-4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1:50:21.02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180 88 24575,'41'2'0,"33"-4"0,-6 8 0,8 2-492,11-7 0,2 0 0,0 2 0,3 2 164,-16-2 0,3 0 0,2 0 0,6-2 0,1-1 0,2 1 82,-14 1 0,1 0 0,1 1 0,1-1 0,7 0 0,2 1 0,-1-1 0,-4 0-82,6-1 0,-3 0 0,4 0 82,-3 1 0,4 0 0,1 1 0,-5-1-82,6-1 0,-4-1 0,5-1 82,-5-1 0,6 0 0,-1-1 0,-5 1 4,4-1 0,-4-1 1,2 0 241,-8-1 0,2 0 0,1 0 0,-4-1 0,12-1 0,-4 0 0,-1 1 0,-2 2 0,-1 0 0,4 0 0,-9 0 0,5-2 0,-3 1 0,-10 2-492,0 1 0,-2 1 322,14-2 1,9 0-1,-8 0 170,-7 3 0,-3 0 78,-10 0 0,4 0 0,-4 0-78,3 1 0,-2-2 0,7-3 0,-1 0 0,-15 3 0,-3 0 491,-4-3 1,0 0-1,19 3 1,-6 2 491,-13-1-492,10 0 1,-2 0 491,-21 0 0,51 6 0,-57-4 0,10 8 0,5-9 0,-27 5 0,27-5 0,-26 6-955,37-6-28,-23 3 0,33 1 0,-28-3 0,42 3 0,-14-5 0,27 0-484,-21 0 484,10 0-492,-11 4 0,3 1 141,-20 0 0,1-1 351,26 1 0,4 1 0,6 2 0,-2 0 0,-16-2 0,0-2 0,23 1 0,0 1 0,-27 3 0,0-2 0,0-5 0,4-2 0,-3 0 0,5 5 0,1-1 0,-7-4 0,4 0 0,-6 0 0,-7 0 0,-4 0 0,1 0 0,3 0 0,30 0 0,0 0 0,-34 0 0,-1 0 0,22-4 0,0 1-107,-24 3 1,-5-2 106,21-10 0,21 11 0,-10-5 0,-35 6 0,53-7 0,-65 5 0,14-5 438,-24 3-438,-13 0 983,5-1-260,-7 2-484,-3 3-239,-35 0 0,1 0 0,-64 0 0,-9 0-328,21 2 0,-14 1 0,4 0 0,19-2 0,4-1 0,-6 1 82,-6 1 0,-5 1 0,-3-1 0,1-1 0,2-2 0,-1-1 0,0-1 0,-1 0 0,-8 0 0,-2 0 0,-1 0 0,-1 0 49,15-1 0,0-1 1,-2 1-1,2-1 0,0 1-49,-15 1 0,1 0 0,0 0 0,-1 0 49,14 1 0,-1 0 1,-1 0-1,2 0 0,3 1-49,-5 0 0,3 2 0,0-1 0,-3 0 180,4 0 0,-3 0 1,-2 0-1,2 0 0,4 0 66,-1 0 0,3 0 0,2 0 0,-1 0 0,-4 0 0,-2 0 0,3 0 0,3 0-328,1 0 0,3 0 0,-4 0 82,-1 0 0,-6 0 0,0 0 0,10 0 137,-12 0 0,1 0 109,-4 0 0,-7 0 0,8 0 0,6 0 0,4 0-272,-7 0 1,5 0 271,-12 0 0,30-4 0,3 0 0,-10 2 491,10-5 1,0-1 491,-9 6-903,6-6 1,3 0-81,8 6 0,-19-1 0,-4-2 983,0-1-492,-14 5 1,-3 0 491,2-6-879,23 7 0,-10 0 0,8 0 387,17 0 1,-1 0-274,-18 3 1,-10 0-1,7 0-218,10-2 0,3 1 0,-24 2 0,-6 0 0,19-3 0,-3-1 0,4-1-492,-7 1 0,-1 0 454,1 0 0,-7 0 0,6 0 38,0 0 0,-1 0-328,-2 0 0,-7 0 0,5 0-164,-7 4 0,1 0 475,17-3 1,-2-1-1,2 1-146,-16 7 0,6 1 163,16-4 0,1 0 321,-10 4 1,5-1-322,-14 2 983,45 0-125,29-6 125,14-1 0,33 7-158,21-1-825,-7-5 0,6 0-160,3 0 1,3-1 159,8-2 0,2-2 0,8 2 0,3-2 0,10-3 0,4-1-328,-20 5 0,3 0 0,-1-2 0,-7-3 0,0-2 0,4 2 82,-3 3 0,5 3 0,0-1 0,-4-1-82,3-5 0,-3-1 0,3 2 0,14 3 0,4 3 0,-3-2 115,-13-2 0,-1 0 0,-2 0 213,-4 2 0,-1 2 0,1-1 0,5 0 0,1 0 0,0 0-328,-3 0 0,-1 0 0,2 0 0,6 0 0,1-1 0,-1 2 248,-5 2 0,0 0 0,-4 0 125,19-3 0,-2 2-45,6 6 0,-2 1 0,-14-3 0,-2-1 491,-7 0 1,-3 1-203,-8 0 1,-6 0-290,3-5 983,-28 3 0,7-4 0,-19 3 0,-2-2 0,-9 2 0,-32-3 0,-43 0 0,-30-8-1475,25 8 0,-7-1 351,13-4 1,-5-2-1,1 2 141,-23-1 0,-6 1 0,27 2 0,-6 0 0,-1 0 0,5 0-328,-2 0 0,4 0 0,-6 1 82,-3 1 0,-6 0 0,-2 1 0,6 2-82,-3 3 0,4 1 0,-1 1 34,-10-4 0,-1 0 1,3 4 293,7 6 0,2 5 0,7-3 0,-6-4 0,6 1-216,-4 5 0,10 0 216,15-5 0,28-6 0,23 0 983,51 5 0,11-5-821,2 3 0,5 0 329,-5-7 1,3-2-1,17 4 1,5 0-984,9-3 0,4-2 217,-28 1 1,3 0 0,1 0 274,13 1 0,1-1 0,-3-1 0,-17-1 0,-3-1 0,4 0-246,3 2 0,4 1 0,2 0 0,-2-1-82,16-1 0,-2-1 0,1 0 0,3 0 0,0 0 0,4 0 82,-8 3 0,4 0 0,1 0 0,-3-2 0,-11-1 0,0-3 0,-2 1 0,0 1 0,-4 3 0,-1 1 0,1 0 0,3-1 0,17-3 0,5-2 0,-1 1 0,-5 1-82,2 3 0,-5 1 0,0-1 90,7-5 1,0-1 0,0 2 103,-20 4 0,0 1 1,-1 0-1,-5-1 134,-2-4 0,-5-2 0,2 2 181,12 1 0,3 0 0,-7 1-181,2-2 0,-4-1 491,5-3 1,-9 2 491,-11 5 0,5-6 0,-50 5 0,-9 2 0,-59-10 0,-5 2-492,9 4 1,-5 1-1,2 0 1,0 1 491,-46 3-492,38 3 1,-4 2-1,-4 0 1,-4 0-820,9-1 0,-4-1 0,0 0-164,-29 2 0,-3-1 164,24-1 0,-2 0 0,1-1 0,4-1 0,0 0 0,-4 0 82,5 0 0,-4 2 0,-1-1 0,2 0-82,-21-1 0,2-2 0,-2 1 82,18 0 0,-2 0 0,1 0 0,2 0-82,-16 0 0,3 0 0,6 0-164,-6 0 0,3 0 232,14 3 0,-2 0 1,3 0 259,-10-3 0,3 2 0,-7 6 0,1 0 0,12-7 0,6 0 983,-26 13-11,46-12 11,17 8 0,48 2-215,34 8-768,15 1 983,29 9 0,2-12-492,-23-5 1,4-1-1,-8-2 1,2-2-391,12-2 1,-3-1-102,-30-1 0,-2 0-152,3-4 1,-2 0 151,16 0 0,18 0 0,-37 0 522,-6 0-522,-37 0 983,-1 0-143,-62 0-840,-33-9-492,26 8 0,-6 0 0,-8-3 0,-5 0 375,10 3 1,-3 1 0,0 1-212,6-1 0,1 0 0,-4 0 82,2 0 0,-3 0 0,-2 0 0,3 0-82,-19 0 0,1 0 0,4 0 0,13 0 0,3 0 0,-4 0 82,4 0 0,-4-1 0,0 1 0,2 1-82,-8 1 0,2 2 0,-4-1 82,4 0 0,-5 0 0,0 0 0,5 0-82,-1 0 0,5 1 0,-2 0 0,-12 2 0,-1 0 0,7 0-84,-6 0 1,6-1 411,-4 0 0,5 1 491,14 2 1,11-2 491,13-4 0,28 3 0,28-5 0,49 0 0,-6 0-492,-1 0 1,3 0 491,31 8-492,-32-8 1,0 1 491,25 12-492,-23-9 1,0 1 352,23 10-1086,8-6 242,-32-2 0,-31-4 0,-30-2 0,-42 2 0,-50-3-984,2 0 689,13 0 1,-2 0 294,31 0 0,0 0 0,-31 0 0,-3 0 0,15 4 0,-1 1-492,-19-5 0,-3 2 0,-1 6 0,0 1 425,29-8 1,-1-1-1,1 1 67,-29 7 0,2 1 0,15-5 0,3 1-166,9 4 0,5 0 166,-24 0 0,35-2 0,26-7 983,22 3-612,35 5 612,-11 4 0,24 0 0,-27-1-236,-7-4-747,-9-3 0,-38-7 0,-9 1 0,-13-4 0,11 6 0,11 0 0,13 0 0,-13 4 0,25-3 0,-7 3 0,8-1 0,0-2 0,0 2 0,25 11 0,0-6 0,29 7 0,-3-11 0,54-4 0,-39 0 0,3 0-492,10 0 0,2 0 188,6 0 1,0 0 303,-9 0 0,0 0 0,9-4 0,2 0-492,1 3 0,0-1 0,-1-6 0,1 0 445,4 7 1,-1 0-446,-2-7 0,-2 0 464,-16 6 1,2 2 27,19-5 0,2 1-492,-15 4 0,-1 0 346,4 0 1,3 0 145,17 0 0,-5 0 0,9 0 0,-12 0 0,-2 0 0,1 0 336,-9 0 0,-3 0-336,-1 0 0,21 0 0,1 8 0,-33-6 0,3 2 0,-2 0 0,-14 0 983,22-3-106,-32 3 106,24 3-844,-5-5 844,4 5-370,-12-1-613,-8-5 0,52 5 0,-21-6 0,24 0 0,-35 0 716,-9 0-716,10 0 0,-9 0 0,20 6 0,-5-5 0,2 0-893,23 12 893,-17-12 0,-3 0 0,2 5 0,-12-5 0,2-2 0,23 1 0,-28 0 0,-2 0 0,3 0 0,1 0 0,-9-4 0,1 0 0,21 2-214,-17-2 1,-1-1 213,7-1 0,11 4 0,10-4 0,-8 6 0,8 0 0,-31 0 0,-1 0 0,19-6 0,11 5 0,-45-5 0,43-2 0,-30 6 0,42-6 0,-31 8 0,-8 0 0,18-7 0,23 6 0,-22-6 0,20 1 0,-32 5 0,-7-5 873,8 6-873,-11-5 0,1 3 0,-1-9 447,0 10-447,11-5 0,-8 6 0,28 0 0,-15 0 0,29 0 0,-19 0 0,8 0-579,0 0 579,-8 0 0,-2 0-82,-3 0 82,-8-7 0,11 6 0,10-6 0,2 7 0,11 0 0,-43 0 0,0 0-525,45 0 525,-45 0 0,0 0 0,43 7 0,-21-5 0,-5 5-37,-21-7 37,1 6 560,9-5-560,-7 10 82,18-3-82,-18 0 541,8 4-541,-11-5 40,11 0-40,-24-2 0,4-5 0,-27 0 0,0 0 0,6 4 0,1-3 0,58 11 0,-39-6 0,50 3 0,-50 1 0,0-9 0,-9 5 0,5-6 0,-18 0 0,13 0 0,-1 0 0,4 0 0,27 0 0,-24 0 0,40 0 0,-17 0 0,16 0 0,6 0 0,-45 0 0,9 0 0,-34 0 0,4 0 0,-9-3 0,-6-8 0,-11-2 0,-13-16 0,-6 4 0,6 5 0,3 4 0,3 16 0,-25-4 0,0 4 0,-40 0 0,-5 0-492,29 0 0,-4 0 76,-9 0 0,-3 0 416,-8 0 0,-4 0 0,20 0 0,-2 0 0,0 0-328,-1 0 0,-1 0 0,2 0-164,-24 4 0,0 0 341,17-3 0,-3-1 1,5 1 150,0 3 0,-1 0-328,-10-1 0,-10 0 0,2 0 0,5-2 0,1-1 0,1 1 0,5 2 0,2 1 0,-5-2 82,2-1 0,-4-1 0,1-1 0,11 1-246,-6 0 0,3 0 274,-10 0 1,-8 0 0,6 0 217,-3 0 0,6 0 0,4 0 0,-1 0 0,-16 4 0,7 1-4,4-3 4,4 2 0,-2 0 0,-9-4 0,-1 1 0,-2-2 0,40-2 0,1-1 0,-26 0 0,-7-1 0,-9-4 0,2-1 96,26 5 1,-2 0-97,4-1 0,-6 0 0,1 1 491,-28 4 1,5 0-295,21-3 1,1 0-198,-25 3 0,3 2 0,36 3 0,0 0 0,-9-3 0,-6-1 0,3 1 0,-5 2 0,-1 1 0,4-4 0,-5 0 0,4 0 0,-5 4 0,5 0 0,2-3 0,-1 0 0,-2 7 0,-3 1 0,11-3 0,-3 1 0,3 0 0,-8 3 0,2 0 463,-13 3 1,1 1-464,20-6 0,6 1 0,-22 6 983,-2-5-680,45-4 680,29-6-108,11 0 108,25-6 0,26-2-243,35-7-740,-14 2 0,6-1-492,6 0 0,3-1 164,-18 2 0,2 0 0,1-1 0,6-1 0,1-2 0,-3 1 0,-9 2 0,-3 0 0,2 1 0,5-1 0,1 1 0,2 0 0,6 0 0,1 0 0,-1 2 238,-5 3 1,-1 1-1,2 0 90,12-1 0,3 1 0,-2 1 0,-10 2 0,-2 1 0,0 1 0,-5 2 0,-1 0 0,1 0 0,2 0 0,1 0 0,-2 0 0,25 4 0,-4 1 0,-8-5 0,-6 2-244,-24 1 0,-3 2 244,-2-2 0,-2 1 0,26 5-144,-10 0 144,34-2 0,-69-7 0,24 0 0,-1 0 0,-22 0 0,22 0 0,2 0 0,-8 0 0,33 0 0,-28-4 0,-3 0 0,13 2 0,-9-3 0,5 1 491,13 4 1,4 0-5,11 0 1,4 0-488,1 3 0,5 2 0,-12 0 0,5 3 0,-10-2 0,-16 0 0,0 0 0,19 3 0,10 1 0,-12-2 0,-22-3 0,-2-1 327,10 0 1,8-1 0,-7 0-236,-7 1 1,-4-1 72,0-4 0,-1-2-165,-2 0 0,-8-2 185,-14 0-185,26-8 0,13 12 0,-12-5 0,22 6 983,-47-3 0,13 2 0,-29-2 0,9 3-287,-17 0-696,-3 0 0,6 0 0,5 0 0,6 0 0,-2-3 0,14 2 0,-18-5 0,12 5 0,-16-5 0,-3 5 0,-1-2 0,-3 0 0,3 2 0,-2-2 0,2 3 0,1 0 0,12 0 0,20 0 0,-4 0 0,8 0 0,11 0 0,-23 0 0,54 0 0,-54 0 0,23-4 0,-40 3 0,-8-7 0,-57 0 0,-22 3 0,-12 0 0,-9 3 0,9 9 0,-3 3-328,10-3 0,-2-1 0,1 3-164,-17 9 0,1 2 164,26-10 0,-1-1 0,-3 2 214,-20 4 0,-5 2 0,1-2-214,11-4 0,2 0 0,-4 0 82,5 1 0,-4 1 0,-1 1 0,4-2-82,-13 2 0,3-1 0,0 1 61,0-1 0,0 0 0,5 1 267,17-2 0,3 1 0,-2-1 0,-11 1 0,-3 0 0,6 0-492,-2 5 0,0 0 276,7-5 1,-3 0-1,3 0 216,-13 5 0,6 0 0,8-4 0,6 0 0,-21 8 0,23-8 983,21-7 0,8-2 0,12-5 0,-20 0 0,3-5 0,-24-3 0,0 1 0,-23-6-169,25 11-1306,-3-5 0,-7-2 0,7 4 0,-2-1 198,-32-3 1,-3-1 293,19 4 0,-2 1 0,7 2 0,-3-1 0,8 2 0,12 2 0,0 0 0,-20 0 0,-10 0 0,10 0 0,21 0 0,-1 0 0,-26 0 0,-12 0 0,10 0 0,21 3 0,-1 2 0,-25 3 0,-13 3 0,10 0-492,18-1 0,0 2 246,3 1 0,-9 3 0,-1 0 0,9-3-246,-12-1 0,4-1 164,5 1 0,-4 1 0,0 0 0,-1-3 0,1-1 0,5 0 6,-8 2 0,0-1 322,5-1 0,-5 1 0,8 0 0,3-1 0,1 0 0,2-2 0,-6-1 0,4 0 0,-4-1 0,0 0 0,-22 0 0,2-1 0,23-3 0,7-2 0,-29 1-290,42 1 0,1-2 290,-40-6 983,34 5-525,-34-19 525,49 18 0,1-14 0,25 16 0,3-2 0,6 3 0,-5 0 0,-4 0-606,1 0-377,-9 0 0,9 0 0,-4 0 0,-21 0 0,20 0 0,-46 0 0,41 0 0,-16 0 0,16 0 0,-16 0 0,15 0 0,-19 0 0,24 0 0,-15 0 0,13 0 0,-7 0 0,17 0 0,0 0 0,3 0 0,-3-3 0,6 2 0,-2-5 0,0 5 0,-1-5 0,-9 1 0,-12 1 0,2 0 0,-7 4 0,10 0 0,5 0 0,-4 0 0,14 3 0,-4-2 0,9 5 0,0-2 0,0 3 0,3 6 0,0-4 0,11 4 0,-3-6 0,15 1 0,53 9 0,-32-10 0,21 0 0,0-1 0,-13-6-492,22 0 0,5 0 50,1-7 442,17 6 0,3 1 0,4-7 0,-28 6 0,5 2 0,0 0 0,-5-2 0,28-6 0,-32 7 0,1-1 0,-4-3 0,-4 1 0,26 3 0,-24 0 0,0 0 0,21 0 0,-11 0 0,3 0 0,-19 0 0,-1 0 0,20 0 0,-2 0-440,20 0 440,-18 0 0,19 0-492,-26 0 0,1 0 344,-15 0 0,0 0 148,21 0 0,-3 0 0,14 0-412,-3-6 412,-21 4 0,8-11 0,3 11 0,2-11 0,19 11 0,-9-11 0,11 11 0,0-5 143,0 7-143,-43 0 0,-1 0 0,47 0 0,-41 0 0,0 0 0,-4-1 0,0 2 0,10 2 0,1 2 0,4-1 0,4 2 0,-2 5 0,4 3 0,-3-1-492,6-2 0,4 0 246,-9-1 0,8 0 0,0 0 0,-10-1-195,2 1 1,-1-2 215,20-1 0,11 0 0,-12-1 225,-23-1 0,-2 0 0,13-1 0,8-1 0,-9-1 0,-15-2 0,-2 0 0,22 1 0,2-2 0,-4-7 0,-4-2-397,-22 5 0,1-2 397,9-4 0,6-3 0,-8 3 0,33-1 0,-33 0 0,-2 1 26,12 2-26,-22-3 0,1 0 0,28 2 983,4-11 0,-6 13 0,-54 2 0,31-1 0,-50 4 0,3 2 0,-46-2-769,3 3-214,-30 1 0,-11-2 0,16-3 0,-3 0-328,-4 0 0,-7 1 0,1-1-164,-25-1 0,0-1 479,23 3 1,-2-1 0,0 3-316,-3 2 0,0 3 0,-2 0 0,-7-1 0,-1 1 0,4 0 0,16-1 0,4 1 0,-4 0 0,-20 2 0,-5 1 0,10-2-164,14-3 0,1-2 316,-21 3 1,-12 1-1,5-2-152,19-1 0,3-1 0,-1-1 0,-5 1 0,-1 0 0,-2 0 181,-5 0 1,0 0 0,7 0 427,8 0 1,4 0-282,-9 0 0,6 0 983,-12 0 0,41 0 0,13 0 0,20 0 0,1-3 0,3 3 0,-4-10 0,3 5 0,-2-2 0,64 19-905,-10-2-78,9-1 0,4-1 0,40-1 0,-33-7 0,3 0-492,10 0 0,4 0 164,-16 0 0,3 0 0,1 0 62,3 0 1,2 0-1,-3 0 266,22 0 0,1 0 0,-11 0 0,5 0 0,-2 0-328,-10 0 0,-1 0 0,0 0 0,-1 0 0,0 0 0,3 0 0,16 0 0,3 0 0,-6 0-164,1 0 0,-1 0 164,-16 0 0,4 0 0,-5 0-164,15 0 0,-8 0-432,20 0 924,-43 3 0,-4 1 0,6 5 983,14 4-268,-31-6 268,-22 1 0,-9-5 0,-1 1 0,-3 3 0,0-3 0,4-1 0,-4 1 0,12-4-952,-6 0-31,12 0 0,38 7 0,-15-5 0,44 6 0,-29-8 0,-15 0 0,-11 0 0,-27 0 0,0 0 0,1 0 0,20 5 0,25 2 0,-16 0 0,13 2 0,-42-8 0,-4-1 0,-43-33-984,-17 0 0,-9-4 492,13 16 0,-2 5-492,-39 12 0,-2-17 492,16 19 0,-3 3 0,15-4 0,-1 0 0,-7 3 0,-5 0 448,12 0 1,-4 0 0,1 0-449,-29 0 0,-3 0 164,18 0 0,-4 0 0,-1 0 655,-3 0 1,-1 0 0,-1 0-89,-2 0 0,0 0 0,-2 0-567,-2 2 0,-2 2 0,-1-1 82,21 0 0,0 0 0,-1-1 0,-1 2 0,-3 1 0,-1 0 0,0 0 0,-1 1 0,-2-1 0,0 0 0,0 1 0,-1-1 0,-3 0 0,-2 0 0,1 0 0,6 1 225,-6 1 1,5 0 0,-4-2 20,9-1 0,-5-1 0,2-1 0,3 1 0,-6 0 0,3 0 0,1-1 76,3-2 1,0 0 0,-3 0-77,-14 0 0,-4 0 0,9 0 0,3 0 0,3 0 0,15 0 0,-2 0 0,0 0 0,4 0 0,0 0 0,6 0 0,-1 0 0,3 0 491,-8-3 1,7-1 175,1 3 316,4-6 0,20 7 0,2 0 0,17 0 0,1 0 0,-11 0 0,13 0 0,-28 0 0,1-6 0,8 4 0,-20-5-425,39 7-558,-18 0 0,23 0 0,-12 0 0,13 0 0,-8 0 0,-11 0 0,7 0 0,-7 0 0,-5-5 0,17 3 0,-8-3 0,89-8 0,-5 2 0,15 4 0,10 0-492,-5-6 0,3 1 164,-13 7 0,4 2 0,6-2 96,7-4 0,8-1 1,1-1-1,-4 2-96,9 3 0,-3 3 0,4-1 82,-7-1 0,6-1 0,-1 1 0,-5 2-82,2 2 0,-5 1 0,1 1 0,5-1 0,1 0 0,-1 0 0,-2 0 0,0 0 0,-1 0 0,-3 0 0,-1 0 0,-2 0 0,-8 0 0,-1 0 0,-7 0-23,2 0 1,-5 0 841,0-3 1,-10-1 97,-20 3 394,0-6 0,-27 7 0,-9 0 0,-33 0 0,-2 0-492,-20-4 1,-7 0 491,-23 2-712,15-6 0,-1 0-271,14 6 0,2 2 0,-2-1 0,1 1-479,-32 2 479,37 9 0,-2 1 0,2-7 0,0 1 0,-42 17 0,30-14 0,0-1 0,-27 7 0,16-2 0,5-1 0,56-7 0,2 2 983,32 1-514,19 4-469,24 4 0,-12-4 0,37 3 0,-22-2 0,19-3 0,-6-3 516,-38-7-516,-4 0 0,-27 3 0,-15 1 0,-31 6 0,-3 1 0,-45 4 0,27-8 0,4 4 0,-1 1 0,-16-2 0,17 2 0,-3 0-492,-11-3 0,1-1 413,10-3 1,0-1 78,-17 4 0,3 0 0,-8-1 0,15 6 0,39-7 0,14 1 0,56-6 0,-1 2 0,18-3 0,14 0 0,8 0-984,5 0 829,-14 0 1,1 0 154,-26 0 0,2 0-328,16 0 0,9 0 0,-5 0 316,-7 0 0,3 0-316,20 0 0,13 0 0,-11 0-164,-15 0 0,-1 0 231,13 0 0,10 0 0,-9 0 261,-5 1 0,-4-2-152,9-2 1,-4-1 151,-25 0 0,-6 0 0,28-5 983,-36 2-964,-2 3 964,-31 3-144,-1-6 144,-8 3 0,-27-7-738,9 3 1,-11 0 0,16 5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1:50:30.59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296 1 24575,'77'8'0,"0"-2"0,7-6 0,4 0 0,6 0 0,-19 0 0,2 0-328,1 0 0,7 0 0,-5 0-164,11 0 0,-1 0 164,-24 0 0,2 0 0,0 0 0,4 0 0,1 0 0,-3 0-164,13 0 0,-1 0 164,-9 0 0,4 0 0,-4 0-164,15 0 0,0 0 334,-10 3 0,5 0 1,-5 0 157,10-2 0,0 0 0,-10 2 0,4 0 0,-9 0 0,-10 1 0,0 0 0,16-3 0,9-1 0,-8 1 0,-12 2 0,0 1 0,12 0 0,8-1 0,-9-1 0,-16 0 0,0-1 24,16 1 1,8 2 0,-9-1-25,-19-3 0,-3 0-386,23-3 1,2-1 385,-4-1 0,-7 0 0,20-4 491,-24 4 1,4 1-326,-4 4 0,-6 0-166,17 0 491,-15 0 1,-1 0 469,2 0-961,11 0 0,-16 4 0,0 0 0,15-1 0,-15 1 0,-3 0 0,-2-4 983,8 5-218,0-3-765,2 3 0,3 0 0,5-1-408,28-2 408,-24 6 0,0 0 0,22-6 273,-44 2 0,1-1-273,46-3 0,-46 0 0,-1 0 0,44 0 0,0 0 0,-44 0 0,1 0 0,1-4 0,1 0 0,3 3 0,2 0-492,4-3 0,1 1 437,1 2 1,0 2 54,10-1 0,1 0-492,0-1 0,1 2 142,0 3 1,-1 0 349,0-3 0,-1 0 0,-4 3 0,-2 0 0,2-4 0,-1 0 89,-5-1 0,-1 2-89,5 3 0,0 0 0,1-4 0,0 2 0,-4 5 0,1 1 0,7-3 0,0 0 0,-9 8 0,-1 0 0,0-3 0,2 0 0,26 4 0,-4-2 0,2-2 0,-22-4 0,-8-3 848,-33-3-848,0 0 983,6-6-671,-20 5 671,41-5-19,-35 3 19,46 2-545,-40-2-438,20 3 0,-9 0 0,-14 0 0,6-3 0,-10 2 0,-8-5 0,4 5 0,-6-2 0,1 0 0,20 2 0,-13-2 0,12 3 0,-16 0 0,-3 0 0,-4-3 0,-25-12 0,0 5 0,-39-11 0,4 15 0,-31-1-492,27 7 0,-5 0 0,-19 0 0,-6 0 0,-4 0 0,-4 0 164,22 0 0,-2 0 0,0 0 0,3 0 0,1 0 0,-1 0 253,-4 0 0,0 0 1,-1 0 74,-2 0 0,-1 0 0,0 0 0,0 0 0,1 0 0,-1 0 0,2 0 0,1 0 0,4 0 0,-10 0 0,3 0-492,-11 4 0,3 1 135,24-1 1,2 2-29,0 2 1,-2 1 384,-7-1 0,6 1 983,-4 5-750,7-1 1,1-1-234,0-2 491,-16 2 1,-1 1 332,1-5-824,-16-2 0,-3-2 394,46 0 0,0-1-394,-22 1 0,-5-1-492,-15-2 0,3 0 488,25 2 1,-1 1 3,0-4 0,-5 0 0,0 0 0,1 2 0,-1 1 0,2 1 0,-18 1 0,-1 1 0,14-3 0,-3 0 0,4 2 0,-10 4 0,-1-2-328,-2-5 0,-6-2 0,4 0-164,-8 5 0,-4-1 280,15-4 0,-11 0 0,1-1 0,10 2 212,-13 3 0,5 0 0,13-3 0,-2-1 0,-1 1 0,1 4 0,0 2 0,4-1-407,-6-1 0,1 0 407,7-2 0,-5 1 0,7 0 0,0 4 0,1 0 0,1-3 0,-4-2 0,3 0 0,-4 3 0,0-1 0,8-2 0,-3 1 0,5-2 0,5-2 0,1 0 0,-26 0 0,-1 0 0,25 0 0,1 0 263,-20 0 0,2 0-263,-18 0 0,0-7 0,0 5 0,0-13-44,27 10 1,0 0 43,-16-4 0,32 2 0,5 1 983,1 5 0,-13-10 0,16 9 0,-8-8 0,28 9-561,9-2 561,-30-4 0,19 5-539,-21-4-444,21 2 0,-11 3 0,-12-10 0,-1 10 0,-3 1 0,-20-7 0,21 7 0,3 0 0,0 0 0,-11 0 0,-23 0 0,15 0 0,-13 0 0,32 0 0,-11 0 0,27 0 0,7-3 0,28 2 0,39-2 0,-6 3 0,58-8 0,-24 6-492,-13-5 0,6-1 118,8 2 0,4 1 374,1 1 0,4-2 0,-13 1 0,4-2 0,-4 2 0,4 4 0,1 0 0,-5-2 0,4 0 0,-1 1-492,24 1 0,2 2 164,-8-1 0,4 0 0,-3 0 0,-19 0 0,-3 0 0,4 0 0,24 0 0,6 0 0,-2 0 327,-16 0 0,-3 0 0,1 0 1,6 0 0,1 0 0,3 0 0,-8 0 0,5 0 0,-3 0 0,-7 0 0,13 0 0,0 0 0,-10 0 0,10 0 0,-1 0 0,-11 0 0,3 0 0,-2 0 0,-5 0 0,10 0 0,-1 0 0,-10 0-492,0-4 0,-3 0 321,-3 3 1,4 1 0,-1-1 170,31-8 0,-6 1 0,-30 7 0,1 0 0,29-4 0,3 1 0,-14 3 0,-3 2 0,-13-1 0,0 0-301,16 0 0,-4 0 301,18 0 0,-23 0 0,-1 0 0,17 0 0,-10 0 0,-3 0 0,-8 0 0,12 0 0,-24 0 0,-1 0 0,21 0 0,-12-1 0,6 2 0,0 3 0,-3 0 0,-13-2 0,0-1 0,19 3 0,2 0-445,-1-3 0,-1-2 445,-14 1 0,1 0 0,15 0 0,0 0 491,-16 0 1,-2 0-1,-3 0 1,0 0-403,8 0 0,5 0-89,-1 0 0,4 0 0,-2 0-85,13 4 0,-1 0 85,-9-3 0,3-2 0,-4 3 0,3 6 0,-4 0 0,2-3 0,0 0 0,0 4 0,1 0 0,4 0 0,0 1 0,-4 3 0,1 0 0,8-3 0,1 0 0,1 7 0,0 1 0,1-3 0,1-1 0,6 1 0,5 0-328,-14-2 0,5 1 0,-5-4-145,7-2 0,-1-2 473,-16 0 0,2 2 0,-8-4 491,-11-3 1,-5-2 178,36 1 299,-30 0-969,0 0 983,-39 0-139,9 0 139,-17 3 0,-9-2 0,-27 5 0,-17-5-867,-18 0 1,-11 1-117,-22 3 0,-8-1-328,16-3 0,-5-1 0,0 1 0,2 2 0,-1 0 0,0 0 0,-2-3 0,-2-1 0,2 2 0,6 1 0,0 2 0,-4-1 82,-1 0 0,-6-1 0,-2 1 0,2 1 0,6 0 0,1 1 0,-1 1 0,-2 0 49,7 0 0,-3 0 1,-1 1-1,3-1 0,6-1-131,-17 0 0,6-1 0,-2 1 82,9 4 0,-3 1 0,0 1 0,2-3-82,-9-2 0,2-2 0,-5 0 82,5 1 0,-5 0 0,1 1 0,4-1-82,-1 1 0,5 1 0,-3-3 82,11-2 0,-2-3 0,1 1 0,5 1-69,-2 5 1,5 0 0,1-1 631,1-3 0,2-3 1,-1 3-318,2 2 0,0 3 0,5-1 0,-5-1 0,4 0 0,11 0 0,3 0 983,-35 3 0,74-8 0,105 8 0,-14 1-492,-2-4 1,7-1-1,-7 1 1,-2-2-1,0-2 1,2-2-1,16-3 1,3-1-677,3 5 1,2-2 184,-33-3 0,0-2 0,3 2 0,15 3 0,3 2 0,-4 0 0,-17-3 0,-3 0 0,4 0 0,22 2 0,5 2 0,-2-1-328,-12 0 0,-1 0 0,2 0 82,-8 0 0,2 0 0,0 0 0,-4 0-82,7 0 0,-4 1 0,2-2 281,8-2 0,2 0 0,-5 0-445,9 2 0,-5 0 347,-6-3 0,0-1 145,10 1 0,-6-1 0,-31 0 0,-3 0 491,11 0 1,0 0-307,32-9-185,-33 7 0,-30 0 983,-11 1 0,-21 6 0,-56 8 0,-14-6-492,25 2 1,-7 0-165,-13-3 1,-9-2 0,4 1-282,-6 0 1,-1 0-268,-1 0 1,-5 0-1,2 0 221,-19 0 0,2 0 0,2 0 0,0 0 0,29 0 0,-1 0 0,1 0 0,-29-4 0,3-1-442,12 4 0,6 0 442,23-3 0,6 0 0,-16 4 0,52 0 0,9-3 0,49 2 0,20-2 0,-9 2 0,5 2 491,8-1 1,2 0-489,0 0 1,1 0-496,13-4 0,2-1 359,5 4 1,3 0-196,-19-4 0,3-2 0,-1 1 0,-3 5 0,0 1 0,3-1 82,-5-1 0,4 0 0,1 0 0,-4-1-82,6 0 0,-4 0 0,3 0 0,15 2 0,3 2 0,-3-3 92,-11-3 0,-3-3 0,1 3 236,4 4 0,0 1 0,1-1 0,0-5 0,1-1 0,-1 2 0,3 3 0,1 2 0,-2 0-81,0-3 1,-1-1 0,-5 2 80,5 2 0,0 0 0,-4-2 0,5-2 0,-13 1 0,-22-2 0,-2 0 0,34 0 0,-3-1 983,-11-7-380,-12 12 380,-27-5 0,-3 6 0,-20 0 0,-1 3 0,-3-2 0,0 9 0,0-6 0,0 3-263,0 0-720,-35-7 0,11 3 0,-41-3 0,-34 0 0,39 0 0,-15 0 0,-6 0 0,-18 8-492,12-3 0,-5 1 0,5 3 0,0 0 225,-11 1 1,3-1 266,24-1 0,2 1-492,-18 4 0,2 0 313,25-4 1,1 1 140,-4 2 0,2 0 38,-28-3 0,51-4 0,8-1 983,23-4 0,41 16 0,-21-13-108,55 17-781,-7-19-94,0 6 0,-1-7 0,0 0-890,7 0 890,5-4 0,-1-1 0,-4-2 0,-17 0 0,-1-3 0,7-10 0,1 4 0,-20 2 0,-14 5 0,-25 8 0,-56-2 0,-41-5-492,4-1 0,-6-2 0,8 1 0,-4-1 164,2 1 0,-6-1 0,3 3 0,18 3 0,2 2 0,-3 0 0,-19-1 0,-5 0 0,-2 3 82,17 2 0,-2 1 0,0 1 0,2 0 0,6 0 0,2-1 0,0 1 0,-3 1 0,-12 0 0,-4 1 0,1 1 0,8 0-82,4 0 0,5 0 0,-1 1 0,-13 0 0,-2-1 0,4 1 0,16-1 0,2 0 0,-1 1 263,-15 3 1,-3 0 0,1-1 115,10-1 1,1-2 0,4 2-52,-21 6 0,7 0 491,17-9 1,8 0-259,-6 6 750,31-11 0,26 4 0,1-4 0,2 0 0,-11 0 0,-10 0 0,-21 0 0,-24 0 0,-23 0-1092,7 0 109,18-5 0,-3 1 0,23 3 0,-3 0 0,-10-1 0,-7-1 0,4-1 0,-5 0 0,1 0 0,-25 3 0,-3 0 0,16-3 0,0 0 0,0 4 0,-2 0 0,-8 0 0,-1 0-492,4 0 0,1 0 0,-8 0 0,4 0 151,24 0 1,1 0-152,-20 1 0,-1-2 193,14-3 0,2-1 299,5 4 0,-3 0 0,-32-3 0,8 0 0,17-2 0,-10 6 0,2-1-628,23-11 628,-4 12 0,3-1 983,17-9-636,-15 9 636,6-10 0,33 9 0,-32-9 0,3 10-477,18-3-506,-23 4 889,-11 0-889,32 0 0,-42 0 0,39 5 0,-21-3 0,4 9 0,-2 0-626,-28-6 626,19 3 0,0 1 0,-19-2 0,-10-5 0,43 1 0,0 1 0,-45-4 0,40 0 0,-1 0 0,5 0 0,0 0 0,-5-1 0,-1 2 0,6 2 0,0 1-492,-2-3 0,-4 0 415,-26 2 1,1 1 76,27-1 0,2 0 0,-19-2 0,5 0 0,10 5 0,11-6 0,15 0 0,-11 0 0,28 0 590,-19 0-590,25 0 983,-23-5-793,20 3-190,-16-3 0,-10-2 0,15 6 0,-22-6 0,-10 7 0,23 0 0,-34 0 0,45 3 0,-22 3 0,31-1 0,-12 1 0,30-6 0,61 0 0,2 0 0,-5-4 0,7 0 0,19-1 0,1-1 0,-20 2 0,1-1-328,-3-1 0,5-1 0,-3 3-164,12 2 0,-2 2 317,11-4 1,3-1-154,-23 2 0,2 0 0,1 0 0,3 2 0,1 1 0,2-1 0,3-2 0,3 0 0,3 0 82,-6 3 0,4 0 0,1 0 0,-2 0 0,-8 0 0,-2 0 0,1 0 0,2 0 0,13 0 0,3 0 0,0 0 0,-7 0-82,-5 0 0,-5 0 0,3 0 82,-5 1 0,2-1 0,2 0 0,-4-1-82,9-1 0,-2-1 0,4-1 82,-1 1 0,4 1 0,1-1 0,-6-1 45,3-2 0,-5-1 1,4 1 200,-4 1 0,4 0 0,1 0 0,-5-1 0,9-3 0,-4-2 0,1 2 0,2 1 0,2 1 0,2-1 0,-9 1 0,4-1 0,-2 1 0,-8-1 188,16-2 1,1 1-189,-16 6 0,10 0 0,0 1 0,-10-1 0,12-6 0,-4 1 0,-10 7 0,4 1 0,0-1 0,-3-1 0,0-1 0,-6 0 0,5 0 0,1-1 0,10 0 0,7 1 0,-10-1 0,-22-1 0,-3 0 491,32 0 1,-3 1 491,3-3-492,-38 7 1,-3-1 491,2-6 0,-5 7 0,-30 0 0,-9 0 0,-44 0 0,-63-8-492,44 3 1,-4 0-566,-21-1 1,-5 1 73,-9 1 0,-1 1-492,2 2 0,-5 2 164,16-1 0,-4 0 0,5 0-143,-8-1 1,0 2 470,6 1 0,-6 1 0,0 1 0,4-1 0,0 1 0,-5 1 0,5-1 0,-4 1 0,-4 1 0,-4-1 0,12 0 0,-5 0 0,-3 0 0,0 1 0,2-1 0,6 0-246,-14 0 0,6 1 0,1-1 0,-4 2 49,4 0 0,-5 1 1,0 0-1,6 0 0,10-1-131,3 0 0,10 0 0,3 1-164,-13 4 0,10 1 104,-6-1 1371,53-5-423,40 2-560,63 0 0,-8 3 0,8 2 185,-2-4 1,5 1-186,-2-1 0,6 0 0,-4-1 416,9-4 1,2 0-417,-22-1 0,6 1 0,3 0 0,-4-1-328,12 0 0,-2 0 0,4 0 82,-11 0 0,3 1 0,1 1 0,-2-1 0,-5 1 0,0-1 0,0 0 0,0 0 191,5 0 0,1 1 0,1-1 0,-1 0 55,1 0 0,0 0 0,0 0 0,1 1 0,6 1 0,1 1 0,0 0 0,-1-1 0,-3-1 0,-1 0 0,-1-1 0,1 2 0,1 0 0,1 1 0,-3 0 0,-4-1 0,1-2 0,-5-2 0,1 1-328,13 2 0,1 1 0,-8-2 22,-8-4 0,-3 0 629,19 4 1,-3-1-324,-34-4 0,-8 0 983,15 0 0,-39 0 0,-17 0 0,6 0 0,-4 0 0,35 0 0,16-18 0,-6 10-492,-2-12 1,-4-2 491,-13 8-492,21-5 1,3-2 1,-12 2-493,-1 6 0,4 1 0,42-9 0,-34 8 0,18 0 0,-52 4 0,10-2 0,-16 3 0,-1 1 0,-21 4 0,-25 3 0,-16 6 0,-54 9 0,41-3 0,-3 2-492,-29 3 0,-4 0 0,17-3 0,-4 0 164,2-4 0,-7 0 0,3-2 0,13-1 0,1 0 0,-3-1 0,-18 1 0,-5 0 0,1-1 107,3-2 1,1-1-1,-1 1-107,-6 2 0,-2 1 0,0-2 0,-3-4 0,-1-1 0,-1 1 82,22 3 0,-1 1 0,0 1 0,-1-3 164,0-1 0,1-2 0,-1-1 0,0 3-164,0 1 0,1 2 0,-1 1 0,0-2 0,-3 0 0,0-2 0,0 1 0,5 0-82,-2 1 0,4 0 0,-4-1 136,6 0 1,-5-1 0,2 0-1,9 0 192,-7 3 0,0-2 0,-10-2 0,-8-2 0,6 3 0,3 6 0,2 0 0,-14-6 0,3-2 317,20 5 1,6-1-318,-29-4 983,39 0 0,17 0 0,33 3 0,8-2 0,57 20 0,6-9-492,30 2 1,8 0-1,-37-5 1,1-1-451,10-4 1,9-2 0,-6 2-42,-2 4 0,0 0 0,1-7 0,7-2 0,-3 3-492,15 6 0,-1 0 164,-18-6 0,3-2 0,-3 1 44,15 3 1,-3 0 283,-5-3 0,0-2-335,-4 1 1,-6 0 334,18 0 0,-25-3 0,-58 2 983,-13-2 0,-53 11 0,-3 1-742,-27 0-320,22-1 0,-4 0 79,7-7 0,-5 0 0,-4 4 0,-7 2 0,4-2-492,-4-3 0,-1-2 397,-2 3 1,-6 1-1,10-2 95,19-2 0,1 0 0,-12 3 0,-7 0 0,8 0-349,13-2 1,3 0 348,-15 3 0,5 1 0,8-5 0,23 0 983,35 0 0,65 8-179,7-6-804,-8 2 0,5 0 412,-1-4 1,1 0-413,0 0 0,0 0 0,-2 0 0,3 0 0,-8 0 0,4 0 0,-2 0-492,17 0 0,1 0 224,-10 0 1,3 0 0,-1 0 267,-9 0 0,-2 0 0,-1 0 0,2 0 0,0 0 0,1 0 0,7-3 0,1-1 0,-4 2 0,5 1 0,-1-1 0,-8-3 0,3-2 0,-3 2 0,2 4 0,-1 0-492,27-8 0,-2 1 447,-30 6 0,-4 2 45,5-4 0,-9-1 0,-12 1 0,8 3 0,-40-6 983,-10 6-663,-36-22-320,15 18 983,-49-21 0,20 18-252,-48 0-731,37 1 224,-8 6 0,0 2-224,3-1 0,-17 0 0,-8 0-492,12 0 0,2 0 294,4 3 1,-2 1 197,-30 0 0,5 2 0,7 3 0,23-2 0,-3 1 0,5-3 0,4 0 0,-15 4-334,19-4 0,0-2 334,-24-3 0,33 0 0,-15 0 814,27 0-814,18 0 983,-10 0-576,18-3 346,3 2-753,-7-5 0,-14-1 0,-9 3 0,-34-9 0,-6 11 0,15-6 0,-4 1-492,4 5 0,-2 1 119,-13-3 0,-1 0 373,1 4 0,-1 0-492,-5 0 0,-2 0 0,-4 4 0,-3 1 351,24-5 0,-1 0 0,4 2 141,-6 5 0,0 1 0,3-7 0,-4-2 0,2 2 0,-14 7 0,2 0 0,1-7 0,-3 0-328,14 4 0,-2 2 0,4-2 136,-5-3 1,4-1 191,0 3 0,-2 0 0,-16-3 0,9-2-322,25 1 322,-7 0 0,-1 0 0,5 0 0,-7 0 983,15-4-612,27 3 612,-5-7 0,10 4 0,-4-1 0,9 2-459,-2 0-524,2 2 0,-4-2 0,1 3 0,0 0 0,-6 0 0,-12 0 0,8 0 0,-33 0 0,31 0 0,-53 0 0,34 0 0,-15 0 0,-16 0 0,4 0-480,4 0 1,-1 0 479,1 0 0,-4 0 0,2 0-492,-11 0 0,5 0 0,6 0 0,3 0 407,4 0 0,-3 0 85,-30-1 0,3 2-492,43 2 0,0 1 198,-45-4 0,-1 2 294,42 5 0,0 0 0,-32-6 0,2 0 0,-11 12-356,31-11 0,2-2 356,-14 7 742,18-7-742,11 0 0,32 0 0,-2 0 983,7 0-18,2 0 18,36 14-197,-1-5-786,64 14 0,-1-7 0,-28-7 0,7-1 0,22 1 0,6 0-328,-32-2 0,0-1 0,4 0 0,20 1 0,3 0 0,-1-1 23,-12 1 0,-2 0 0,1-1 305,7-1 0,1-2 0,0 0 0,-6 1 0,0-1 0,-1-1 0,-3-4 0,1-1 0,1-1 0,7 1 0,1-1 0,0 0 0,-6 1 0,0-1 0,1 0 0,10-2 0,3-1 0,-6 2 0,-20 4 0,-3 0 0,4 1 0,25-3 0,6-1 0,-5 2 0,-21 1 0,-3 1 0,2 1 0,7-1 0,1 0 0,2 0 0,6 0 0,1 0 0,-9 0-492,-12 0 0,-2 0 164,2 0 0,6 0 0,-6 0 299,-4 0 1,-2 0-286,16 0 0,-3 0 314,24 0-30,-47 0 1,-4 0 29,7-6 0,-2 5 983,-23-5 0,-17 6 0,0-3 0,-3 2 0,-1-2 0,0 3-364,-2 3-619,2-2 0,-39 5 0,-8-12 0,-22 3 0,-9-1-492,8-4 0,-8-1 362,-7 0 0,-12-1 0,-4 0 0,6 1-198,-2 1 0,3 1 0,-5-2 82,3 0 0,-5-1 0,-2 0 0,2 1 0,4 3 0,1 1 0,0 1 0,4-1-82,-8-2 0,3 0 0,-7 0 131,13 3 0,-7 0 1,-2 0-1,0-1 0,6 1-49,2-1 0,4-1 0,0 1 0,-2 0 0,-12 2 0,-3 0 0,0 0 0,5 0-82,-9 0 0,5 0 0,0 0 0,3 3 0,0 0 0,0 0 0,3 0 0,0 0 0,2 0 0,4 3 0,1 0 0,2 0 31,5-2 1,2-1 0,3 1 787,-12 4 1,4-1-155,9-4 1,8 0 645,0 3 0,9-2 0,39 2 0,2-3 0,3 0 0,-6 0 0,1 0 0,-12 0 0,9 0 0,-11 0 0,-6 5-237,3 1-746,-19 6 0,18-7 0,-28 7 0,15-10 0,-7 4 0,2 0 0,18-5 0,-18 5 0,8-6 0,-10 6 0,10-5 0,11 5 0,4-2 0,16-3 0,-7 3 0,44 4 0,-1-6 0,64 15 0,-23-15-261,-2 2 1,5-1 260,-15-2 0,3-2-492,28 1 0,2 0 53,-20 0 1,1 0 110,-3 1 0,4-1 0,-4-1-164,5-2 0,0-2 403,21 0 1,0 0 88,-15 0 0,-1 0 0,6 0 0,2 2 0,9 2 0,3 2 0,-26-1 0,1 0 0,0 0-328,4 0 0,0 0 0,1 0 0,2 0 0,1-1 0,0 2 34,-3 2 0,0 0 0,-3 0 294,13-2 0,-1 0-492,10 3 0,0 1 389,-15-5 1,-3 0 102,-7 0 0,0 0 0,27 0 0,-7 0 0,-4 0 0,7 0 0,1 0 47,-6 0-47,11 0 0,0 0 0,-11 0 0,-22-4 0,3 1 0,-5 3 0,-4-2 983,26-11-691,-26 9 1,4 0-293,-1-4 0,-2-1 983,24-6-492,-22 9 1,-1 2-75,10-3-417,-6 2 0,3 2 937,29 0-937,-29-1 0,0 0 0,24 4 983,-18 0-630,8 0-353,-30 0 0,-3 0 0,10 0 54,9-4-54,-54 4 642,-15-7-642,-36-12 0,10 7 0,-19-5 0,-6-1 0,-30 3-135,17 2 1,-5 1 134,1 2 0,0 2 0,12 2 0,-3 2 0,-23-1 0,-6 2 0,3 2 0,-5 2-328,12-1 0,-4 0 0,-3 0 0,-8 0 0,-3 0 0,-1 0 0,-3 0 0,0 0 0,-3 0 82,17 0 0,-3 0 0,0 0 0,5 0-82,-3 0 0,4 0 0,-4 0 82,2 0 0,-6 0 0,2 0 0,6 0-82,6-1 0,5 1 0,-3 1 0,-19 1 0,-4 2 0,4-2 0,17-1 0,4-1 0,4 2-164,-8 2 0,5 0 643,4 0 0,8-1-151,9-1 983,9 8 0,47-5 0,29 8 0,-4-7 0,66 10 0,-4-6-492,-18-5 1,6-1-1,-8 0 1,1 0-789,13-3 1,1-2 296,-8 1 0,0 0 0,11 0 0,-3 0-492,-30-2 0,-1-2 304,28 0 0,-4-2 102,-5-1 86,14-2 0,9 0 0,-22 4 0,-2-1-419,5 1 0,3 0 419,-12-2 0,3 1 0,-7 1 0,-9 4 0,-3 0 0,24-3 0,2-1 0,-4 0 0,-5 1 0,28 2 491,-20-6 1,-2 0 228,1 6 263,5-12-560,-24 13-323,-29-5-100,-4 6 983,-23-3-660,2 2 1,-2-2-1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2:27:44.01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202 62 24575,'46'0'0,"7"0"0,7 0 0,13 0 0,14 0 0,5 0-538,4 0 538,-10 0 0,3 0 0,-9 0 0,-7 0 0,3 0 0,-21 0 133,4 0-133,-2 0 0,2 0 0,8 0 0,1 0 0,-4 0 405,1 0-405,1 0 0,-1 0 0,-1 0 0,-8 0 0,2 0 0,-6 0 0,6 0 0,1 0 0,9 0 0,14 0 0,3 0 0,8 0 0,-11 2 0,6 7-585,-1 4 585,10 4 0,-44-7 0,1 0 0,44 8 0,-45-9 0,1-1 0,38 7 0,3-2 0,-46-7 0,1 0 0,1 0 0,1 1 0,7 0 0,2 0 0,-1 1 0,1-1 0,1 1 0,0-1 0,0-1 0,-1 0 0,-6-2 0,-2 0 0,5 0 0,-1 0 0,-5-2 0,-1 1 0,45 1 0,2 3 0,-24-4 0,0 1 0,-5 1 0,-4-2 0,3 0 0,-3 0 0,-3-3 0,-1 3 585,-1 0-585,1 0 0,-1 0 0,3-3 0,0 0 0,-4 0 0,-1 0 0,-1 0 0,5 2 0,6 1 0,1 0 0,-1 2 0,-2-1 0,-1 2 0,0 0 0,-4 0 0,-1 0 0,-1 0 0,-1 0 0,-6-3 0,-4 1 0,-1-2 0,1 1 0,7-1 0,7-1 0,9-1 0,6 0 0,13 0-418,-41 0 0,2 0 418,3 0 0,0 0 0,6 0 0,0 0 0,3 0 0,-1 0 0,3 0 0,0 0-492,-3 0 0,-2 0 362,0 0 1,-1 0 129,-6 0 0,-1 0-227,1 0 1,-1 0 226,3 0 0,-1 0 0,46 0 0,-2 0 0,-13 0 0,-11 0 0,-7 0 0,-10 0 764,-11 0-764,-4 3 0,-7 0 983,0-1-702,7 3 223,5-2-504,13 2 0,1 1 0,9 1 0,8 0 0,-3-2 0,2-2 0,-8-2 0,-1-1 0,0 0 0,-5 0 0,-12 0 0,-7 0 0,-2 0 0,0 0 0,5 0 0,1 0 0,4 0 0,0 0 0,1 0 0,3 0 0,0 0 0,3 0 0,-1 0 0,-6 0 0,-2 0 0,1 0 0,1 0 0,6 0 0,1 0 0,-2 0 0,-3 0 0,-5 0 0,-6 0 0,-1-3 0,-5 0 0,-3-2 0,1 0 0,-5 1 0,-1 0 0,2-1 0,-1 0 0,6 2 0,1-2 0,0 0 0,3-1 0,2-2 0,2 3 0,0-1 0,0 0 0,2 1 0,-1-2 0,2-3 0,1-3 0,0 0 0,4-1 0,-3 2 0,-5 1 0,-8 0 0,-8 2 0,-7 2 0,-4 2 0,-5 2 0,-2 1 0,-35-4 0,11 3 0,-28-4 0,19 1 0,-3 1 0,-3 0 0,-12 0 0,-10 1 0,-10 0 0,-13 1 0,-11 2-496,-12 1 496,3 0 0,-1 0 0,9 0 0,4 0 0,6 0 0,16 0 0,7 0 0,10-2 0,4-1 0,8 1 0,7-1 496,6 1-496,1 0 0,0-1 0,-2-1 0,-5 1 0,-6 1 0,-3-3 0,-1 3 0,-3-1 0,-5-1 0,-7 1 0,-6 0 0,-3 0 0,-5 2 0,-2-1 0,0-2 0,0 1 0,1 0 0,1 3 0,0 0 0,7 0 0,-4 0 0,0 0 0,-3 0 0,-7 0 0,-4-2 0,-11-2 0,-1 0 0,3-2 0,8 0 0,2-2 0,-4-1 0,6 1 0,8 1 0,5-1 0,1 3 0,-3 0 0,-14-4 0,-7 2 0,-6-2 0,0-1-469,-6 3 469,5 0 0,1 1 0,0 2 0,12 0 0,-3 1 0,6 3 0,1 0 0,-7 0 0,2 0 0,-2 0-50,1 0 50,8 0 0,-4 0 0,3 0 0,3 0 0,3 0 467,7 0-467,9 0 0,9 0 52,5 0-52,0 0 0,-4 0 0,-8 0 0,-2 0 0,-3 0 0,-4 0 0,-2 0 0,-14 0 0,-1 0 0,1 0 0,0 0 0,7 0 0,3 0 0,-1 2 0,1 1 0,1 2 0,-17 3 0,-4-1 0,-3 2 0,-6 1-522,2 1 522,-5 2 0,-4 1 0,48-8 0,-2 1 0,-1 0 0,0 0 0,-43 5 0,1 1 0,3-1 0,2-3 0,-3 1 0,4 0 0,-8 1 0,6-1 0,-4 1 0,4-1 0,12 0 0,-4 3 0,6 0 0,2-1 0,4-1 0,-2 0 0,-2 1 0,-7-1 0,-8 5 0,-2 1 0,5-1 0,2 1 0,4-1 0,6 0 0,1 0 0,13-1 0,8-6 0,11-4 0,9-2 0,5-3 0,3 0 0,-2 0 522,-2 0-522,-2 0 0,-3 0 0,-4 0 0,-4 0 0,-6 0 0,-8 0 0,-2 0 0,-13 0 0,1 0 0,-3 0 0,-1 0 0,8 0 0,-6 0 0,4 0 0,-2 0 0,7 0 0,7 0 0,5 0 0,4-3 0,5-2 0,1-3 0,7-1 0,4 0 0,-2 2 0,1 0 0,-6 0 0,-2-1 0,-1-1 0,-1 1 0,-1 0 0,-1 1 0,-2-1 0,0 3 0,0 2 0,1-2 0,5 2 0,0 0 0,3 0 0,2 2 0,-1-2 0,5 1 0,2-1 0,7 1 0,2 0 0,4 0 0,0 0 0,1 1 0,-1-1 0,2 0 0,1-1 0,-3 1 0,0 2 0,-3 0 0,-1 0 0,2 0 0,0 0 0,1 0 0,1 0 0,1 0 0,-1 0 0,-1 0 0,-1 0 0,-2 0 0,0 0 0,0 0 0,-1 0 0,1 0 0,4 0 0,2 0 0,6 0 0,2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2:52:58.20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7 24575,'54'0'0,"12"0"0,4 0 0,12 0 0,14 0-984,-1 0 725,4 0 259,0 0 0,-3 0 0,-45 0 0,1 0 0,46 0 0,-16 0 0,-9 0 275,-6 0-275,3 0 0,12 0 0,-3 0 0,-2 0 0,-3 0 238,-5 2-238,-2 4 0,-4 1 0,-1 1 0,-5-2 0,-7-2 628,-2-2-628,-2-2 102,4 0-102,4 0 0,-3 0 0,3 0 0,-3 0 0,1 0 0,-2 0 0,0 0 0,0 0 0,2 0 0,0 0 0,-6 0 0,0 0 0,0 0 0,2 2 0,5 1 0,1 2 0,-3 0 0,2-1 0,-2 1 0,-3-2 0,-2 3 0,-4-1 0,0 1 0,-4-1 0,-2 0 0,-3 0 0,0-1 0,7 2 0,-1-3 0,3 2 0,0-1 0,1 1 0,3 1 0,4 0 0,0-1 0,-1 1 0,-2 0 0,-5-3 0,1-1 0,-1-2 0,3 0 0,4 0 0,1 0 0,-2 0 0,-2 0 0,-2 0 0,-4 0 0,-1 0 0,-5 0 0,-3 0 0,-5 0 0,-4 0 0,-1 0 0,-1 0 0,2 0 0,-1 0 0,2 0 0,0 0 0,-1 0 0,3 0 0,-2 0 0,2 0 0,2 0 0,-2 0 0,4 0 0,1 0 0,3 0 0,6 0 0,0-2 0,3-2 0,0-4 0,-2-2 0,0-1 0,-4 0 0,-7 2 0,-1 2 0,-5 1 0,-6 3 0,-3 1 0,-4 1 0,2-1 0,0-1 0,-1 1 0,0 2 0,1-2 0,1-1 0,2 1 0,1 0 0,0 1 0,0 1 0,0 0 0,-3 0 0,1 0 0,0 0 0,4 0 0,0 0 0,1 0 0,1 0 0,-3 0 0,0 0 0,-3 0 0,-2 0 0,-1 0 0,-3 0 0,3 0 0,-2 0 0,0-2 0,-31-9 0,5 4 0,-29-7 0,12 8 0,-1 0 0,0 0 0,0 1 0,-1-1 0,0 2 0,1 2 0,-8 1 0,-7 1 0,-5 0 0,-11 0 0,-8 0 0,-16 0-492,34 0 0,-2 0 447,-3 0 0,-1 0 45,-1 0 0,-1 0 0,0 0 0,0 0 0,1 0 0,2 0 0,4 0 0,2 0-288,3 0 1,1 0 287,-5 0 0,1 0 0,-44 0 0,48 0 0,0 0 0,-34 0-40,19 0 40,-5 0 0,1 0 0,-5 0 983,4 0-926,6 0 549,4 0-606,2 0 43,-9 0-43,-8 0 0,-9 0-691,-12 0 691,46 0 0,-1 0 0,0 0 0,0 0 0,-4 0 0,0 0 0,-3 0 0,-1 0 0,-4 0 0,-1 0-492,-5 0 0,-2 0 316,0 0 0,-1 0 176,0 1 0,0 1 0,1 0 0,1 0 0,8 1 0,2 1-244,3-1 1,1 1 243,-41 2 0,6 0 0,4 1 0,20-1 0,10-3 0,12 2 627,5-1-627,0 1 983,5 2-620,2 1 178,1-2-541,-2 2 0,-4 0 0,-4 1 0,-2 2 0,1 2 0,4 0 0,1 0 0,0 1 0,-1-2 0,-2 4 0,2 0 0,4-2 0,5-1 0,3-2 0,5-1 0,5-2 0,4-3 0,7-3 0,3-2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2:53:02.31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636 1 24575,'51'0'0,"17"0"0,20 0-492,-31 0 0,3 0 0,7 0 0,3 0 34,5 0 1,2 0 457,8 0 0,4 0 0,6 0 0,-1 0-492,-9 0 0,-2 0 143,1 0 1,-3 0 348,-7 0 0,-4 0 189,-11 0 0,-1 0-189,5 0 0,-1 0 0,-9 0 0,-3 0 0,45 0 0,1 0 0,-9 0-236,-6 0 236,3 6 0,-1 4 0,-6 3 0,-1 2 0,-1-6 0,11 0 0,6-1 0,2-3 0,1-1 0,-5-3 0,5 2 0,-4 1 0,-8-1 0,-7 3 983,-10-3-700,-6 1-283,-6 0 983,4 1 0,6 1-89,7 2-894,5 0 0,3-1 0,7 3-173,7 1 173,0 0 0,-6-3 0,-5-2 0,-1-2 0,6 2 0,-12 1 0,-3-4 0,-7 0 0,-3-3 0,7 0 0,-1 0 0,-1 0 0,0 0 469,-7 0-469,0 0 0,-5 0 0,-5 0 0,-4 0 0,-5 0 0,-7 0 0,-5 0 0,-4 0 0,-6 0 0,-1 0 0,-1 0 0,-2 0 0,-2 0 0,-7 0 0,-38 0 0,4 2 0,-30 3 0,9 3 0,-6 4 0,-11 0 0,-3 3 0,-4 4 0,0 0 0,-7 4 0,-10 2-469,42-12 1,-2 0 468,-6 4 0,0 0 0,4-2 0,0 0-212,0 1 1,1-2 211,2 0 0,1-2 0,-43 10 0,0-1 0,6-3 0,10-2 0,-3-3 0,13-2-7,-1 0 7,6 0 0,4-3 0,-14 2 0,-7-4 0,-12-1 0,-4-1 423,-2-4-423,6 1 0,-11-1 0,7 0 0,42 0 0,1 0 0,-45 0 0,15 0 0,-1 0 0,-1 0 0,-14 0 0,46 0 0,0 0 0,-4 0 0,0 0 0,2 0 0,1 0 0,-4-1 0,-2-1 0,-2-3 0,-2-1-492,-6-1 0,-1-2 472,-7-1 1,-1 0 19,-2 0 0,0 0 0,-2 1 0,2 2 0,6 0 0,2 1 0,0 0 0,0 1 0,-2 1 0,0 1 0,-2 0 0,-1 1 0,-7 0 0,2 1 0,7 0 0,2 1 0,5-1 0,3 1-214,7 0 0,2 0 214,-40 0 0,9-1 0,22 1 0,18 0 457,16 0-457,15 0 983,41 11-509,6-3 7,39 10-481,-5-3 0,14 5-486,1 2 486,11 0 0,-43-11 0,2 0-492,7 1 0,3 0 359,9 2 1,3 0 132,4 1 0,2-1-492,4 1 0,0 0 1,4-1 1,1-2 490,3 0 0,1 0 0,4-1 0,0 0-492,3-1 0,-1-1 0,-3 0 0,-1 0 423,-1-1 1,-2 1 68,-11-1 0,-3-1 0,-6 0 0,-1 0-190,-6-1 1,-1 0 189,-5-2 0,0-1 0,4 0 0,0-1 0,-3-1 0,-1 0 365,-6-1 0,-2 1-365,43-1 0,-9 0 0,10 0 491,-42-1 1,0-1-428,-1-2 0,-1-2-64,0-1 0,0-3 0,31-11 0,-2 0 0,7-1 0,-2 1 0,5-3 0,0 1 0,-2-1 0,3 2 0,4 0 0,-7 1 0,-5 3 983,-7 2 0,-5 3-703,-2 3-280,-11 2 947,-1 2-947,-8 1 286,-1 0-286,-2 1 788,-11 1-788,-6 2 76,-9 0-76,-5 1 0,-3 0 0,-3 0 0,0 0 0,2 0 0,-3 0 0,5 0 0,3 0 0,5 0 0,17 0 0,12 0 0,6 0 0,3 0 0,-3 0 0,-5 0 0,-4 0 0,-6 0 0,-9 0 0,-3 0 0,-7 0 0,-6 0 0,-6 0 0,-47 0 0,4 0 0,-51 0 0,7 0-492,28 2 0,-4 1 319,-18 4 0,-5 1-319,-16 4 0,-7 2 164,21-2 0,-3 2 0,-3 0 0,-10 1 0,-4 1 0,0-1 82,19-3 0,-1-1 0,0 0 0,0-1 0,2 1 0,0 0 0,1-1 0,0 0 0,1-1 0,0 0 0,1 0 0,0 0-82,-23 4 0,2 1 0,2 0 0,12-1 0,3 1 0,-1 0 0,1-1 0,0 1 0,2-1 0,6-1 0,2-1 0,2 0-164,-19 2 0,2-2 332,-5 1 0,0-1 160,8-2 0,2 0 470,7 0 1,2-1-471,0-1 0,2-1 0,9-1 0,1-1 0,0-1 0,0-2 491,-1 0 1,0-1-1,4 0 1,1 0-412,-4 0 1,1 0-81,5-1 0,1 0 0,-37-5 0,-2-2 0,17-4 0,-9 0 0,33 5 0,-2 0 0,1 1 0,-1 0 0,-48-2 0,6 0 0,13 3 983,5-1 0,6-1 0,13 4 0,16-2 0,14 2 0,8 0 0,7 0 0,6 1 0,31-11-424,-4 4-559,23-7 0,-7 6 0,8-2 0,15-5 0,21-7-492,-33 7 0,2 0 353,11-3 0,3-1 139,7-3 0,3 0-492,7-1 0,4 0 0,7-2 0,3 0 164,-28 8 0,1 1 0,1 0 0,2 0 0,1 0 0,0 2 34,2-1 1,-1 2-1,0 0 294,-6 2 0,0 0 0,-1 1 0,30-3 0,-1 1-492,0 0 0,0 0 76,0 2 1,0-1 415,-28 4 0,-1 0 0,-1 0 0,23-4 0,-3 0 74,-12 2 0,-4 0-74,-12 1 0,-3 1 983,30-6-270,-15 4 270,-20 2 0,-18 1 0,-11 1 0,-9-2 0,-8 1 0,-2 1-831,-15-5-152,-2 4 0,-19-4 0,-9 4 0,-32 1 0,21 3 0,-4 1-492,-17 1 0,-5 1 164,12 1 0,-4 0 0,-3 0 0,-8 0 0,-3 0 0,-1 0 0,-3 0 0,-1 0 0,-1 0 0,2 0 0,0 0 0,0 0 0,0 0 0,0 0 0,0 0 0,-2-1 0,0-1 0,-2 1 82,19 0 0,-2 0 0,0-1 0,0 1 0,-2 0 0,0-1 0,0 1 0,1-1-82,-21 0 0,1 1 0,2-1 7,5 2 1,3 0 0,3-1 10,13 1 1,4 0 0,2 0 309,-20 0 0,4 0 365,13 0 0,5-1-365,11 0 0,2-1 983,-45-1 0,26-1 0,22 1 0,13 2 0,12-2 0,10 1 0,48-1 0,9 3-492,5-1 1,7 1-1,1 0 1,3 0-984,16 2 0,5 0 423,-16-1 0,2 0 0,2 1-259,12 1 0,2 0 0,3 0 0,7 1 0,3 1 0,2 0 82,-18-2 0,1 0 0,1 0 0,-2 0 0,-2 0 0,0 0 0,-1-1 0,0 1-82,21 0 0,0 0 0,-1 0 0,-1 0 0,-1-1 0,-1-1 0,-2 1 0,-1 0 0,-1 0 0,-3 0 0,0 1 0,-2-1 0,-3-1 0,-1 1 0,-1-1 160,-5 1 1,-2-1 0,0 1 167,-4-1 0,-1 1 0,-1-1 491,30 1 1,-2 0-419,-12 0 0,-2 0-73,-10 0 0,-2 0 491,-7-1 1,-1 1-1,-2-1 1,-2 1 491,42 2 0,-16-1 0,-11 0-585,-9-3-398,-18 0 0,-5 0 0,-12 0 983,-4 0 0,2 0 0,-7 0 0,1 0 0,-5 0-798,-3 0-9,0 0-176,-3 0 0,-1 0 0,0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2:53:06.34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6567 150 24575,'-52'-2'0,"-1"0"0,-19 0 0,-6 1-328,11 0 0,-3 1 0,-3 1 0,-17-1 0,-5 0 0,-2 0 82,18 0 0,-2 0 0,-1 0 0,-1 0 0,-9 0 0,-2 0 0,-1 0 0,-1 0 49,17 0 0,-2 0 1,1 0-1,-1 0 0,1 0-49,-18 0 0,0 0 0,2 0 0,0 0 0,8 0 0,1 0 0,2 0 0,3 0-82,-10 0 0,3 0 0,3 0 0,8 0 0,3 0 0,0 0 0,6 0 0,1 0 0,0 0 0,-2 0 0,0 0 0,2 0-164,-26 0 0,3 0 386,12 0 0,3 0 106,11 0 0,3 0 491,11 0 1,2 0 491,-50 0-162,20 0-821,7 0 983,10 0 0,6 0 0,6 0 0,3 0 0,-2-3 0,1 0 0,-6-2 0,-2-3 0,0-1-597,1 0-386,4 0 0,7 0 0,2 3 0,0 1 0,0 0 0,-4 2 0,-4 0 0,-11 0 0,-4 3 0,-1 0 0,0 0 0,8-2 0,2-1 0,10 0 0,11 0 0,10 3 0,20 0 0,43 0 0,33 0 0,-16 0 0,4 0-492,7 0 0,2 0 186,11 0 1,3 0-187,8 0 0,2 0 164,-23 0 0,1 0 0,1 0 190,0 0 0,1 0 0,0 0 138,4 0 0,0 0 0,-1 0 0,-6 0 0,-1 0 0,1 0 0,-1 0 0,1 0 0,0 0 0,1 0 0,0 0 0,1 0-328,0 0 0,0 0 0,1 0 0,7 0 0,0 0 0,1 0 147,-1 0 1,-1 0 0,0 0 180,-2-1 0,0 0 0,-2-1-328,-2 1 0,-1 0 0,-1-1 66,-2-1 1,0 0 0,-2 0 261,27-1 0,-2 0-130,-3-1 1,-1 1 129,-5-1 0,0 1 0,-6 1 0,-2 1 0,-7 0 0,-2 0 0,-3 2 0,-1 0 472,0 0 1,0 0-473,2 0 0,1 0 0,8 0 0,2 0 0,1 0 0,0 0 491,4 0 1,0 0-477,0 0 0,0 0-15,0 0 0,-3 0 0,-5 0 0,-1 0 491,-7 0 1,-1 0-305,-5 0 1,-2 0-188,41 0 0,-8 0 0,-23 0 983,-17 0-317,-13 0 317,-10 0-940,-2 0 940,-7 0-287,-3 0 147,-4 0-843,1 0 0,-49 0 0,-21 0 0,-6 2 0,-10 0-492,-14 4 0,-7 2 164,18-1 0,-4 1 0,-2 2 0,-11 4 0,-3 2 0,0 1 0,2-1 0,0 2 0,2 0 0,5-1 0,3 0 0,-1 0 0,2 1 0,0 0 0,-1 0 0,0-1 0,0-1 0,-4 1 82,10-1 0,-3 0 0,-2 1 0,-1 0 0,-6 0 0,-2 1 0,-1-1 0,1 1 0,-2 0 0,1 0 0,-1-1 0,1 1 0,0-1 0,-1-1 0,2 1 0,0-2 0,6-1 0,1 0 0,1-1 0,1 0 0,6-1 0,2 0 0,0-1 0,0 0 91,-20 2 0,0 0 1,2-1 154,5-1 0,2 0 0,2-1 265,12-1 0,2-1 1,0 0-266,4-1 0,0 1 0,3-1 0,-14 1 0,5-1 0,11 0 0,2 0 491,1-1 1,1-1-1,-1-1 1,1-1-470,-1 0 1,0-1-23,0-1 0,1 0 0,-1-1 0,0 1 0,3-1 0,0 0 0,-3 0 0,-1 0 0,-2-3 0,1-1 0,4-1 0,1-1 0,3-1 0,3-1 983,-39-11 0,20 3 0,11 1 0,18 3 0,12 3 0,11 1 0,9 3 0,62 2 0,4 2-492,-6 1 1,4-1-747,2 1 1,2 0 254,5 0 0,2 0 0,13 0 0,3 0-492,14 0 0,3 0 164,-30 0 0,0 0 0,2 0 0,5 0 0,3 0 0,-1 0 0,3 0 0,0 0 0,1 0 0,4 0 0,1 0 0,0 0 0,-1 0 0,0 0 0,1 0 0,0 0 0,1 0 0,0 0 78,-1 0 1,-1 0 0,0 0 249,-3 0 0,-2 0 0,-1 0 0,-6 0 0,-2 0 0,0 0 0,28 0 0,-1 0-301,-4 0 0,-2 0 301,0 0 0,1 0 0,6 1 0,0 1 0,-7 1 0,-1 1 0,-4 1 0,-3 1 0,-6 1 0,-2 1 454,-5 0 1,-2-1-455,-3 0 0,0-1 0,-3-2 0,-1 0 0,-1-2 0,1 0 0,-2 0 0,0-1 0,-1 1 0,0 0 0,-6 0 0,0 0 0,-1 0 0,-1 0 491,0-2 1,1 0-90,1 0 1,0 0-403,6 0 0,1 0 0,1 0 0,-1 0 0,-4 0 0,-1 0 0,-2 0 0,-2 0 0,47 0 0,-11 2 0,-12 1 983,-16 1 0,-19-2 0,-15-2 0,-7 0 0,-8 0 0,-76 0-778,-31 0-533,24 0 0,-11 0 0,-5 0 82,11 0 0,-3 0 0,-4 0 0,-2 0 49,2 0 0,-2 0 1,-3 1-1,-1-1 0,1-1 0,-4 1 0,0-1 1,-1 1-1,0-2 0,2 1 0,4-2 0,1 0 1,0 0-1,1-1 0,-2 0 0,-2-2 0,-2 1 1,1-2-1,-1 0 0,1-2 0,-1 0 0,1-1 1,-1 0-1,1-2 0,-1 1 0,-1 0 0,0-1 1,0 0-1,-1 0 0,1 0 0,0 0 0,-1 1 1,1-1-1,1 0 0,1 1 0,9 0 0,0 0 1,1 0-1,1 0 0,2 1-49,-13-2 0,1 0 0,2 0 0,2 1 0,8 1 0,2 1 0,1-1 0,3 1-82,-8-1 0,4-1 0,3 1 694,-13-2 0,7 1-366,19 2 0,2 0 491,6 0 1,3 0 491,-18-3 0,23 1 0,18 2 0,12 2 0,7-1 0,2-1 0,27 1 0,4 3 0,32 3 0,7 2 0,34 0-1475,-34 0 0,6 0 336,17 0 0,6 0-172,-22 0 0,2 0 0,3 0 0,8 0 0,3 0 0,-1 0 0,-1 0 0,1 0 0,-1 0 257,1 0 1,0 0 0,-1 0 70,1 0 0,-2 0 0,-1 0 0,-10 0 0,-2 0 0,0 0 0,3 0 0,0 0 0,-1 0-328,-5 0 0,-2 0 0,0 0-149,29 0 0,-1 0 477,3 0 0,0 0 0,-6 0 0,-1 0 0,-3 0 0,-2 0-372,-10 0 0,-2 0 372,-7 0 0,-2 0 0,-7-1 0,-2 2 983,42 1-695,-5 2-288,-17-1 983,-14 0 0,-6-3-80,-7 0-903,5 0 0,0 0 983,8 0 0,16 0-514,4 0-469,5 0 0,-5 0 0,-1 0 0,1 0 0,2 0 983,-10 0-831,-8 0 109,-1 0-261,-3 0 0,6 0 0,-2 0 0,-1 0 0,3 0 0,1 0 0,4 0 0,-1 3 0,-4 0 0,2 3 0,-10 2 0,-5-2 0,-5 1 0,-8 0 0,-2 0 0,-8-2 0,-6 0 0,-5-1 0,-5-2 0,-5 2 0,-4 1 0,-34 7 0,-25 8 0,1-4 0,-8 1-492,-17 6 0,-7 1 164,13-5 0,-4 1 0,-3-1 0,-13 2 0,-4-1 0,-3 0 82,16-4 0,-2 0 0,-1-2 0,1 0 0,1-1 0,0 0 0,1-2 0,0 0 0,2-1 0,0-1 0,0 0 0,1-1 0,3 0 0,1-1 0,0 0 0,2-1-82,-17 0 0,1 0 0,3-1 0,7-1 0,1 0 0,4-1 0,-11-1 0,6 0 328,18-2 0,3 0-146,-34 0 146,0 0 0,6 0 0,19 0 983,11 0-227,6-4 227,5-7 0,-5-6 0,-1-3 0,-2 0 0,-7-2 0,-2 3 0,1 2 0,1 5-928,-7 4-55,-8 1 0,-9 2 0,-7 1-534,-4 3 534,4 1 0,-1-1 0,8 1 0,16 3 0,8 0 0,20 2 0,14 0 0,10-2 0,7 3 0,33 3 534,8-4-534,42 5 0,-24-6 0,5 0-492,16 0 0,6 1 164,-13-1 0,4 0 0,1 0 0,4 0 0,0 0 0,2 0 0,8 0 0,1 1 0,2 0 0,9 0 0,2 0 0,2 0 82,-20-2 0,2 1 0,0 0 0,2-1 0,8 1 0,1-1 0,1 0 0,-1 0 0,-4-1 0,-1 0 0,-1 0 0,-1 0 0,-3-1 0,-2 1 0,0 0 0,0-1 211,20 0 0,0-1 1,-2 0-294,-7 0 0,-2 1 0,0-1 41,-1 0 0,-1 0 1,-4 0 309,-11 0 0,-3 0 0,-3 0-23,18 0 0,-4 0 491,-12 0 1,-2 0-376,-9 0 1,-2 0-117,-3 0 0,-2 0 0,37 0 983,-13 0 0,-6 0 0,0-2 0,-7-1 0,-4-3 0,-8-2 0,-11 2 0,-5-2 0,-7 3-311,-5 2-672,-3-1 0,-6 1 0,-1 0 0,-2 1 0,-1 1 0,0-1 0,1-4 0,0 1 0,-1-2 0,3 2 0,5 0 0,4-1 0,6 0 0,1-1 0,0 1 0,-4 3 0,-5-2 0,-5 3 0,-4-1 0,0 1 0,-1 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2:10:39.10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24575,'51'0'0,"13"0"0,-11 0 0,4 0-492,-3 0 0,2 0 241,7 0 1,3 0 250,7 0 0,1 0 0,-11 0 0,1 0-492,10 0 0,1 0 479,-6 0 0,-4 0 13,-11 0 0,-1 0 196,-1 0 0,-2 0-196,38 0 0,-5 0 0,1 0 0,-13 0 0,-12 0 0,-16 0 0,-7 0 0,-6 0 705,-3 0-705,-1 0 983,-1 0-791,1 0 31,-1 0-223,3 0 0,0 0 0,6 0 0,0 0 0,3 0 0,5 0 0,0 0 0,6 0 0,2 0 0,3 0 0,7 0 0,3 0 0,3 0 0,3 0 0,1 0 0,-3 0 0,-3 3 0,-7 0 0,-2 0 0,-8 0 0,-8-3 0,-2 2 0,-4 0 0,0 1 0,-1-1 0,-6-1 0,0-1 0,-1 0 0,-2 0 0,-1 2 0,-5 1 0,-1-1 0,-1 0 0,-2-2 0,1 0 0,-1 0 0,1 0 0,3 0 0,1 0 0,1 0 0,-1 0 0,1 0 0,1 0 0,1 0 0,1 0 0,2 0 0,0 0 0,-5 0 0,0 0 0,-3 0 0,0 0 0,1 0 0,-1 0 0,-2 0 0,-2 0 0,-1 0 0,-2 0 0,0 0 0,3 0 0,-4 0 0,4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2:10:41.53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22 24575,'33'0'0,"-1"0"0,-5 0 0,4 0 0,0 0 0,1 0 0,-1 0 0,-2 0 0,4 0 0,6 0 0,5 0 0,3 0 0,-1 0 0,-1 0 0,0 0 0,1 0 0,-4 0 0,0 0 0,-2 0 0,-2 0 0,-3 0 0,-3 0 0,-2 0 0,2 0 0,3 0 0,2 0 0,1 0 0,-3 0 0,2-2 0,-2-1 0,0 0 0,2-2 0,-3 2 0,-3 0 0,-4 0 0,-5 3 0,2 0 0,1 0 0,0 0 0,-1 0 0,0 0 0,0 0 0,1 0 0,0 0 0,0 0 0,0 0 0,-1 0 0,2 0 0,2 0 0,2 0 0,5 0 0,-1 0 0,4 0 0,2 0 0,1 0 0,1 0 0,-1 0 0,1 0 0,0 0 0,1 0 0,-4 0 0,-4 0 0,0 0 0,0 0 0,5 0 0,4 0 0,-2 0 0,0 0 0,-1 0 0,-2 0 0,3 0 0,-1 0 0,0 0 0,2 0 0,-4 0 0,-1 0 0,-1 0 0,3 0 0,3 0 0,-1 0 0,0 0 0,-1 0 0,-1 0 0,1 0 0,-3 0 0,-3 0 0,1 0 0,-3 0 0,-2 0 0,-2 0 0,-5 0 0,0 0 0,3 0 0,1 0 0,2 0 0,-2 0 0,0 0 0,0 0 0,1 0 0,-1 0 0,-1 0 0,-5 0 0,-1 0 0,0 0 0,0 0 0,5 0 0,1 0 0,4 0 0,2 0 0,2 0 0,2 0 0,1 0 0,0 0 0,1 0 0,-3 0 0,2 0 0,-1 0 0,0 0 0,3 0 0,1 0 0,0 0 0,4 0 0,-3 0 0,-1 0 0,-2 0 0,-4 0 0,2 0 0,-3 0 0,-1 0 0,-1 0 0,-3 0 0,1 0 0,2 0 0,3 0 0,0 0 0,-1 0 0,0 0 0,1 0 0,3 0 0,3 0 0,-3 0 0,1 0 0,-5 0 0,-5 0 0,1 0 0,-6 0 0,2 0 0,-4 0 0,-2 0 0,-2 0 0,-2 0 0,-2 0 0,0 0 0,-1 0 0,-2 0 0,0 0 0,-2 0 0,1 0 0,-1 0 0,1 0 0,-2 0 0,1 2 0,0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2:10:43.54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24575,'30'0'0,"1"0"0,-8 0 0,4 2 0,3 3 0,3 3 0,2 2 0,-1 0 0,-4 0 0,-3 0 0,-1-3 0,-3-1 0,-4-2 0,-3-1 0,-1 1 0,-1 1 0,-2-1 0,-1-1 0,-2 0 0,-1 0 0,1 3 0,-2-1 0,1 3 0,-2-2 0,-1 1 0,1 2 0,-1-3 0,1 4 0,-2-3 0,0 0 0,3 4 0,-4-3 0,-1 2 0,-16-6 0,0-2 0,-13-2 0,4 0 0,-1 0 0,2 0 0,6 0 0,2 0 0,2 0 0,2 0 0,1 0 0,0 0 0,-1 0 0,0 0 0,1 0 0,0 0 0,0 0 0,1 0 0,-5 0 0,4 0 0,-3 0 0,4 0 0,-2-2 0,1 0 0,0-1 0,-1-1 0,3-1 0,0 0 0,-3-2 0,3 5 0,-3 0 0,-1 1 0,1 1 0,0 0 0,1 0 0,-2 0 0,2 0 0,-4 0 0,5 0 0,-1 0 0,-3 0 0,4 0 0,-3 0 0,0 0 0,-2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2:10:45.00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24575,'50'4'0,"-2"-1"0,-7-3 0,3 0 0,1 0 0,-8 0 0,-2 0 0,-7 0 0,2 0 0,-1 0 0,-2 0 0,-3 0 0,-3 0 0,0 0 0,-2 2 0,1 0 0,-4 1 0,0-1 0,-3-2 0,-3 0 0,1 0 0,-2 0 0,3 1 0,1 2 0,-1-1 0,1 0 0,-2 0 0,3 0 0,-1 2 0,-1 0 0,1-1 0,-2-2 0,-1-1 0,1 2 0,-2 0 0,1 0 0,0 0 0,-1-1 0,1-1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2:10:49.00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79 0 24575,'66'0'0,"19"0"0,-36 0 0,3 0-492,10 0 0,3 0 0,8 0 0,1 0 224,-2 0 1,0 0 267,2 0 0,-2 0 0,-9 0 0,-3 0 0,39 0 12,-10 0-12,-7 0 0,-1 0 0,2 0 593,-10 0-593,-11 0 0,-7 0 0,-7 0 983,1 0-715,4 0 379,2 0-647,12 0 0,-5 0 0,5 3 0,4 2 0,-1 4 0,12 2 0,4 5-423,7 1 423,-7 0 0,-3-1 0,-3-3 0,-7 0 0,4-3 0,-8-1 0,-6-3 0,-6-3 0,-6 2 0,-3-3 0,2 1 0,2 2 423,1-2-423,0 0 0,-2 0 0,-2-3 0,-3 0 0,-4 0 0,-1 0 0,-9 0 0,-5 2 0,-1 0 0,-4 1 0,1-1 0,1-2 0,-1 2 0,2 1 0,-1-1 0,2 0 0,2-2 0,0 0 0,2 0 0,0 0 0,-2 0 0,3 0 0,3 0 0,5 0 0,4 0 0,2 0 0,0 0 0,1 0 0,-1-2 0,0-3 0,-2-1 0,-5-2 0,-5 3 0,-6 0 0,-5 0 0,-5 2 0,-5-1 0,-2 0 0,-1 0 0,-2 0 0,-2-6 0,-2 3 0,-2-5 0,-1 1 0,-4 4 0,-3 0 0,-6 3 0,-7 2 0,-1-1 0,-3 1 0,-3 1 0,-5 1 0,-2 0 0,0 0 0,5 0 0,0 0 0,-2 0 0,-5 0 0,-9 0 0,-3 0 0,-1 0 0,-2 0 0,1 0 0,0 0 0,1 0 0,1 0 0,-1 0 0,-1 0 0,-1 0 0,-2 0 0,-14 0 0,-2 2 0,-13 3 0,0 3 0,7 2 0,-1-1 0,11-3 0,-5 0 0,8 3 0,2-2 0,8 0 0,7-2 0,-3-1 0,-1 2 0,-6 0 0,-9 2 0,-2 0 0,-11 1 0,-7 1 0,5 0 0,-12 4 0,2-1 0,6 0 0,-3 0 0,10-1 0,10 0 0,-5-1 0,8 0 0,2-2 0,-4 0 0,6 0 0,1 0 0,3 0 0,4-1 0,5 1 0,4-1 0,5 0 0,3 0 0,3-3 0,7-1 0,1 0 0,1 0 0,-2 0 0,-3 1 0,-1 0 0,-6-2 0,-3 2 0,-5-2 0,-2 3 0,-4-1 0,0 0 0,5 1 0,4-4 0,7 2 0,2 0 0,1 1 0,3 0 0,3 0 0,4-2 0,2-1 0,3 1 0,0-1 0,-2 0 0,0 3 0,-3-1 0,1 0 0,0 0 0,-3 0 0,-1 1 0,-1 0 0,-1 2 0,0-2 0,-2 2 0,1 0 0,0-1 0,2 0 0,1-1 0,2-1 0,4 1 0,3-2 0,4 1 0,2-2 0,-5 0 0,3-2 0,-4 1 0,5-1 0,-1 0 0,0 1 0,4 10 0,6-3 0,12 5 0,8-7 0,7-1 0,1 0 0,2-1 0,4 0 0,6 1 0,0-2 0,0 2 0,3-1 0,2 1 0,10 0 0,9 1 0,4 0 0,12-2 0,8-1-478,0-3 478,7 0 0,-46 0 0,0 0 0,41 0 0,8 0 0,-7 0 0,-3 0 0,4 0 0,-4 0 0,-4 0 0,-9 0 0,-7 0 0,-9-3 0,-9 0 0,-6-2 0,-4 0 0,-2 2 0,1-2 478,-1 2-478,-4 0 0,-2-1 0,-1 1 0,2-3 0,7 1 0,5-1 0,5 1 0,3-1 0,-3 1 0,4 1 0,0 0 0,1 1 0,8 0 0,-2-2 0,0 2 0,-4-1 0,-10 1 0,-2 3 0,-10 0 0,-3 0 0,-5-1 0,-7 1 0,0 0 0,-1 0 0,4 0 0,6-2 0,5 0 0,5-1 0,14 0 0,1 3 0,7 0 0,8-1 0,-6 1 0,8 0 0,-6 0 0,-8 0 0,-3 0 0,-4 0 0,-1 0 0,2 0 0,-5 0 0,-4 0 0,-3 0 0,-4-2 0,-2 0 0,-5-1 0,-1 0 0,-1 3 0,0 0 0,0 0 0,1 0 0,3 0 0,5 0 0,6 0 0,5 0 0,2 0 0,3 0 0,4 0 0,-1 0 0,-3 0 0,-3 0 0,-9 0 0,-6 0 0,-5 0 0,-3 0 0,-2 0 0,1 0 0,-2 0 0,-3 0 0,-1 0 0,-2 0 0,0 0 0,-1 0 0,0 0 0,2 0 0,3 0 0,-1 0 0,0 0 0,1 0 0,1 0 0,0 0 0,-2 0 0,-1 0 0,-4 0 0,-1 0 0,-2 0 0,-3 0 0,-33-3 0,15 2 0,-27-3 0,23 4 0,1 0 0,-4 0 0,2 0 0,0 0 0,0 0 0,6 0 0,-2 0 0,1 0 0,1 0 0,-5 0 0,7 0 0,-2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2:10:50.57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1 131 24575,'41'-5'0,"2"2"0,-8 3 0,10 0 0,13 0 0,-1 0 0,4 0 0,-7 0 0,-11 0 0,0 0 0,-11 0 0,-7 0 0,-4 0 0,-6 0 0,-1 0 0,-3 0 0,-1 0 0,-1 0 0,-23-17 0,6 10 0,-21-15 0,9 15 0,-2-2 0,-1-1 0,1 2 0,2 1 0,1 2 0,1 2 0,0-1 0,0 2 0,3-1 0,1 1 0,0 2 0,0 0 0,-1-1 0,-1-1 0,1-1 0,3 1 0,3 0 0,-2 0 0,4 0 0,-5 0 0,3 2 0,-2 0 0,3 0 0,0 0 0,-7 0 0,3 0 0,-3 0 0,5 0 0,2 0 0,-3 0 0,2 0 0,-2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2:10:52.60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171 90 24575,'40'0'0,"3"0"0,0 0 0,1 0 0,8 0 0,2 0 0,8 0 0,2 0 0,-2 0 0,-4 0 0,-10 0 0,-5 0 0,-10 0 0,-8 0 0,-6 0 0,-7 0 0,-2 0 0,-37-10 0,6 2 0,-30-8 0,16 6 0,-1 3 0,-3-1 0,3 3 0,-1 1 0,2 2 0,4 1 0,-3 0 0,3 1 0,2 0 0,1 0 0,0 0 0,4 0 0,1 0 0,5 0 0,2 0 0,0-2 0,-1 0 0,3-2 0,0 0 0,2 1 0,0 1 0,-1 2 0,2-1 0,-3 1 0,-2 0 0,0 0 0,1 0 0,0 0 0,-2 0 0,2 0 0,-3 0 0,4 0 0,1 0 0,2 0 0,2 2 0,0 0 0,2 5 0,1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2:10:54.20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235 158 24575,'44'0'0,"9"0"0,10 0 0,-3 0 0,5-2 0,-6-2 0,-3 3 0,2 2 0,-13 5 0,-7 1 0,-8 0 0,-7 0 0,-8 1 0,-6-1 0,-33-2 0,7-3 0,-33-2 0,11 0 0,-7 0 0,2 0 0,7 0 0,3 0 0,2 0 0,-4 0 0,-4 0 0,-1 0 0,-3 0 0,-4 0 0,-1 0 0,-1-2 0,1-4 0,6-2 0,6 0 0,6 1 0,10 2 0,5 1 0,5-2 0,4 0 0,2-2 0,4-4 0,0 1 0,1-3 0,0 2 0,0-2 0,0 0 0,0 2 0,0 1 0,0 2 0,5 0 0,0 2 0,7 1 0,-4 2 0,3 2 0,-3 0 0,0 2 0,4-1 0,-2 1 0,2 0 0,-3 0 0,-1 0 0,0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2:11:00.20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9 24575,'71'-5'0,"7"2"0,10 3 0,-34 0 0,3 0-492,6 0 0,2 0 0,7 0 0,2 0 0,3 0 0,-1 0 0,3 0 0,1 0 0,1 0 0,0 0 0,-10 0 0,-1 0 0,-4 0 0,-1 0 0,-4 0 0,-1 0 344,-8 0 1,0 0 638,1 0 1,-1 0 2,41 0-494,-9 0 0,1 0 0,-12 0 0,-9 0 0,-9 0 983,-9 0 0,-1 0 0,-2 0 0,-2 0 0,3 0 0,10 0-191,10 0-792,6 0 0,2 0 0,5 0 0,6 0 0,2 0 0,-2 0 0,-11 0 0,-3 0 0,2 0 0,-9 0 0,-3 0 0,-5 2 0,-1 1 0,6 2 0,-2 2 0,0 2 0,0 0 0,0-1 0,3 1 0,1 0 0,0 3 0,-1 0 0,-5-1 0,-8 0 0,-6-2 0,-3 0 0,1 1 0,4-1 0,1-1 0,4-1 0,2-3 0,0-1 0,-1-1 0,-7 1 0,-1 0 0,-1 0 0,-4-3 0,1 1 0,4 2 0,4 0 0,9-1 0,1 1 0,1 0 0,-5-1 0,-7 1 0,-5-3 0,-9 0 0,-6 0 0,-8 0 0,-5 0 0,-5-1 0,-2-10 0,-2 1 0,-3-4 0,-4 6 0,-4 1 0,-8 2 0,-5-2 0,-6 0 0,-8-2 0,-4-1 0,-4 1 0,-5 0 0,0 1 0,-3-1 0,-16-4 0,-6 4 0,-1 1 0,-4-1 0,12 3 0,-3-3 0,-9 2 0,-1 2 0,0 2 0,5 2 0,8 0 0,7 1 0,9 0 0,7 0 0,3 0 0,7 0 0,-1 0 0,-5 0 0,-6 0 0,-17 0 0,-14 3 0,-13 3-492,36-2 0,-1 2 353,-8 2 1,-2 1 138,-10 2 0,-3 2-492,-8 3 0,-1 1 0,-5 2 0,-1 1 325,-4 1 1,-1 1 166,32-7 0,1 1 0,1 0 0,-23 4 0,1 0 0,5 0 0,2-2-492,5-1 0,2-1 376,6-2 0,1-1 116,-8 3 0,-1-1 0,9 0 0,1-2-308,3-1 0,1 0 308,3-2 0,1-1 0,-35 6 765,1-1-765,14-1 0,1 0 983,10-1 0,6-3-794,8-3 794,9-4-572,3-2 382,6 0-793,0 0 287,6 0-287,6 0 0,3 0 0,3 0 0,3 0 0,1 0 0,0 0 0,-2 0 0,-1 0 0,-2 0 0,-2 0 0,-1 0 0,-2 0 0,-1 0 0,5 0 0,0 0 0,2 0 0,3 0 0,1 0 0,2 0 0,-1 0 0,-4 0 0,0-1 0,0-2 0,0-3 0,2-2 0,2-1 0,2 1 0,5-1 0,2 0 0,0 1 0,8-5 0,7 5 0,8 0 0,7 5 0,2 3 0,7 0 0,15 0 0,13 0 0,9 0 0,14 0-679,3 0 679,-41 0 0,2 0 0,5 0 0,1 0 0,1 2 0,0 0 0,2 1 0,-1 1 0,0 1 0,-2 0 0,35 8 0,-1 4 0,-10 2 0,7 4 0,-37-10 0,1-1 0,-3-1 0,0-2 0,47 10 0,-11-5 0,-5 0 0,-4-4-145,4-3 145,-8-4 0,-7-3 0,-12 0 0,-8 0 0,-2 0 0,-2 0 0,3 0 673,0 0-673,-1 0 151,0 0-151,1 0 0,-1 0 0,0 0 0,3 0 0,0 0 0,0 0 0,-6 0 0,-4 0 0,0 0 0,1 0 0,2 0 0,-2 0 0,-4 0 0,-2 0 0,2 0 0,0 0 0,2-2 0,0-3 0,0-3 0,-4-2 0,-5 3 0,-3 0 0,-6 3 0,-2-1 0,-2 0 0,-4 3 0,-1-2 0,-3-1 0,-2-5 0,-3 2 0,-2-3 0,-5 3 0,1 2 0,-12 2 0,2 0 0,-8 1 0,0 1 0,-6 0 0,-12 2 0,-13 0 0,-22 0 0,-20 0-492,38 0 0,-2 0 452,1 0 1,0 0 39,0 0 0,1 0 0,2 0 0,0 0-338,-45 0 338,49 0 0,0 0 0,-41 0 0,-3 0 0,11 0 0,1 0 0,2 0 0,10 0 0,-15 0 0,2 0 0,7 0 0,-2 0 0,3 0 0,-10 0 0,-7-3 0,1-3 0,-3-2 0,14 0 0,-1 2 0,0 3 0,3 0 0,-7 1 0,2 2 0,-1-1 0,-4 1 0,8 0 0,5 0 0,9 0 0,9 0 983,6 0-922,5 0-61,10 0 357,4 0-357,6 0 0,5 0 0,1 0 0,6 0 0,2 0 0,7 0 0,31 0 0,-3 0 0,43 0 0,-7 0 0,17 0 0,9 0 0,-5 0 0,8 0 0,-13 0 0,-10 0 0,-3 0 0,-3 0 0,7 0 0,3 0 0,-5 0 0,-10 0 0,-8 0 0,-10 0 0,-8 0 0,-6 0 0,-6 0 0,-4 0 0,-3 0 0,-23-17 0,11 6 0,-20-14 0,16 11 0,0 0 0,1-1 0,-2 2 0,0 2 0,0 1 0,-4 4 0,-1-1 0,-2 2 0,-2 1 0,-3-1 0,0 1 0,-3-2 0,-2 2 0,1-3 0,0 0 0,4 1 0,7-1 0,6 1 0,4-1 0,3-5 0,5 5 0,4-1 0,6 6 0,7 2 0,2 0 0,4 0 0,6 0 0,0 0 0,2 0 0,1 0 0,0 0 0,-1 0 0,-3 0 0,-7 0 0,-6 0 0,-7 0 0,-3 0 0,-32 15 0,8-3 0,-25 14 0,19-8 0,2-1 0,1 7 0,2 2 0,3 2 0,2 2 0,6-8 0,2 1 0,3-2 0,-1-3 0,1-2 0,0-2 0,4-2 0,5-1 0,4-3 0,7 0 0,6-1 0,4-1 0,4 2 0,-1-1 0,-3 3 0,-4 1 0,-3 3 0,-6 0 0,-2 2 0,-3 0 0,-3 0 0,-1-1 0,-2-3 0,-1-3 0,-1-1 0,4-1 0,-1-2 0,3-3 0,2-1 0,-3-3 0,3-2 0,-4-1 0,-1 1 0,4 2 0,-42 20 0,13-6 0,-36 13 0,16-9 0,-14 5 0,-6 0 0,1-1 0,4-3 0,15-7 0,-1 1 0,1 2 0,1 1 0,0-1 0,2-1 0,2-3 0,-1 0 0,0 0 0,2 1 0,0-1 0,6-2 0,2-2 0,2 1 0,2-2 0,1 1 0,2 0 0,1-3 0,3 2 0,2-2 0,-3 2 0,1 0 0,-4-2 0,-1 2 0,-1-2 0,-2 3 0,-3 0 0,-4 0 0,0 0 0,1 0 0,-1 2 0,0 1 0,-1-1 0,3-1 0,6 0 0,4-1 0,4 2 0,3-2 0,32-6 0,-6 1 0,28-4 0,-17 1 0,10 0 0,8 0 0,4 1 0,1-1 0,-2 0 0,-6 0 0,-1 1 0,1 2 0,0 0 0,4 0 0,1 0 0,-5 0 0,0 0 0,-2 0 0,-1 0 0,-2 0 0,-1 0 0,-3 0 0,3 2 0,-4 1 0,-3 2 0,1 1 0,0-1 0,2 2 0,1-1 0,-3-3 0,-1 1 0,-2-1 0,-3 0 0,-2-1 0,-2-2 0,-2 0 0,-3 0 0,-4 0 0,-3 0 0,-2 0 0,3-1 0,-4-12 0,0 2 0,-5-12 0,-1 6 0,0 0 0,0-2 0,-2 3 0,-2 1 0,-3 1 0,-3 3 0,-2 1 0,-5 0 0,-2 3 0,-4-1 0,-4 2 0,-1 1 0,-6 2 0,-1 3 0,-2 0 0,-3 0 0,4 0 0,1 0 0,1 0 0,2 0 0,0 0 0,3 0 0,6 0 0,3 0 0,5 0 0,1 0 0,0 0 0,0 2 0,-4 2 0,1 2 0,-4 3 0,-5-1 0,-3 1 0,-7 2 0,-3-1 0,1-1 0,2-3 0,1-1 0,6-1 0,0-1 0,4 1 0,5-2 0,2 1 0,5 0 0,0-1 0,0 0 0,1 0 0,-2-1 0,-1-1 0,-2 1 0,-1-1 0,-1 1 0,0 2 0,2-1 0,1 2 0,0-1 0,1 1 0,-1 1 0,3-3 0,1 0 0,2-2 0,-1 0 0,2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2:11:01.62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24575,'30'0'0,"-5"0"0,-9 0 0,0 0 0,5 0 0,2 0 0,2 0 0,3 0 0,0 0 0,5 0 0,1 0 0,-3 0 0,-2 0 0,-6 0 0,-1 0 0,0 0 0,-2 0 0,-3 0 0,-2 0 0,-3 0 0,-3 1 0,0 2 0,-1-1 0,3 0 0,-2-2 0,1 0 0,2 0 0,-3 0 0,3 0 0,-4 0 0,0 0 0,3 0 0,-3 0 0,3 0 0,-1 0 0,2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2:11:03.15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24575,'33'0'0,"3"0"0,-8 0 0,2 0 0,-2 0 0,-2 0 0,1 0 0,-3 0 0,-6 0 0,-1 0 0,-4 0 0,-1 0 0,1 0 0,0 0 0,-1 0 0,-1 0 0,0 0 0,-3 0 0,1 0 0,3 0 0,-4 0 0,4 0 0,-2 0 0,0 0 0,0 0 0,-1 0 0,0 0 0,3 0 0,-2 0 0,2 0 0,-4 0 0,0 0 0,3 0 0,-3 0 0,3 0 0,-3 0 0,0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2:11:04.24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24575,'39'4'0,"2"0"0,-9-4 0,10 0 0,3 0 0,3 0 0,-3 0 0,-2 0 0,-5 0 0,-2 0 0,-2 0 0,-7 0 0,-4 0 0,-5 0 0,-2 0 0,0 0 0,0 0 0,-2 1 0,-2 1 0,-2 0 0,-2 0 0,1-2 0,3 0 0,-2 2 0,1 0 0,-3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A2D73-2532-A640-A667-27AB4D0D333F}" type="datetimeFigureOut">
              <a:t>11/12/25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FF3D1-0F45-2240-9B47-75654C02E24A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7142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23081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A9BB6-5783-433E-1A58-6A6713D94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44C3D-A27D-FBAE-7131-D9D24C348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DE895-2461-CE5D-A6E4-5E00AF9B6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99379-4470-7CE5-6C9C-0D6882C00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98332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EDB50-3177-88E2-9DF1-DAF8D1549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875E7-6B98-F29F-62E6-4DC31C359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6700D-609D-6EFB-ED48-C09CDB219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CF1A0-5A57-D22B-C08E-4CEB27511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37141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A77F1-73AB-15FE-16E2-772680457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E80F5-D80E-2EE7-B9A3-3BAE94039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37C15D-DFB2-0BAD-C43B-6176069CF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61320-AAF4-C2D2-9AF2-FA109FA1C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97603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C7AD3-6850-415E-EB5E-21B273F01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D6B64-BB19-737A-7EF5-A0DBEF4537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FAE4B-C816-31FD-ECC2-06E407D24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E03B2-9F69-D39C-2F85-A618BE372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44602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7787D-A12B-385A-D32E-CC59B913F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18A7C-2D69-9E1E-6627-19C264E55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783F7-6306-4E4D-168E-0F3D9DE26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964A9-87BC-753E-5F5C-7966AD53D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22136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3DA9A-9D2B-D89A-BED0-F9C223645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6775A-43DA-4B40-1F89-B37778E6B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E31FB-1D20-EB9B-DE0C-E1AD8D1D2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A886E-1FB7-D8D0-A6D4-4E885DCE7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32103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49668-DF56-717F-A1FA-ACE96A5DE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CB3B2-30DC-EE55-D69F-A1FDB0964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1DBB5F-6114-B194-B976-61EFAF518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CA14A-A74D-7B00-63BD-C8C619C90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04887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7BBFC-DBAC-B7C8-826C-35438676B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E4333-C227-1D48-FE81-D37EA5220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2A4AB-5772-C9E1-66F6-0E06AB13A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D59FE-FC09-E464-9884-825E4AE3E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67573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DC397-43B0-0F09-55B2-D06CDAC7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C4125-5412-66DB-CCBD-DACC84A2A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48062-1BC4-A781-04E4-C60CDE598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73D8A-2358-0853-DF80-47ABF8F47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292664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FEFCA-C3B5-4CE0-C568-2394246E7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FBAF2-AE8F-38B2-E9C2-4A3511469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C3F62F-D4BE-6A22-008C-D0BDF6F22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FA74C-0F90-D175-DA95-43B45FB13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353555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187C4-FB1C-AA62-DB69-1E38B54C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646F4-694B-CC1D-CD04-C9CEFB2D8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1CD4A-63FC-9773-1F64-A2125546E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0890D-2EE5-0E54-8565-E363150C5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78563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3A00C-982A-4F8E-61A0-43DD6850D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5DAAE-AB01-0A51-344C-863EE01DA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F7769-878C-ED26-B405-6C1B701F2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B2986-9719-A31D-685B-AD3EE38C9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231580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FB45F-9121-734C-912A-E897BD718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56ADD-8CEF-3109-D994-9408B0272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7CE59-85B2-F3CF-B329-7C8603AE4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773B7-886F-5307-FFC1-4DCF8DD99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984348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9520D-2AFA-6FD9-122B-0276DC0A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727468-76DB-9392-DD14-F599503C8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C495B-DF27-F0DB-43EE-9986A7582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C8A43-C757-3241-10A1-D17671FBE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937169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61CA8-1B5D-0EB8-D5F2-C5E28FDE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04D3D-2BBB-1E27-8AE7-435476E36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F706C-605B-2CDA-697D-4D8776E24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E95DF-2C60-C808-8ADD-F40389392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931171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2029D-A770-3FB0-C384-0505A0645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BE13E-5AC1-A51A-3C7F-03BF48E00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F5DC71-7BF7-AED5-CF6D-2C9B8952A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6D3B9-AD05-DABA-582E-4E2337A8F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226285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890B3-C45B-C2F5-B61A-97B05EFC7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DC110-1B99-9B91-4294-D61AB3C2F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26A90-F5C9-853D-C8BA-D121715B4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E9EEB-817B-272A-FFA7-F85EDA292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880971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6DB47-2E9F-9F7B-918A-C4FE2332C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4BC36-47E3-B9C6-5F6C-772B36591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12381-81D3-7DD8-C7B6-BC1D5B706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43BF0-C0D6-3DFF-3734-F98F39784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092289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9F9DE-A0ED-E419-8558-E83C73B9C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1BF85D-F10A-0D98-4BE4-7FBD7043A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CD44D-1586-15B0-3609-2C32779F0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001A9-06F0-8C6E-6769-E1ADAEA3D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442027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D3257-00C4-FFA8-C6C5-40E3AF42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CFC67-A4DF-472C-3EDA-9954EE544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469EB-2B54-9DD3-918D-E353BB5EE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EDF75-5687-C03E-4A62-FFE6C6E73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213036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B262E-4904-5E2A-1A1F-7D6017E85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9BE67-8C13-7D85-9537-4B131C5A7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6C4C7-7E49-F791-BBB6-00A59941C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A1C02-9882-0DDE-CEAE-1D44BD499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867574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7C469-6E9A-2D91-EB74-05327A083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4D971-70DB-590A-330A-1B0D42CB2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D9549-71B5-BC12-6552-57B72BAF7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3859A-7220-71A3-5476-D4DA8E2AB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929011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850D5-0843-8449-B742-57F9DEB45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9633A-FA79-FDC1-AB6C-744956C94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056E7-0B7F-070F-90C6-5FFC0C918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4D7CB-315D-A317-2AF0-00D590D56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991074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16CCC-A081-9CC3-4705-B86EB8CB7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DE4C2-52B7-48A6-1FF0-A778B05DC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3D2C8-F713-D887-779E-9152B4693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F8E08-4AFC-E499-5147-6D214E893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295229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ADD01-0BC6-FE2A-9B28-7BD7929B8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06785-9E79-BBB7-1FB9-045DB5255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9049D-C799-D1E9-4FF8-218887950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B79AF-997C-9561-40FE-75BADFBA8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426740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E1FD0-64D5-F3C4-1645-0EDEAAB74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C08C8-9F97-D146-FE01-0895A5454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1D283-30AE-1F60-289B-8CAABE78A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148BF-40E2-B12B-13B7-0E6D42D76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49666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59624-87DC-D5D2-8831-DB57AE0AD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BC52C-99B4-FB5D-32BD-2354351F8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23AD2-B7FA-C0DE-22AC-7BE13742C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E9A68-8471-DD7D-3592-273424C39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112823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93D02-837E-86C6-A70E-00550BB0A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EB56F-C097-3DE2-C959-5D294F2C6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92DDB9-E5A5-265D-562E-39319F827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3DEA5-869F-90A0-E526-C8C573DFD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30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127984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F6E95-379D-165A-DE06-FD6DC7EE1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83D718-EBD7-7E2C-F6DF-6EE0DE1BF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3862A-6A96-4D96-E28A-16B7B99C6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75223-14D5-6F93-30D5-97E71D054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31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995992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ACA3F-9E2D-5CF3-59F1-D33554455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01AB36-FDD5-CDC8-146C-673242146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7ED7D7-B7F0-5827-B863-F307E3E4B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C8727-6B51-8A1C-438B-E4D3A07C6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32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478424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FBD0C-0DD6-224A-9D85-0D55BEB3A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F1B96-86E7-D9B7-FCC4-B1446630D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21112D-6741-77BC-F556-F39C1CA1A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C2904-699B-FC1D-C797-EFBAD5056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33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609764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75944-4D97-E15B-BC0C-E5809CAB1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FB455-5080-7F5D-9C3D-C282253F2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2640A-2205-9C0F-ED27-9B26EB3D1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623AD-C7D1-A866-4167-8AC2D347E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34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303694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13A02-6849-DF5B-4237-E1B9FF6A8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79DA8-46C1-A920-4A5C-0572E76520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17D29-2BFD-9019-56CA-8B443741D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EF6E2-3844-0830-B94B-F815435D4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35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542141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02072-ED4A-E2B8-4C41-73D4B0C1C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2ECF8-2FE9-20E3-EB12-B22BFA854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C2963-BFD6-6E7E-0811-1FF5C22ED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0D53D-F0B6-32D3-2DF2-6DB1B81579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36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35965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E34D7-E56E-3A23-D8D5-92F991434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3D4BA-D8F2-666B-448D-08DFF33F9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BF443-F9AE-0BEB-9D85-0853A4589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01315-EE18-8247-7326-59D24CDEF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37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767551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D1B7C-8262-A277-2E4B-7C3085508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D3485-B741-0A7E-A8AB-B93084A93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B01C0-BC85-2D0C-B30F-E29B96409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E6A19-70FD-8B52-9836-DB4E796F9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38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617419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3ADB5-2730-C8CE-472B-861561D6F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B5D4E-0006-2619-40BA-4AD7556DF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297BE-2AD2-CA33-9A14-139C20414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73AFB-6F47-1524-D6CC-01F500D85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39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072867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49F9D-0825-93FB-88FA-145E327C0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ED0D1D-32A1-CB0B-77DD-BADC5059D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3E04B7-2796-E0D4-B637-9833181ED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8EE1E-0C03-A93A-7080-BD7973EC9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40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225062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AAD86-321D-FABF-A3BB-FDA3CE954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C0085-B1F3-B31D-D19D-711B11D13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29C74-B8B9-F3B3-F806-195B03E7A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9FFBF-0DC4-07C7-B46A-6697B8152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41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69642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B7BCC-A0E5-E182-CD81-B3F591848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947C24-ECA9-9A95-0761-D5F98666B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DE259F-B3FE-B287-DC33-5B97DD691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17B22-E9FF-CE31-69C8-EA21F71A36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42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617517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D2BA0-373F-972C-0590-FA14BF54F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70201-60E4-911E-5324-624B4859B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FE160-3185-7D8F-2D4B-6A4E5A13B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0C6C0-DFD4-B1B1-A719-F9F445B11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43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3437877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BF957-4FEE-6654-7D10-C3EF4D997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2303C4-8882-7F89-3454-B2B0FAE24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09B4C-1ED5-C6FA-6B1B-FDA8A5667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C0DBD-4F38-71B5-3E6F-23D9C688D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44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652521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A3390-09A4-3695-687C-9A971C764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2BB31-1D6C-CEA1-73E9-FA3DA88FB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19BB7-CB14-0E84-74CF-7D85D12B3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28250-3E08-D967-FB77-94400FCA9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45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5559598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81043-8BB1-2284-4F4F-B02D3C32D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E50D6-B8B1-87D9-77BC-910E336D9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0EA8C-CD18-44DC-4165-422AF473A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2D41D-D6A1-753C-DD78-76AB8CB13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46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47062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249E1-0E79-E426-382D-1B1213C50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42DB0-874D-573A-FAF5-E1E1B504C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7BD1B-AB8B-B662-20BA-8EFCDD661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332DA-B328-C938-C5CC-150A884B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092F4-C033-8786-943E-2AE1C327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9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7693-B66D-3FF6-66FB-B2B66B9B5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D8C97-B2D4-9D9C-F7A8-115F22C5A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C4265-6111-645E-966E-B831FDA6A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E0A0A-A8A5-760E-E5D5-68A445A8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C847C-376C-028A-DCDA-F438CA4C2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84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51A4A-1448-BFB4-783B-B383569CF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B3B29-C6AF-4859-0D81-048A8D8E7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660D-702B-4436-92F0-7E362647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1AB1F-50DC-799D-662D-6ABE6F9C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C0759-C06B-BD43-A867-64E4943C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2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B286-E109-DF56-3354-9EBB9B5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BA1BC-FD2E-EC48-7F3D-EAE382EF6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1FB9B-4CC0-59F3-79CE-50BDB1CF5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6D12A-6B6F-D96F-E37E-60E80B01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B1D1D-9984-1BE0-A9AE-482E21A1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9D570-A79C-057C-6355-694323D92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5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92E31-2F30-2FBC-B963-E9A07AEB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CD35A-8B39-BC77-3C19-54035D890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08F13-7339-18A8-8571-F9F2D8677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A57706-1749-9278-F728-58B990AE4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4423B-8211-534A-22EC-BE8E0E770E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9B804-1DE5-9C35-6F81-3A293D1A9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1D4FF6-84CE-0494-D968-CE07AA6D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568B0D-5839-7A38-CE68-9BEFDA69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68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6FDC7-1509-15E3-FC6B-805EA76BD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55E65-38EA-9E43-0C6D-EB82CBCB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C6B55-0201-1312-335A-069E8331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A86EF-5BE7-951E-E1F1-DB496365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21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377714-1AE4-D06D-041E-70C6F3BE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4B493B-9D46-0485-1C7C-EC89D1B99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5D092-CD68-93A5-D410-D8D9F0F32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8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A8FCC-59F7-002F-887A-3AE9E3CA3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E3BF3-66ED-D5F7-4D10-42A1711BC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1EEA8-D320-6867-9BA6-758966E3F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F5B38-62A1-CE82-8A74-5434C0A4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B5D93-06AF-21CA-460C-74E6E8B2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5CCB2-2362-5C44-3188-75821D570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08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FF888-87D6-FE2D-6CB5-C363685D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4AE296-04DC-6316-72BF-93486EDBC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E4AC3-BDF1-C463-09B8-B7AACAA77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8EDC2-B5DC-02FD-C84A-A77A922D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3FCE8-2ECF-C3F9-9FBA-7159C1FE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C1A29-C80D-1CF9-8B56-52DE889EC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29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605A-C9D9-3FEE-4AD7-93E29ECE6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40FCE-C444-FED9-4D9B-911BEFE9A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A9C4A-29FB-8709-12DA-C4B70DE8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D6E77-31D8-44C9-8C00-C85B1FBD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131BB-31B3-265D-7085-74DC5991A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20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07958B-44E0-1781-BCCB-A1EADD44A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EE1AC-BA82-4227-EF6E-CD4C94528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4FCB6-CEB8-F8B1-0ACF-D57EE7B35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64267-9C54-4B02-8EEA-5CA891411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CB251-E39D-B765-D0D9-DD43E8D38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43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09D87-B60C-2F4C-DA19-BB04307F5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374F2-0FF1-114D-5529-1A4E23665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FAB11-252C-AF3A-1868-D64F46A9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A8DE05-51EE-4692-B197-877FA1DAAAED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987AE-9E20-DF1B-0ECB-89583BCE6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754B6-F244-E0B6-9D65-0E3B11C54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04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customXml" Target="../ink/ink9.xml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6" Type="http://schemas.openxmlformats.org/officeDocument/2006/relationships/customXml" Target="../ink/ink1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.xm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5" Type="http://schemas.openxmlformats.org/officeDocument/2006/relationships/image" Target="../media/image18.png"/><Relationship Id="rId10" Type="http://schemas.openxmlformats.org/officeDocument/2006/relationships/customXml" Target="../ink/ink8.xml"/><Relationship Id="rId4" Type="http://schemas.openxmlformats.org/officeDocument/2006/relationships/customXml" Target="../ink/ink5.xml"/><Relationship Id="rId9" Type="http://schemas.openxmlformats.org/officeDocument/2006/relationships/image" Target="../media/image15.png"/><Relationship Id="rId14" Type="http://schemas.openxmlformats.org/officeDocument/2006/relationships/customXml" Target="../ink/ink1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image" Target="../media/image25.png"/><Relationship Id="rId18" Type="http://schemas.openxmlformats.org/officeDocument/2006/relationships/customXml" Target="../ink/ink19.xml"/><Relationship Id="rId3" Type="http://schemas.openxmlformats.org/officeDocument/2006/relationships/image" Target="../media/image20.png"/><Relationship Id="rId21" Type="http://schemas.openxmlformats.org/officeDocument/2006/relationships/image" Target="../media/image29.png"/><Relationship Id="rId7" Type="http://schemas.openxmlformats.org/officeDocument/2006/relationships/image" Target="../media/image22.png"/><Relationship Id="rId12" Type="http://schemas.openxmlformats.org/officeDocument/2006/relationships/customXml" Target="../ink/ink16.xml"/><Relationship Id="rId17" Type="http://schemas.openxmlformats.org/officeDocument/2006/relationships/image" Target="../media/image27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6" Type="http://schemas.openxmlformats.org/officeDocument/2006/relationships/customXml" Target="../ink/ink18.xml"/><Relationship Id="rId20" Type="http://schemas.openxmlformats.org/officeDocument/2006/relationships/customXml" Target="../ink/ink2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3.xml"/><Relationship Id="rId11" Type="http://schemas.openxmlformats.org/officeDocument/2006/relationships/image" Target="../media/image24.png"/><Relationship Id="rId24" Type="http://schemas.openxmlformats.org/officeDocument/2006/relationships/customXml" Target="../ink/ink22.xml"/><Relationship Id="rId5" Type="http://schemas.openxmlformats.org/officeDocument/2006/relationships/image" Target="../media/image21.png"/><Relationship Id="rId15" Type="http://schemas.openxmlformats.org/officeDocument/2006/relationships/image" Target="../media/image26.png"/><Relationship Id="rId23" Type="http://schemas.openxmlformats.org/officeDocument/2006/relationships/image" Target="../media/image30.png"/><Relationship Id="rId10" Type="http://schemas.openxmlformats.org/officeDocument/2006/relationships/customXml" Target="../ink/ink15.xml"/><Relationship Id="rId19" Type="http://schemas.openxmlformats.org/officeDocument/2006/relationships/image" Target="../media/image28.png"/><Relationship Id="rId4" Type="http://schemas.openxmlformats.org/officeDocument/2006/relationships/customXml" Target="../ink/ink12.xml"/><Relationship Id="rId9" Type="http://schemas.openxmlformats.org/officeDocument/2006/relationships/image" Target="../media/image23.png"/><Relationship Id="rId14" Type="http://schemas.openxmlformats.org/officeDocument/2006/relationships/customXml" Target="../ink/ink17.xml"/><Relationship Id="rId22" Type="http://schemas.openxmlformats.org/officeDocument/2006/relationships/customXml" Target="../ink/ink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13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12" Type="http://schemas.openxmlformats.org/officeDocument/2006/relationships/customXml" Target="../ink/ink27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4.xml"/><Relationship Id="rId11" Type="http://schemas.openxmlformats.org/officeDocument/2006/relationships/image" Target="../media/image37.png"/><Relationship Id="rId5" Type="http://schemas.openxmlformats.org/officeDocument/2006/relationships/image" Target="../media/image34.png"/><Relationship Id="rId10" Type="http://schemas.openxmlformats.org/officeDocument/2006/relationships/customXml" Target="../ink/ink26.xml"/><Relationship Id="rId4" Type="http://schemas.openxmlformats.org/officeDocument/2006/relationships/customXml" Target="../ink/ink23.xml"/><Relationship Id="rId9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13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12" Type="http://schemas.openxmlformats.org/officeDocument/2006/relationships/customXml" Target="../ink/ink3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9.xml"/><Relationship Id="rId11" Type="http://schemas.openxmlformats.org/officeDocument/2006/relationships/image" Target="../media/image43.png"/><Relationship Id="rId5" Type="http://schemas.openxmlformats.org/officeDocument/2006/relationships/image" Target="../media/image40.png"/><Relationship Id="rId15" Type="http://schemas.openxmlformats.org/officeDocument/2006/relationships/image" Target="../media/image45.png"/><Relationship Id="rId10" Type="http://schemas.openxmlformats.org/officeDocument/2006/relationships/customXml" Target="../ink/ink31.xml"/><Relationship Id="rId4" Type="http://schemas.openxmlformats.org/officeDocument/2006/relationships/customXml" Target="../ink/ink28.xml"/><Relationship Id="rId9" Type="http://schemas.openxmlformats.org/officeDocument/2006/relationships/image" Target="../media/image42.png"/><Relationship Id="rId14" Type="http://schemas.openxmlformats.org/officeDocument/2006/relationships/customXml" Target="../ink/ink3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13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48.png"/><Relationship Id="rId12" Type="http://schemas.openxmlformats.org/officeDocument/2006/relationships/customXml" Target="../ink/ink38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5.xml"/><Relationship Id="rId11" Type="http://schemas.openxmlformats.org/officeDocument/2006/relationships/image" Target="../media/image50.png"/><Relationship Id="rId5" Type="http://schemas.openxmlformats.org/officeDocument/2006/relationships/image" Target="../media/image47.png"/><Relationship Id="rId10" Type="http://schemas.openxmlformats.org/officeDocument/2006/relationships/customXml" Target="../ink/ink37.xml"/><Relationship Id="rId4" Type="http://schemas.openxmlformats.org/officeDocument/2006/relationships/customXml" Target="../ink/ink34.xml"/><Relationship Id="rId9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customXml" Target="../ink/ink3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2.xml"/><Relationship Id="rId3" Type="http://schemas.openxmlformats.org/officeDocument/2006/relationships/image" Target="../media/image56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1.xml"/><Relationship Id="rId5" Type="http://schemas.openxmlformats.org/officeDocument/2006/relationships/image" Target="../media/image57.png"/><Relationship Id="rId4" Type="http://schemas.openxmlformats.org/officeDocument/2006/relationships/customXml" Target="../ink/ink40.xml"/><Relationship Id="rId9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5.xml"/><Relationship Id="rId13" Type="http://schemas.openxmlformats.org/officeDocument/2006/relationships/image" Target="../media/image67.png"/><Relationship Id="rId18" Type="http://schemas.openxmlformats.org/officeDocument/2006/relationships/customXml" Target="../ink/ink50.xml"/><Relationship Id="rId26" Type="http://schemas.openxmlformats.org/officeDocument/2006/relationships/customXml" Target="../ink/ink54.xml"/><Relationship Id="rId3" Type="http://schemas.openxmlformats.org/officeDocument/2006/relationships/image" Target="../media/image62.png"/><Relationship Id="rId21" Type="http://schemas.openxmlformats.org/officeDocument/2006/relationships/image" Target="../media/image71.png"/><Relationship Id="rId7" Type="http://schemas.openxmlformats.org/officeDocument/2006/relationships/image" Target="../media/image64.png"/><Relationship Id="rId12" Type="http://schemas.openxmlformats.org/officeDocument/2006/relationships/customXml" Target="../ink/ink47.xml"/><Relationship Id="rId17" Type="http://schemas.openxmlformats.org/officeDocument/2006/relationships/image" Target="../media/image69.png"/><Relationship Id="rId25" Type="http://schemas.openxmlformats.org/officeDocument/2006/relationships/image" Target="../media/image73.png"/><Relationship Id="rId2" Type="http://schemas.openxmlformats.org/officeDocument/2006/relationships/notesSlide" Target="../notesSlides/notesSlide43.xml"/><Relationship Id="rId16" Type="http://schemas.openxmlformats.org/officeDocument/2006/relationships/customXml" Target="../ink/ink49.xml"/><Relationship Id="rId20" Type="http://schemas.openxmlformats.org/officeDocument/2006/relationships/customXml" Target="../ink/ink5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4.xml"/><Relationship Id="rId11" Type="http://schemas.openxmlformats.org/officeDocument/2006/relationships/image" Target="../media/image66.png"/><Relationship Id="rId24" Type="http://schemas.openxmlformats.org/officeDocument/2006/relationships/customXml" Target="../ink/ink53.xml"/><Relationship Id="rId5" Type="http://schemas.openxmlformats.org/officeDocument/2006/relationships/image" Target="../media/image63.png"/><Relationship Id="rId15" Type="http://schemas.openxmlformats.org/officeDocument/2006/relationships/image" Target="../media/image68.png"/><Relationship Id="rId23" Type="http://schemas.openxmlformats.org/officeDocument/2006/relationships/image" Target="../media/image72.png"/><Relationship Id="rId10" Type="http://schemas.openxmlformats.org/officeDocument/2006/relationships/customXml" Target="../ink/ink46.xml"/><Relationship Id="rId19" Type="http://schemas.openxmlformats.org/officeDocument/2006/relationships/image" Target="../media/image70.png"/><Relationship Id="rId4" Type="http://schemas.openxmlformats.org/officeDocument/2006/relationships/customXml" Target="../ink/ink43.xml"/><Relationship Id="rId9" Type="http://schemas.openxmlformats.org/officeDocument/2006/relationships/image" Target="../media/image65.png"/><Relationship Id="rId14" Type="http://schemas.openxmlformats.org/officeDocument/2006/relationships/customXml" Target="../ink/ink48.xml"/><Relationship Id="rId22" Type="http://schemas.openxmlformats.org/officeDocument/2006/relationships/customXml" Target="../ink/ink52.xml"/><Relationship Id="rId27" Type="http://schemas.openxmlformats.org/officeDocument/2006/relationships/image" Target="../media/image7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2DBD-CB83-55BD-128C-2C66E47798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Java SE 17 –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D8BC4-D539-661E-8A88-53AF6C208F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9 – Collections and Generics</a:t>
            </a:r>
          </a:p>
        </p:txBody>
      </p:sp>
    </p:spTree>
    <p:extLst>
      <p:ext uri="{BB962C8B-B14F-4D97-AF65-F5344CB8AC3E}">
        <p14:creationId xmlns:p14="http://schemas.microsoft.com/office/powerpoint/2010/main" val="2437323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D8BC4-D539-661E-8A88-53AF6C208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BA13038-CAB8-FCA0-CDE8-65E40C2F10A3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- Collections is a set of ...</a:t>
            </a:r>
          </a:p>
          <a:p>
            <a:pPr algn="l"/>
            <a:r>
              <a:rPr lang="en-US" sz="1800">
                <a:sym typeface="Wingdings" pitchFamily="2" charset="2"/>
              </a:rPr>
              <a:t>– ... is a framework ...</a:t>
            </a:r>
          </a:p>
          <a:p>
            <a:pPr marL="285750" indent="-285750" algn="l">
              <a:buFontTx/>
              <a:buChar char="-"/>
            </a:pPr>
            <a:r>
              <a:rPr lang="en-US" sz="1800">
                <a:sym typeface="Wingdings" pitchFamily="2" charset="2"/>
              </a:rPr>
              <a:t>There are ... main type of ... we will study ...</a:t>
            </a: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+) ... is a special collections ... in certain order ... Deque is ... access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r>
              <a:rPr lang="en-US" sz="1800">
                <a:sym typeface="Wingdings" pitchFamily="2" charset="2"/>
              </a:rPr>
              <a:t>- Map doesnt implement Collection ... because ... It requires special ... 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1544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CE494-7CDD-A71D-BF1F-7EE28D449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223D87-3AFA-2BF7-CA09-2CD292F400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8BA9F0C-42D1-9114-6481-1F40A801BB41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In the next section we will ... method ... ArrayList and HashSet ...</a:t>
            </a:r>
          </a:p>
          <a:p>
            <a:pPr algn="l"/>
            <a:r>
              <a:rPr lang="en-US" sz="1800" b="1">
                <a:sym typeface="Wingdings" pitchFamily="2" charset="2"/>
              </a:rPr>
              <a:t>Using the diamond operator</a:t>
            </a:r>
          </a:p>
          <a:p>
            <a:pPr algn="l"/>
            <a:r>
              <a:rPr lang="en-US" sz="1800">
                <a:sym typeface="Wingdings" pitchFamily="2" charset="2"/>
              </a:rPr>
              <a:t>- Note: We can ..., but if we use it ... we must ...</a:t>
            </a:r>
          </a:p>
          <a:p>
            <a:pPr algn="l"/>
            <a:r>
              <a:rPr lang="en-US" sz="1800" b="1">
                <a:sym typeface="Wingdings" pitchFamily="2" charset="2"/>
              </a:rPr>
              <a:t>Adding data add()</a:t>
            </a:r>
          </a:p>
          <a:p>
            <a:pPr algn="l"/>
            <a:r>
              <a:rPr lang="en-US" sz="1800" b="1">
                <a:sym typeface="Wingdings" pitchFamily="2" charset="2"/>
              </a:rPr>
              <a:t>Removing data using remove()</a:t>
            </a:r>
          </a:p>
          <a:p>
            <a:pPr algn="l"/>
            <a:r>
              <a:rPr lang="en-US" sz="1800">
                <a:sym typeface="Wingdings" pitchFamily="2" charset="2"/>
              </a:rPr>
              <a:t>- Note: ArrayList has ... versions =&gt; We must be careful when ...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D70CE-5BD0-C039-29CC-1508F616B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784" y="698664"/>
            <a:ext cx="7772400" cy="354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45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61FAE-4D93-04E2-1098-67734060F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F19D66-D384-4493-3310-20EEF6C63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6F13491-99DF-F109-CD36-A2A2C4859672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Counting elements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isEmpty()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size()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Clearing the Collections</a:t>
            </a:r>
          </a:p>
          <a:p>
            <a:pPr algn="l"/>
            <a:r>
              <a:rPr lang="en-US" sz="1800">
                <a:sym typeface="Wingdings" pitchFamily="2" charset="2"/>
              </a:rPr>
              <a:t>clear()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Check Contents</a:t>
            </a:r>
          </a:p>
          <a:p>
            <a:pPr algn="l"/>
            <a:r>
              <a:rPr lang="en-US" sz="1800">
                <a:sym typeface="Wingdings" pitchFamily="2" charset="2"/>
              </a:rPr>
              <a:t>contains()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Removing with conditions</a:t>
            </a:r>
          </a:p>
          <a:p>
            <a:pPr algn="l"/>
            <a:r>
              <a:rPr lang="en-US" sz="1800">
                <a:sym typeface="Wingdings" pitchFamily="2" charset="2"/>
              </a:rPr>
              <a:t>removeIf() will ... all ... if condition is .... This method has a ... as a parameter (we will explain the &lt;? super E&gt; later)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1,2)</a:t>
            </a:r>
          </a:p>
        </p:txBody>
      </p:sp>
    </p:spTree>
    <p:extLst>
      <p:ext uri="{BB962C8B-B14F-4D97-AF65-F5344CB8AC3E}">
        <p14:creationId xmlns:p14="http://schemas.microsoft.com/office/powerpoint/2010/main" val="3731762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CFEA5-77E4-6861-37C5-34FC7271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309C50-E0FD-1A11-ED4B-267D6B54C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7FD6AC4-AEA2-855E-15F6-BFABEDF865BC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Iterating </a:t>
            </a:r>
          </a:p>
          <a:p>
            <a:pPr algn="l"/>
            <a:r>
              <a:rPr lang="en-US" sz="1800">
                <a:sym typeface="Wingdings" pitchFamily="2" charset="2"/>
              </a:rPr>
              <a:t>- forEach() is used to .... It recieves a ... as a parameter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3)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Determining Equality</a:t>
            </a:r>
          </a:p>
          <a:p>
            <a:pPr marL="285750" indent="-285750" algn="l">
              <a:buFontTx/>
              <a:buChar char="-"/>
            </a:pPr>
            <a:r>
              <a:rPr lang="en-US" sz="1800">
                <a:sym typeface="Wingdings" pitchFamily="2" charset="2"/>
              </a:rPr>
              <a:t>the method equals() also has own ... for each ... (e.g ArrayList check ... while HashSet ...)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4)</a:t>
            </a:r>
          </a:p>
          <a:p>
            <a:pPr algn="l"/>
            <a:r>
              <a:rPr lang="en-US" sz="1800">
                <a:sym typeface="Wingdings" pitchFamily="2" charset="2"/>
              </a:rPr>
              <a:t>- Although Java protected us from ... we still might get ... (code illustration snippet 5)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73773C-54D1-2324-FED8-0937710BF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034" y="1892300"/>
            <a:ext cx="55499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80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2BE1-FC63-8023-0B10-595F8A50B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7121D63-83F1-6AD4-FEA7-1F1ABB4F0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7A71870-5EFC-0644-2C65-D2895D11B364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Using the List interface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Comparing List implementation</a:t>
            </a:r>
          </a:p>
          <a:p>
            <a:pPr marL="285750" indent="-285750" algn="l">
              <a:buFontTx/>
              <a:buChar char="-"/>
            </a:pPr>
            <a:r>
              <a:rPr lang="en-US" sz="1800">
                <a:sym typeface="Wingdings" pitchFamily="2" charset="2"/>
              </a:rPr>
              <a:t>Other than ArrayList, we have ... which is a ... ... and ... </a:t>
            </a:r>
          </a:p>
          <a:p>
            <a:pPr marL="285750" indent="-285750" algn="l">
              <a:buFontTx/>
              <a:buChar char="-"/>
            </a:pPr>
            <a:r>
              <a:rPr lang="en-US" sz="1800">
                <a:sym typeface="Wingdings" pitchFamily="2" charset="2"/>
              </a:rPr>
              <a:t>LinkedList is special because it ...</a:t>
            </a:r>
          </a:p>
          <a:p>
            <a:pPr marL="285750" indent="-285750" algn="l">
              <a:buFontTx/>
              <a:buChar char="-"/>
            </a:pPr>
            <a:r>
              <a:rPr lang="en-US" sz="1800">
                <a:sym typeface="Wingdings" pitchFamily="2" charset="2"/>
              </a:rPr>
              <a:t>It has all ... from ... and it also allows ... </a:t>
            </a:r>
          </a:p>
          <a:p>
            <a:pPr marL="285750" indent="-285750" algn="l">
              <a:buFontTx/>
              <a:buChar char="-"/>
            </a:pPr>
            <a:r>
              <a:rPr lang="en-US" sz="1800">
                <a:sym typeface="Wingdings" pitchFamily="2" charset="2"/>
              </a:rPr>
              <a:t>The benefit ... time ... but .... linear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Creating a List with a Factory</a:t>
            </a:r>
          </a:p>
          <a:p>
            <a:pPr marL="285750" indent="-285750" algn="l">
              <a:buFontTx/>
              <a:buChar char="-"/>
            </a:pPr>
            <a:r>
              <a:rPr lang="en-US" sz="1800">
                <a:sym typeface="Wingdings" pitchFamily="2" charset="2"/>
              </a:rPr>
              <a:t>We also have some ... (without  ...)</a:t>
            </a:r>
          </a:p>
          <a:p>
            <a:pPr algn="l"/>
            <a:r>
              <a:rPr lang="en-US" sz="1800" b="1">
                <a:sym typeface="Wingdings" pitchFamily="2" charset="2"/>
              </a:rPr>
              <a:t>Arrays.asList(varargs)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List.of(varargs)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List.copyof(collection)</a:t>
            </a:r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(code illustration snippet 6)</a:t>
            </a:r>
          </a:p>
          <a:p>
            <a:pPr marL="285750" indent="-285750" algn="l">
              <a:buFontTx/>
              <a:buChar char="-"/>
            </a:pPr>
            <a:endParaRPr lang="en-US" sz="180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37586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BB93C-C449-5941-F161-3AAEF4796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37BDAF-E093-4775-75AF-B79A83B1C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06658DA-D319-26C2-C270-E00BF221079E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Creating a List with a Constructor</a:t>
            </a:r>
          </a:p>
          <a:p>
            <a:pPr algn="l"/>
            <a:r>
              <a:rPr lang="en-US" sz="1800">
                <a:sym typeface="Wingdings" pitchFamily="2" charset="2"/>
              </a:rPr>
              <a:t>- We have ... constructors for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7)	</a:t>
            </a:r>
          </a:p>
          <a:p>
            <a:pPr algn="l"/>
            <a:r>
              <a:rPr lang="en-US" sz="1800">
                <a:sym typeface="Wingdings" pitchFamily="2" charset="2"/>
              </a:rPr>
              <a:t>– We have ... constructors for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8)</a:t>
            </a:r>
          </a:p>
          <a:p>
            <a:pPr algn="l"/>
            <a:r>
              <a:rPr lang="en-US" sz="1800">
                <a:sym typeface="Wingdings" pitchFamily="2" charset="2"/>
              </a:rPr>
              <a:t>- We can mix ... with ArrayList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9)</a:t>
            </a:r>
          </a:p>
          <a:p>
            <a:pPr algn="l"/>
            <a:r>
              <a:rPr lang="en-US" sz="1800">
                <a:sym typeface="Wingdings" pitchFamily="2" charset="2"/>
              </a:rPr>
              <a:t>- If we ... specify the ... in ... then Java will assume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10,11)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Working with List method</a:t>
            </a:r>
            <a:endParaRPr lang="en-US" sz="1800">
              <a:sym typeface="Wingdings" pitchFamily="2" charset="2"/>
            </a:endParaRP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boolean add(E element)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void add(int index, E element)</a:t>
            </a:r>
          </a:p>
        </p:txBody>
      </p:sp>
    </p:spTree>
    <p:extLst>
      <p:ext uri="{BB962C8B-B14F-4D97-AF65-F5344CB8AC3E}">
        <p14:creationId xmlns:p14="http://schemas.microsoft.com/office/powerpoint/2010/main" val="628268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516FA-6AE7-B3D9-07AD-1C854C8BF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FB0F5D-9D69-5F73-DED4-8301BF3CC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40C896F-AC45-BDAB-8868-642626BB20DD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﻿public E get(int index)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remove(int index)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default void replaceAll(UnaryOperator&lt;E&gt; op)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set(int index, E 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default void sort(Comparator&lt;? super E&gt; c)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(code illustration snippet 12,13)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The following code is the reason why we need to be careful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14)</a:t>
            </a:r>
          </a:p>
          <a:p>
            <a:pPr algn="l"/>
            <a:r>
              <a:rPr lang="en-US" sz="1800">
                <a:sym typeface="Wingdings" pitchFamily="2" charset="2"/>
              </a:rPr>
              <a:t>- We can convert ... to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15)</a:t>
            </a:r>
          </a:p>
        </p:txBody>
      </p:sp>
    </p:spTree>
    <p:extLst>
      <p:ext uri="{BB962C8B-B14F-4D97-AF65-F5344CB8AC3E}">
        <p14:creationId xmlns:p14="http://schemas.microsoft.com/office/powerpoint/2010/main" val="381931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41934-6EEB-FD0A-40F3-B1C1FBAFB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E79046-0954-78FB-94D0-EDBDBCDB3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3696AEE-3517-6E54-725F-E8FB9BBC85F2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Using the Set interface</a:t>
            </a:r>
          </a:p>
          <a:p>
            <a:pPr algn="l"/>
            <a:r>
              <a:rPr lang="en-US" sz="1800">
                <a:sym typeface="Wingdings" pitchFamily="2" charset="2"/>
              </a:rPr>
              <a:t>- We use Set when ...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Comparing Set implementations</a:t>
            </a:r>
          </a:p>
          <a:p>
            <a:pPr algn="l"/>
            <a:r>
              <a:rPr lang="en-US" sz="1800">
                <a:sym typeface="Wingdings" pitchFamily="2" charset="2"/>
              </a:rPr>
              <a:t>- HashSet ... in somthing called ... – a datatype that has key as ... </a:t>
            </a:r>
          </a:p>
          <a:p>
            <a:pPr algn="l"/>
            <a:r>
              <a:rPr lang="en-US" sz="1800">
                <a:sym typeface="Wingdings" pitchFamily="2" charset="2"/>
              </a:rPr>
              <a:t>- HashSet uses ... to ... efficiently</a:t>
            </a:r>
          </a:p>
          <a:p>
            <a:pPr algn="l"/>
            <a:r>
              <a:rPr lang="en-US" sz="1800">
                <a:sym typeface="Wingdings" pitchFamily="2" charset="2"/>
              </a:rPr>
              <a:t>– Note: hashCode() won't gurantee ... instead it ... range that ... most ... </a:t>
            </a:r>
          </a:p>
          <a:p>
            <a:pPr algn="l"/>
            <a:r>
              <a:rPr lang="en-US" sz="1800">
                <a:sym typeface="Wingdings" pitchFamily="2" charset="2"/>
              </a:rPr>
              <a:t>- Set has benefit ... constant ... but the ... is not ... </a:t>
            </a:r>
          </a:p>
          <a:p>
            <a:pPr algn="l"/>
            <a:r>
              <a:rPr lang="en-US" sz="1800">
                <a:sym typeface="Wingdings" pitchFamily="2" charset="2"/>
              </a:rPr>
              <a:t>- TreeSet is ... however ...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EB182A-B260-9D70-1668-92E70747D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242" y="3768434"/>
            <a:ext cx="6458415" cy="308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843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A18D7-1A8F-1AFD-3765-BDE6385D7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69D5B4-21EE-2DDB-AF95-B1BE8CDF6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D625983-8567-8E59-6FA4-BC864E322936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Working with Set method</a:t>
            </a:r>
          </a:p>
          <a:p>
            <a:pPr algn="l"/>
            <a:r>
              <a:rPr lang="en-US" sz="1800">
                <a:sym typeface="Wingdings" pitchFamily="2" charset="2"/>
              </a:rPr>
              <a:t>- We can create ... 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16)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(code illustration snippet 17)</a:t>
            </a:r>
          </a:p>
          <a:p>
            <a:pPr algn="l"/>
            <a:r>
              <a:rPr lang="en-US" sz="1800">
                <a:sym typeface="Wingdings" pitchFamily="2" charset="2"/>
              </a:rPr>
              <a:t>- We use equals() for ... hashCode() will ... Java to look ... without ... </a:t>
            </a:r>
          </a:p>
          <a:p>
            <a:pPr algn="l"/>
            <a:r>
              <a:rPr lang="en-US" sz="1800">
                <a:sym typeface="Wingdings" pitchFamily="2" charset="2"/>
              </a:rPr>
              <a:t>- We have a best case, which is ...</a:t>
            </a:r>
          </a:p>
          <a:p>
            <a:pPr algn="l"/>
            <a:r>
              <a:rPr lang="en-US" sz="1800">
                <a:sym typeface="Wingdings" pitchFamily="2" charset="2"/>
              </a:rPr>
              <a:t>– We have a worst case, which is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18)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Using the Queue and Deque interface</a:t>
            </a:r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We use Queue when ... order... In general, Queue works...</a:t>
            </a:r>
          </a:p>
          <a:p>
            <a:pPr algn="l"/>
            <a:r>
              <a:rPr lang="en-US" sz="1800">
                <a:sym typeface="Wingdings" pitchFamily="2" charset="2"/>
              </a:rPr>
              <a:t>- This is called FIFO ...</a:t>
            </a:r>
          </a:p>
          <a:p>
            <a:pPr algn="l"/>
            <a:r>
              <a:rPr lang="en-US" sz="1800">
                <a:sym typeface="Wingdings" pitchFamily="2" charset="2"/>
              </a:rPr>
              <a:t>– Deque is ... but ...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677AE-A7A7-0A04-B036-2EE8B65F6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784" y="5754373"/>
            <a:ext cx="7772400" cy="88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907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1A7AB-B78E-253F-B653-97134D3C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988C4B-27E1-94A9-4865-5532AC72B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DDB6B2A-34E5-B58C-D2CC-E935BE3E5B94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Comparing Deque implementations </a:t>
            </a:r>
          </a:p>
          <a:p>
            <a:pPr algn="l"/>
            <a:r>
              <a:rPr lang="en-US" sz="1800">
                <a:sym typeface="Wingdings" pitchFamily="2" charset="2"/>
              </a:rPr>
              <a:t>- LinkedList also implements....</a:t>
            </a:r>
          </a:p>
          <a:p>
            <a:pPr algn="l"/>
            <a:r>
              <a:rPr lang="en-US" sz="1800">
                <a:sym typeface="Wingdings" pitchFamily="2" charset="2"/>
              </a:rPr>
              <a:t>– However, LinkedList isn't ... as .... We can use ... if we don't need ...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Working with Queue and Deque methods</a:t>
            </a:r>
          </a:p>
          <a:p>
            <a:pPr algn="l"/>
            <a:r>
              <a:rPr lang="en-US" sz="1800">
                <a:sym typeface="Wingdings" pitchFamily="2" charset="2"/>
              </a:rPr>
              <a:t>- Some ... exception ... and return ...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 ﻿public boolean add(E e)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boolean offer(E 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element 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E peek()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remove()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E poll()</a:t>
            </a:r>
          </a:p>
        </p:txBody>
      </p:sp>
    </p:spTree>
    <p:extLst>
      <p:ext uri="{BB962C8B-B14F-4D97-AF65-F5344CB8AC3E}">
        <p14:creationId xmlns:p14="http://schemas.microsoft.com/office/powerpoint/2010/main" val="3359917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7924A-6F13-A8CC-7484-CD9A6F82A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0529F2-E7BE-8D64-8A33-89869F6DF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CFF543-27CA-8A04-9063-282C7B9C33DE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(code illustration snippet 19)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Here are ... Deque</a:t>
            </a:r>
          </a:p>
          <a:p>
            <a:pPr algn="l"/>
            <a:r>
              <a:rPr lang="en-US" sz="1800">
                <a:sym typeface="Wingdings" pitchFamily="2" charset="2"/>
              </a:rPr>
              <a:t>﻿</a:t>
            </a:r>
            <a:r>
              <a:rPr lang="en-US" sz="1800" b="1">
                <a:sym typeface="Wingdings" pitchFamily="2" charset="2"/>
              </a:rPr>
              <a:t>public void addFirst(E 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boolean offerFirst(E 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void addLast(E 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boolean offerLast(E 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getFirst()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E peekFirst()</a:t>
            </a:r>
          </a:p>
        </p:txBody>
      </p:sp>
    </p:spTree>
    <p:extLst>
      <p:ext uri="{BB962C8B-B14F-4D97-AF65-F5344CB8AC3E}">
        <p14:creationId xmlns:p14="http://schemas.microsoft.com/office/powerpoint/2010/main" val="3990952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6618A-EBB8-76B8-47CA-760F1B1F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CB38D0-9446-C826-F5AB-1469735AD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8D23723-F053-2EA2-33C7-62EFA2F7A87B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﻿public E getLast()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E peekLast()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removeFirst()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E pollFirst()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removeLast()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E pollLast()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(code illustration snippet 20)</a:t>
            </a:r>
          </a:p>
          <a:p>
            <a:pPr algn="l"/>
            <a:r>
              <a:rPr lang="en-US" sz="1800">
                <a:sym typeface="Wingdings" pitchFamily="2" charset="2"/>
              </a:rPr>
              <a:t>- Other than FIFO, we have ... which is refered to as ...</a:t>
            </a:r>
          </a:p>
          <a:p>
            <a:pPr algn="l"/>
            <a:r>
              <a:rPr lang="en-US" sz="1800">
                <a:sym typeface="Wingdings" pitchFamily="2" charset="2"/>
              </a:rPr>
              <a:t>- We can imagine "stack" as a ...</a:t>
            </a:r>
          </a:p>
          <a:p>
            <a:pPr algn="l"/>
            <a:r>
              <a:rPr lang="en-US" sz="1800">
                <a:sym typeface="Wingdings" pitchFamily="2" charset="2"/>
              </a:rPr>
              <a:t>- An implementation of Stack is ...</a:t>
            </a:r>
          </a:p>
        </p:txBody>
      </p:sp>
    </p:spTree>
    <p:extLst>
      <p:ext uri="{BB962C8B-B14F-4D97-AF65-F5344CB8AC3E}">
        <p14:creationId xmlns:p14="http://schemas.microsoft.com/office/powerpoint/2010/main" val="235022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038B6-EA2D-4679-D15A-3B26F3D0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349700-894B-13D8-B677-55DBBF436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0CE5F65-E1A5-A573-FF87-CBDA174A6281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﻿public void push(E 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pop()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peek()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(code illustration snippet 21)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Using the Map interface</a:t>
            </a:r>
          </a:p>
          <a:p>
            <a:pPr algn="l"/>
            <a:r>
              <a:rPr lang="en-US" sz="1800">
                <a:sym typeface="Wingdings" pitchFamily="2" charset="2"/>
              </a:rPr>
              <a:t>- We use Map when ...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F281C6-0801-4921-94EB-E1CE3394B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450" y="4114800"/>
            <a:ext cx="52451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230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79BAF-4A73-8E02-FF36-70ACC628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E6D384-3462-614B-7587-DED443FFD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A6EC3DC-E0FF-AAE6-35B4-361967F0373E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- We can ... factory ...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﻿Map.of("key1", "value1", "key2", "value2");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However, this is hard to ... Therefore, we have ...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Map also have ... method ....</a:t>
            </a:r>
          </a:p>
          <a:p>
            <a:pPr algn="l"/>
            <a:r>
              <a:rPr lang="en-US" sz="1800" b="1">
                <a:sym typeface="Wingdings" pitchFamily="2" charset="2"/>
              </a:rPr>
              <a:t>Comparing Map implementations</a:t>
            </a:r>
          </a:p>
          <a:p>
            <a:pPr algn="l"/>
            <a:r>
              <a:rPr lang="en-US" sz="1800">
                <a:sym typeface="Wingdings" pitchFamily="2" charset="2"/>
              </a:rPr>
              <a:t>- HashMap is ... and TreeMap is ...</a:t>
            </a:r>
          </a:p>
          <a:p>
            <a:pPr algn="l"/>
            <a:r>
              <a:rPr lang="en-US" sz="1800" b="1">
                <a:sym typeface="Wingdings" pitchFamily="2" charset="2"/>
              </a:rPr>
              <a:t>Working with Map methods</a:t>
            </a:r>
          </a:p>
          <a:p>
            <a:pPr algn="l"/>
            <a:endParaRPr lang="en-US" sz="1800" b="1">
              <a:sym typeface="Wingdings" pitchFamily="2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F613F5-89C5-9ED3-1B82-959B8DE5D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734" y="2742426"/>
            <a:ext cx="62865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20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5B207-F788-27A2-2B24-972A665D0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A2AC16-56F2-9095-4BC0-0F9960506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8136501-C178-F890-88BB-75A0F7DDA43B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﻿public void clear()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boolean containsKey(Object key)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boolean containsValue(Object value)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Set&lt;Map.Entry&lt;K,V&gt;&gt; entrySet()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void forEach(BiConsumer&lt;K key, V value&gt;)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 get(Object key)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 getOrDefault(Object key, V defaultValue)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boolean isEmpty()</a:t>
            </a:r>
          </a:p>
        </p:txBody>
      </p:sp>
    </p:spTree>
    <p:extLst>
      <p:ext uri="{BB962C8B-B14F-4D97-AF65-F5344CB8AC3E}">
        <p14:creationId xmlns:p14="http://schemas.microsoft.com/office/powerpoint/2010/main" val="4193810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8DEF7-8166-5CFA-C914-D79EBEB4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005A3A9-1E03-53A6-04BD-C09DF1469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760B050-6EC1-CB72-3F6F-5FB168FF079E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﻿public Set&lt;K&gt; keySet()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V merge(K key, V value, BiFunction&lt;V, V, V&gt; remappingFunction)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 put(K key, V value)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 putIfAbsent(K key, V value)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 remove(Object key)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 replace(K key, V value)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void replaceAll(BiFunction&lt;K, V, V&gt; func)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int size()</a:t>
            </a:r>
          </a:p>
          <a:p>
            <a:pPr algn="l"/>
            <a:r>
              <a:rPr lang="en-US" sz="1800" b="1">
                <a:sym typeface="Wingdings" pitchFamily="2" charset="2"/>
              </a:rPr>
              <a:t>﻿public Collection&lt;V&gt; values()</a:t>
            </a:r>
          </a:p>
        </p:txBody>
      </p:sp>
    </p:spTree>
    <p:extLst>
      <p:ext uri="{BB962C8B-B14F-4D97-AF65-F5344CB8AC3E}">
        <p14:creationId xmlns:p14="http://schemas.microsoft.com/office/powerpoint/2010/main" val="722692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C5BC7-95E2-6E2B-3F6F-52F0ECEBC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D56E56-9434-CDB7-19A1-1385C15BA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2499EB4-7D80-E8FA-B604-72E041440CAA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Calling basic method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22)</a:t>
            </a:r>
          </a:p>
          <a:p>
            <a:pPr algn="l"/>
            <a:r>
              <a:rPr lang="en-US" sz="1800">
                <a:sym typeface="Wingdings" pitchFamily="2" charset="2"/>
              </a:rPr>
              <a:t>– TreeMap sorts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23,24)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Iterating through a Map</a:t>
            </a:r>
          </a:p>
          <a:p>
            <a:pPr algn="l"/>
            <a:r>
              <a:rPr lang="en-US" sz="1800">
                <a:sym typeface="Wingdings" pitchFamily="2" charset="2"/>
              </a:rPr>
              <a:t>- Map also contains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25)</a:t>
            </a:r>
          </a:p>
          <a:p>
            <a:pPr algn="l"/>
            <a:r>
              <a:rPr lang="en-US" sz="1800">
                <a:sym typeface="Wingdings" pitchFamily="2" charset="2"/>
              </a:rPr>
              <a:t>- .. shorter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26)</a:t>
            </a:r>
          </a:p>
          <a:p>
            <a:pPr algn="l"/>
            <a:r>
              <a:rPr lang="en-US" sz="1800">
                <a:sym typeface="Wingdings" pitchFamily="2" charset="2"/>
              </a:rPr>
              <a:t>- Another way to do is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27)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Getting values safely</a:t>
            </a:r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- </a:t>
            </a:r>
            <a:r>
              <a:rPr lang="en-US" sz="1800">
                <a:sym typeface="Wingdings" pitchFamily="2" charset="2"/>
              </a:rPr>
              <a:t>get() method will ... if ... Therefore, we want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28)</a:t>
            </a:r>
          </a:p>
        </p:txBody>
      </p:sp>
    </p:spTree>
    <p:extLst>
      <p:ext uri="{BB962C8B-B14F-4D97-AF65-F5344CB8AC3E}">
        <p14:creationId xmlns:p14="http://schemas.microsoft.com/office/powerpoint/2010/main" val="4025135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9F9D4-5F42-22E3-34D6-B924EC78C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53B4F2-4BB2-99C4-18DF-F09035029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513404E-B7E5-2C24-F7DE-827F1ADC1966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Replacing values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29)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Putting if absent</a:t>
            </a:r>
          </a:p>
          <a:p>
            <a:pPr algn="l"/>
            <a:r>
              <a:rPr lang="en-US" sz="1800">
                <a:sym typeface="Wingdings" pitchFamily="2" charset="2"/>
              </a:rPr>
              <a:t>- Note: the method putIfAbsent() also ... if the key is ... but ... 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30)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Merging data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31)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merge() also handle the case where ... original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32)</a:t>
            </a:r>
          </a:p>
          <a:p>
            <a:pPr algn="l"/>
            <a:r>
              <a:rPr lang="en-US" sz="1800">
                <a:sym typeface="Wingdings" pitchFamily="2" charset="2"/>
              </a:rPr>
              <a:t>- If mapping returns ... then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33)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49318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823BC-F7F2-333A-0973-92E59C487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5748605-25DB-C236-8164-7BC2D2B92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A51CB01-05C6-D70C-F0C5-E1C736557F32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96AEC3-322D-F1E6-EE63-AE2F62781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784" y="1283083"/>
            <a:ext cx="7772400" cy="405516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CDE0A49-CD48-ACAD-6F75-558D72F3E06F}"/>
              </a:ext>
            </a:extLst>
          </p:cNvPr>
          <p:cNvGrpSpPr/>
          <p:nvPr/>
        </p:nvGrpSpPr>
        <p:grpSpPr>
          <a:xfrm>
            <a:off x="1501221" y="2558181"/>
            <a:ext cx="7961400" cy="1668240"/>
            <a:chOff x="1501221" y="2558181"/>
            <a:chExt cx="7961400" cy="166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5E99C1D-F1DD-A368-BCD0-AA295E14D9FC}"/>
                    </a:ext>
                  </a:extLst>
                </p14:cNvPr>
                <p14:cNvContentPartPr/>
                <p14:nvPr/>
              </p14:nvContentPartPr>
              <p14:xfrm>
                <a:off x="1501221" y="2558181"/>
                <a:ext cx="7961400" cy="1668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5E99C1D-F1DD-A368-BCD0-AA295E14D9F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38221" y="2495181"/>
                  <a:ext cx="8087040" cy="179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9BBEA60-9D1C-9F95-3002-DEE305D333E7}"/>
                    </a:ext>
                  </a:extLst>
                </p14:cNvPr>
                <p14:cNvContentPartPr/>
                <p14:nvPr/>
              </p14:nvContentPartPr>
              <p14:xfrm>
                <a:off x="5942901" y="3348021"/>
                <a:ext cx="1749960" cy="58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9BBEA60-9D1C-9F95-3002-DEE305D333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79901" y="3285021"/>
                  <a:ext cx="187560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5625B32-2C69-DFC6-6EAA-B54CA1EF87CB}"/>
                  </a:ext>
                </a:extLst>
              </p14:cNvPr>
              <p14:cNvContentPartPr/>
              <p14:nvPr/>
            </p14:nvContentPartPr>
            <p14:xfrm>
              <a:off x="5979621" y="3908181"/>
              <a:ext cx="2765880" cy="154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5625B32-2C69-DFC6-6EAA-B54CA1EF87C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16981" y="3845541"/>
                <a:ext cx="289152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F469D3F-53DB-2B74-D5EB-4691A9BCFDFA}"/>
                  </a:ext>
                </a:extLst>
              </p14:cNvPr>
              <p14:cNvContentPartPr/>
              <p14:nvPr/>
            </p14:nvContentPartPr>
            <p14:xfrm>
              <a:off x="1939701" y="4567701"/>
              <a:ext cx="7443360" cy="344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F469D3F-53DB-2B74-D5EB-4691A9BCFDF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76701" y="4505061"/>
                <a:ext cx="7569000" cy="47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6738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9A653-763D-BA69-95AF-6776E9258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A932F1-935C-2222-2ADB-E5C2C01C3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3FDBD77-DC02-5192-081F-3F46BC10CB16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01C867-F174-783F-3CCA-68D0970FE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784" y="553955"/>
            <a:ext cx="7772400" cy="328541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2E0F604-842F-4C2B-77C3-772CE60548DA}"/>
              </a:ext>
            </a:extLst>
          </p:cNvPr>
          <p:cNvGrpSpPr/>
          <p:nvPr/>
        </p:nvGrpSpPr>
        <p:grpSpPr>
          <a:xfrm>
            <a:off x="3003861" y="1871301"/>
            <a:ext cx="5436360" cy="111960"/>
            <a:chOff x="3003861" y="1871301"/>
            <a:chExt cx="5436360" cy="11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F01F734-7605-E780-50BD-B04534C67F9E}"/>
                    </a:ext>
                  </a:extLst>
                </p14:cNvPr>
                <p14:cNvContentPartPr/>
                <p14:nvPr/>
              </p14:nvContentPartPr>
              <p14:xfrm>
                <a:off x="3003861" y="1900461"/>
                <a:ext cx="5436360" cy="82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F01F734-7605-E780-50BD-B04534C67F9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40861" y="1837821"/>
                  <a:ext cx="55620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A775163-00F3-26A4-BB78-CAC65679C824}"/>
                    </a:ext>
                  </a:extLst>
                </p14:cNvPr>
                <p14:cNvContentPartPr/>
                <p14:nvPr/>
              </p14:nvContentPartPr>
              <p14:xfrm>
                <a:off x="4985301" y="1871301"/>
                <a:ext cx="1753560" cy="57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A775163-00F3-26A4-BB78-CAC65679C82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22301" y="1808301"/>
                  <a:ext cx="1879200" cy="18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714E34F-0F59-0D56-B8A7-BEF4FCD15C7C}"/>
                  </a:ext>
                </a:extLst>
              </p14:cNvPr>
              <p14:cNvContentPartPr/>
              <p14:nvPr/>
            </p14:nvContentPartPr>
            <p14:xfrm>
              <a:off x="3045621" y="2348301"/>
              <a:ext cx="5063040" cy="414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714E34F-0F59-0D56-B8A7-BEF4FCD15C7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82621" y="2285661"/>
                <a:ext cx="5188680" cy="16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965E8AB7-CE48-E802-EF4B-D5D2C09B3E9B}"/>
              </a:ext>
            </a:extLst>
          </p:cNvPr>
          <p:cNvGrpSpPr/>
          <p:nvPr/>
        </p:nvGrpSpPr>
        <p:grpSpPr>
          <a:xfrm>
            <a:off x="3053181" y="2752581"/>
            <a:ext cx="5088600" cy="62640"/>
            <a:chOff x="3053181" y="2752581"/>
            <a:chExt cx="5088600" cy="6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D9FF668-69CA-A541-9571-1EF0C8A67C71}"/>
                    </a:ext>
                  </a:extLst>
                </p14:cNvPr>
                <p14:cNvContentPartPr/>
                <p14:nvPr/>
              </p14:nvContentPartPr>
              <p14:xfrm>
                <a:off x="3053181" y="2752581"/>
                <a:ext cx="29880" cy="7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D9FF668-69CA-A541-9571-1EF0C8A67C7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90181" y="2689581"/>
                  <a:ext cx="155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F5A2FE5-31DC-4BAF-8939-A49A72BDFA10}"/>
                    </a:ext>
                  </a:extLst>
                </p14:cNvPr>
                <p14:cNvContentPartPr/>
                <p14:nvPr/>
              </p14:nvContentPartPr>
              <p14:xfrm>
                <a:off x="3065421" y="2779221"/>
                <a:ext cx="5076360" cy="36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F5A2FE5-31DC-4BAF-8939-A49A72BDFA1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02421" y="2716581"/>
                  <a:ext cx="5202000" cy="16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7183B18-EE2E-5274-09DE-8CD78E11F018}"/>
                  </a:ext>
                </a:extLst>
              </p14:cNvPr>
              <p14:cNvContentPartPr/>
              <p14:nvPr/>
            </p14:nvContentPartPr>
            <p14:xfrm>
              <a:off x="4934541" y="2948421"/>
              <a:ext cx="1151280" cy="95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7183B18-EE2E-5274-09DE-8CD78E11F01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71901" y="2885421"/>
                <a:ext cx="127692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F70983F-2874-2592-FC0F-F30DBF44D0E6}"/>
                  </a:ext>
                </a:extLst>
              </p14:cNvPr>
              <p14:cNvContentPartPr/>
              <p14:nvPr/>
            </p14:nvContentPartPr>
            <p14:xfrm>
              <a:off x="2973621" y="3397701"/>
              <a:ext cx="5262840" cy="102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F70983F-2874-2592-FC0F-F30DBF44D0E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10981" y="3334701"/>
                <a:ext cx="5388480" cy="22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5576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2D94-4601-6854-6C64-F5F71FCDE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51510C9-E7BF-9871-C610-828E51A84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4BA1342-9767-47EE-A2D1-37ECDA76A835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9736BF-5EB2-116F-7E87-52DD1A5D5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784" y="820738"/>
            <a:ext cx="7772400" cy="410067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7D3C5F7-70EA-C61D-FA11-89FB06C802BA}"/>
              </a:ext>
            </a:extLst>
          </p:cNvPr>
          <p:cNvGrpSpPr/>
          <p:nvPr/>
        </p:nvGrpSpPr>
        <p:grpSpPr>
          <a:xfrm>
            <a:off x="3555741" y="1807221"/>
            <a:ext cx="4837680" cy="93600"/>
            <a:chOff x="3555741" y="1807221"/>
            <a:chExt cx="4837680" cy="9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E3EFE59-C434-D81A-70B4-06DA886F560A}"/>
                    </a:ext>
                  </a:extLst>
                </p14:cNvPr>
                <p14:cNvContentPartPr/>
                <p14:nvPr/>
              </p14:nvContentPartPr>
              <p14:xfrm>
                <a:off x="3555741" y="1854021"/>
                <a:ext cx="4837680" cy="46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E3EFE59-C434-D81A-70B4-06DA886F56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92741" y="1791381"/>
                  <a:ext cx="49633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0019B9D-44F0-99D3-F2B7-064789689786}"/>
                    </a:ext>
                  </a:extLst>
                </p14:cNvPr>
                <p14:cNvContentPartPr/>
                <p14:nvPr/>
              </p14:nvContentPartPr>
              <p14:xfrm>
                <a:off x="5433501" y="1807221"/>
                <a:ext cx="190800" cy="15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0019B9D-44F0-99D3-F2B7-06478968978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70501" y="1744581"/>
                  <a:ext cx="316440" cy="14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46C96E0-536E-1771-3C3C-976B686A3B05}"/>
                  </a:ext>
                </a:extLst>
              </p14:cNvPr>
              <p14:cNvContentPartPr/>
              <p14:nvPr/>
            </p14:nvContentPartPr>
            <p14:xfrm>
              <a:off x="3607941" y="2296101"/>
              <a:ext cx="4883400" cy="70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46C96E0-536E-1771-3C3C-976B686A3B0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44941" y="2233101"/>
                <a:ext cx="50090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4778B3C-8AA3-668D-6687-904C9B15F56C}"/>
                  </a:ext>
                </a:extLst>
              </p14:cNvPr>
              <p14:cNvContentPartPr/>
              <p14:nvPr/>
            </p14:nvContentPartPr>
            <p14:xfrm>
              <a:off x="3589221" y="2701821"/>
              <a:ext cx="4710240" cy="63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4778B3C-8AA3-668D-6687-904C9B15F56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26581" y="2638821"/>
                <a:ext cx="48358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EA5456E-72EA-DC9B-9757-A4B87E9DA69B}"/>
                  </a:ext>
                </a:extLst>
              </p14:cNvPr>
              <p14:cNvContentPartPr/>
              <p14:nvPr/>
            </p14:nvContentPartPr>
            <p14:xfrm>
              <a:off x="8132421" y="2294661"/>
              <a:ext cx="117360" cy="14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EA5456E-72EA-DC9B-9757-A4B87E9DA69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69421" y="2232021"/>
                <a:ext cx="243000" cy="13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382E0891-5486-0348-1C86-6858C7ED8680}"/>
              </a:ext>
            </a:extLst>
          </p:cNvPr>
          <p:cNvGrpSpPr/>
          <p:nvPr/>
        </p:nvGrpSpPr>
        <p:grpSpPr>
          <a:xfrm>
            <a:off x="3627381" y="3080541"/>
            <a:ext cx="5181120" cy="210960"/>
            <a:chOff x="3627381" y="3080541"/>
            <a:chExt cx="5181120" cy="21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50CBC0C-6AD5-7B91-CAC8-27C29678A369}"/>
                    </a:ext>
                  </a:extLst>
                </p14:cNvPr>
                <p14:cNvContentPartPr/>
                <p14:nvPr/>
              </p14:nvContentPartPr>
              <p14:xfrm>
                <a:off x="3627381" y="3080541"/>
                <a:ext cx="5181120" cy="194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50CBC0C-6AD5-7B91-CAC8-27C29678A36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64381" y="3017541"/>
                  <a:ext cx="53067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FFFCCDB-8915-8E81-0884-2B039FB8531A}"/>
                    </a:ext>
                  </a:extLst>
                </p14:cNvPr>
                <p14:cNvContentPartPr/>
                <p14:nvPr/>
              </p14:nvContentPartPr>
              <p14:xfrm>
                <a:off x="5918061" y="3193221"/>
                <a:ext cx="1049040" cy="98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FFFCCDB-8915-8E81-0884-2B039FB8531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55421" y="3130581"/>
                  <a:ext cx="117468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27139E6-19AB-4681-00A1-A5C6F8CAD496}"/>
                  </a:ext>
                </a:extLst>
              </p14:cNvPr>
              <p14:cNvContentPartPr/>
              <p14:nvPr/>
            </p14:nvContentPartPr>
            <p14:xfrm>
              <a:off x="3609741" y="3526581"/>
              <a:ext cx="4855320" cy="191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27139E6-19AB-4681-00A1-A5C6F8CAD49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547101" y="3463941"/>
                <a:ext cx="498096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689994A-4BAB-EFBC-6ECE-94F0C36B7B1C}"/>
                  </a:ext>
                </a:extLst>
              </p14:cNvPr>
              <p14:cNvContentPartPr/>
              <p14:nvPr/>
            </p14:nvContentPartPr>
            <p14:xfrm>
              <a:off x="3639261" y="3983421"/>
              <a:ext cx="4798080" cy="162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689994A-4BAB-EFBC-6ECE-94F0C36B7B1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76261" y="3920781"/>
                <a:ext cx="492372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149510F-2817-4813-D610-2E96EA433E3C}"/>
                  </a:ext>
                </a:extLst>
              </p14:cNvPr>
              <p14:cNvContentPartPr/>
              <p14:nvPr/>
            </p14:nvContentPartPr>
            <p14:xfrm>
              <a:off x="3654021" y="4441341"/>
              <a:ext cx="4889880" cy="1461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149510F-2817-4813-D610-2E96EA433E3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91381" y="4378341"/>
                <a:ext cx="501552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D5003E7-AD0C-38F0-8AE4-547B0B960772}"/>
                  </a:ext>
                </a:extLst>
              </p14:cNvPr>
              <p14:cNvContentPartPr/>
              <p14:nvPr/>
            </p14:nvContentPartPr>
            <p14:xfrm>
              <a:off x="5253501" y="3987741"/>
              <a:ext cx="545040" cy="6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D5003E7-AD0C-38F0-8AE4-547B0B96077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190861" y="3924741"/>
                <a:ext cx="670680" cy="13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1960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38BBE-4680-56C0-0C0E-AD690F4CC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CD7257F-3F34-14F7-8094-44C70A65FE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1E8B055-A997-38DC-0797-26DE4C1B819F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Sorting Data</a:t>
            </a:r>
          </a:p>
          <a:p>
            <a:pPr algn="l"/>
            <a:r>
              <a:rPr lang="en-US" sz="1800">
                <a:sym typeface="Wingdings" pitchFamily="2" charset="2"/>
              </a:rPr>
              <a:t>- In ... and Tree..., order is .... For ..., the ... is ..., and for ..., the ... is...</a:t>
            </a:r>
          </a:p>
          <a:p>
            <a:pPr algn="l"/>
            <a:r>
              <a:rPr lang="en-US" sz="1800">
                <a:sym typeface="Wingdings" pitchFamily="2" charset="2"/>
              </a:rPr>
              <a:t>– We use ... to ... the .... This method return ... because the ... ed.. is ...</a:t>
            </a:r>
          </a:p>
          <a:p>
            <a:pPr algn="l"/>
            <a:r>
              <a:rPr lang="en-US" sz="1800">
                <a:sym typeface="Wingdings" pitchFamily="2" charset="2"/>
              </a:rPr>
              <a:t>- We also can ... object that we ... by using ... called ...</a:t>
            </a:r>
          </a:p>
          <a:p>
            <a:pPr algn="l"/>
            <a:r>
              <a:rPr lang="en-US" sz="1800">
                <a:sym typeface="Wingdings" pitchFamily="2" charset="2"/>
              </a:rPr>
              <a:t>- If our class implements ..., we can use some data ... that requires ... between objects</a:t>
            </a:r>
          </a:p>
          <a:p>
            <a:pPr algn="l"/>
            <a:r>
              <a:rPr lang="en-US" sz="1800">
                <a:sym typeface="Wingdings" pitchFamily="2" charset="2"/>
              </a:rPr>
              <a:t>- Other than ..., we can have ... class, which is used for ...</a:t>
            </a:r>
          </a:p>
          <a:p>
            <a:pPr algn="l"/>
            <a:r>
              <a:rPr lang="en-US" sz="1800">
                <a:sym typeface="Wingdings" pitchFamily="2" charset="2"/>
              </a:rPr>
              <a:t>- ... is easily mistaken with ... class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Creating a Comparable Class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The ... T allows us to ... the method and specify ... We don't need to ... when using ... since all ... is ...</a:t>
            </a:r>
          </a:p>
          <a:p>
            <a:pPr algn="l"/>
            <a:endParaRPr lang="en-US" sz="1800" b="1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E887B1-5598-D084-8CE6-00EEF3D63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150" y="4225693"/>
            <a:ext cx="39497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663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D01A-0E01-81CA-2BDA-338E83DE1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2DE3EE-0293-B99C-B7B0-66A10B835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6FBB243-A17F-2FB8-32DD-FDE2EE71DA2C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(code illustration snippet 34)</a:t>
            </a:r>
          </a:p>
          <a:p>
            <a:pPr algn="l"/>
            <a:r>
              <a:rPr lang="en-US" sz="1800">
                <a:sym typeface="Wingdings" pitchFamily="2" charset="2"/>
              </a:rPr>
              <a:t>- Note: Why does the change on the order of ... will change the ... sort ?</a:t>
            </a:r>
          </a:p>
          <a:p>
            <a:pPr algn="l"/>
            <a:r>
              <a:rPr lang="en-US" sz="1800">
                <a:sym typeface="Wingdings" pitchFamily="2" charset="2"/>
              </a:rPr>
              <a:t>This is because Java will always call ...&lt;?&gt;... and if we use the ... =&gt; Correct ...</a:t>
            </a:r>
          </a:p>
          <a:p>
            <a:pPr algn="l"/>
            <a:r>
              <a:rPr lang="en-US" sz="1800">
                <a:sym typeface="Wingdings" pitchFamily="2" charset="2"/>
              </a:rPr>
              <a:t>But if we ..., and Java still call ...&lt;?&gt; =&gt; The order ...</a:t>
            </a:r>
          </a:p>
          <a:p>
            <a:pPr algn="l"/>
            <a:r>
              <a:rPr lang="en-US" sz="1800">
                <a:sym typeface="Wingdings" pitchFamily="2" charset="2"/>
              </a:rPr>
              <a:t>- If the class didn't implement ... =&gt; It cant be ...</a:t>
            </a:r>
          </a:p>
          <a:p>
            <a:pPr algn="l"/>
            <a:r>
              <a:rPr lang="en-US" sz="1800">
                <a:sym typeface="Wingdings" pitchFamily="2" charset="2"/>
              </a:rPr>
              <a:t>- Also, if we change the ... T ... =&gt; It will still ... but ... useful ...</a:t>
            </a:r>
          </a:p>
          <a:p>
            <a:pPr algn="l"/>
            <a:r>
              <a:rPr lang="en-US" sz="1800">
                <a:sym typeface="Wingdings" pitchFamily="2" charset="2"/>
              </a:rPr>
              <a:t>- In the example, we implement our own ..., then ... call the ... implementation ... in ...</a:t>
            </a:r>
          </a:p>
          <a:p>
            <a:pPr algn="l"/>
            <a:r>
              <a:rPr lang="en-US" sz="1800">
                <a:sym typeface="Wingdings" pitchFamily="2" charset="2"/>
              </a:rPr>
              <a:t>– These are rules of the ... method</a:t>
            </a: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35)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7150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22D25-96CB-D468-468A-10AA83D25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07D785-5E0D-1216-424A-71FC81BDD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028AC54-6DFF-3B8E-73FA-092B354055CB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Casting the compareTo() argument</a:t>
            </a:r>
          </a:p>
          <a:p>
            <a:pPr algn="l"/>
            <a:r>
              <a:rPr lang="en-US" sz="1800">
                <a:sym typeface="Wingdings" pitchFamily="2" charset="2"/>
              </a:rPr>
              <a:t>- Some old ... or some class ... =&gt; We have to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36)</a:t>
            </a:r>
          </a:p>
          <a:p>
            <a:pPr algn="l"/>
            <a:r>
              <a:rPr lang="en-US" sz="1800">
                <a:sym typeface="Wingdings" pitchFamily="2" charset="2"/>
              </a:rPr>
              <a:t>- Because we didnt ... the type ... =&gt; Java will ...</a:t>
            </a:r>
          </a:p>
          <a:p>
            <a:pPr algn="l"/>
            <a:r>
              <a:rPr lang="en-US" sz="1800" b="1">
                <a:sym typeface="Wingdings" pitchFamily="2" charset="2"/>
              </a:rPr>
              <a:t>Checking for null</a:t>
            </a:r>
          </a:p>
          <a:p>
            <a:pPr algn="l"/>
            <a:r>
              <a:rPr lang="en-US" sz="1800">
                <a:sym typeface="Wingdings" pitchFamily="2" charset="2"/>
              </a:rPr>
              <a:t>- The book will assume ... However, this won't ... =&gt; we always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37)</a:t>
            </a:r>
          </a:p>
          <a:p>
            <a:pPr algn="l"/>
            <a:r>
              <a:rPr lang="en-US" sz="1800" b="1">
                <a:sym typeface="Wingdings" pitchFamily="2" charset="2"/>
              </a:rPr>
              <a:t>Keeping compareTo() and equals() consistent</a:t>
            </a:r>
          </a:p>
          <a:p>
            <a:pPr algn="l"/>
            <a:r>
              <a:rPr lang="en-US" sz="1800">
                <a:sym typeface="Wingdings" pitchFamily="2" charset="2"/>
              </a:rPr>
              <a:t>- If we write a ... implement ... =&gt; We specify a new ... to check whether 2 ... is equal or not</a:t>
            </a:r>
          </a:p>
          <a:p>
            <a:pPr algn="l"/>
            <a:r>
              <a:rPr lang="en-US" sz="1800">
                <a:sym typeface="Wingdings" pitchFamily="2" charset="2"/>
              </a:rPr>
              <a:t>– Method ... will return ... if 2 ... and also method ... will return ... if 2 ...</a:t>
            </a:r>
          </a:p>
          <a:p>
            <a:pPr algn="l"/>
            <a:r>
              <a:rPr lang="en-US" sz="1800">
                <a:sym typeface="Wingdings" pitchFamily="2" charset="2"/>
              </a:rPr>
              <a:t>– Java define this as .... When we use ... interface, the ... and ... must be consistent (... return if and only if .... return ...)</a:t>
            </a:r>
          </a:p>
          <a:p>
            <a:pPr algn="l"/>
            <a:r>
              <a:rPr lang="en-US" sz="1800">
                <a:sym typeface="Wingdings" pitchFamily="2" charset="2"/>
              </a:rPr>
              <a:t>– Also, ... will return if ... and also ... will return if ...</a:t>
            </a:r>
          </a:p>
          <a:p>
            <a:pPr algn="l"/>
            <a:r>
              <a:rPr lang="en-US" sz="1800">
                <a:sym typeface="Wingdings" pitchFamily="2" charset="2"/>
              </a:rPr>
              <a:t>- We should do ... because some ....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38)</a:t>
            </a:r>
          </a:p>
        </p:txBody>
      </p:sp>
    </p:spTree>
    <p:extLst>
      <p:ext uri="{BB962C8B-B14F-4D97-AF65-F5344CB8AC3E}">
        <p14:creationId xmlns:p14="http://schemas.microsoft.com/office/powerpoint/2010/main" val="913218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2EB4A-3C98-9D8D-A3CB-5F9CA1E38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D584F32-CDA9-5848-7F9A-B164C0CC9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2F2D96A-2F42-B114-A52D-AC4A19DC0890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Comparing Data with a Comparator</a:t>
            </a:r>
          </a:p>
          <a:p>
            <a:pPr algn="l"/>
            <a:r>
              <a:rPr lang="en-US" sz="1800">
                <a:sym typeface="Wingdings" pitchFamily="2" charset="2"/>
              </a:rPr>
              <a:t>- Let's say if you don't ... or you just ... at different time ... =&gt; We use something called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39)</a:t>
            </a:r>
          </a:p>
          <a:p>
            <a:pPr algn="l"/>
            <a:r>
              <a:rPr lang="en-US" sz="1800">
                <a:sym typeface="Wingdings" pitchFamily="2" charset="2"/>
              </a:rPr>
              <a:t>- The difference between ... and ... is ...</a:t>
            </a:r>
          </a:p>
          <a:p>
            <a:pPr algn="l"/>
            <a:r>
              <a:rPr lang="en-US" sz="1800">
                <a:sym typeface="Wingdings" pitchFamily="2" charset="2"/>
              </a:rPr>
              <a:t>– Since ... is a .. interface =&gt; we can use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40)</a:t>
            </a:r>
          </a:p>
          <a:p>
            <a:pPr algn="l"/>
            <a:r>
              <a:rPr lang="en-US" sz="1800">
                <a:sym typeface="Wingdings" pitchFamily="2" charset="2"/>
              </a:rPr>
              <a:t>- We can also use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41)</a:t>
            </a:r>
          </a:p>
          <a:p>
            <a:pPr algn="l"/>
            <a:r>
              <a:rPr lang="en-US" sz="1800">
                <a:sym typeface="Wingdings" pitchFamily="2" charset="2"/>
              </a:rPr>
              <a:t>- Using ... with Comparator is ... However, Comparable is used for ...</a:t>
            </a:r>
          </a:p>
          <a:p>
            <a:pPr algn="l"/>
            <a:r>
              <a:rPr lang="en-US" sz="1800" b="1">
                <a:sym typeface="Wingdings" pitchFamily="2" charset="2"/>
              </a:rPr>
              <a:t>Comparing Comparable and Comparator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BC8914-06F3-AF93-E3AA-D455D5036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4054307"/>
            <a:ext cx="7772400" cy="28036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F6ABDBA-BFB0-C04E-7FF0-AFA7814AEA9C}"/>
                  </a:ext>
                </a:extLst>
              </p14:cNvPr>
              <p14:cNvContentPartPr/>
              <p14:nvPr/>
            </p14:nvContentPartPr>
            <p14:xfrm>
              <a:off x="9267445" y="4744660"/>
              <a:ext cx="2503440" cy="74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F6ABDBA-BFB0-C04E-7FF0-AFA7814AEA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04445" y="4682020"/>
                <a:ext cx="262908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7F7F00-532D-B833-86F9-F8B1475CC857}"/>
                  </a:ext>
                </a:extLst>
              </p14:cNvPr>
              <p14:cNvContentPartPr/>
              <p14:nvPr/>
            </p14:nvContentPartPr>
            <p14:xfrm>
              <a:off x="9290485" y="5191780"/>
              <a:ext cx="2478240" cy="33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D7F7F00-532D-B833-86F9-F8B1475CC85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27485" y="5129140"/>
                <a:ext cx="260388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8BC3D87-7413-1085-13DB-2858D00BB71C}"/>
                  </a:ext>
                </a:extLst>
              </p14:cNvPr>
              <p14:cNvContentPartPr/>
              <p14:nvPr/>
            </p14:nvContentPartPr>
            <p14:xfrm>
              <a:off x="9331525" y="5659420"/>
              <a:ext cx="2364840" cy="87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8BC3D87-7413-1085-13DB-2858D00BB71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68525" y="5596780"/>
                <a:ext cx="24904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86B123F-BCCD-7E2F-9E40-FC0B07E3ADC1}"/>
                  </a:ext>
                </a:extLst>
              </p14:cNvPr>
              <p14:cNvContentPartPr/>
              <p14:nvPr/>
            </p14:nvContentPartPr>
            <p14:xfrm>
              <a:off x="9244405" y="6078820"/>
              <a:ext cx="2409120" cy="88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86B123F-BCCD-7E2F-9E40-FC0B07E3ADC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1405" y="6015820"/>
                <a:ext cx="253476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8F3CCE8-B272-9A45-12A1-E447E34FDD59}"/>
                  </a:ext>
                </a:extLst>
              </p14:cNvPr>
              <p14:cNvContentPartPr/>
              <p14:nvPr/>
            </p14:nvContentPartPr>
            <p14:xfrm>
              <a:off x="9118765" y="6470500"/>
              <a:ext cx="2506680" cy="125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8F3CCE8-B272-9A45-12A1-E447E34FDD5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56125" y="6407860"/>
                <a:ext cx="2632320" cy="25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2415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70B98-B8ED-0B7E-EF6A-52BC030F6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0B0424-CA75-19F7-398B-4854CCF86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87EDD74-55D2-F77B-B30A-18593B6785F1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(code illustration snippet 42)</a:t>
            </a:r>
          </a:p>
          <a:p>
            <a:pPr algn="l"/>
            <a:r>
              <a:rPr lang="en-US" sz="1800" b="1">
                <a:sym typeface="Wingdings" pitchFamily="2" charset="2"/>
              </a:rPr>
              <a:t>Comparing Multiple fields</a:t>
            </a:r>
          </a:p>
          <a:p>
            <a:pPr algn="l"/>
            <a:r>
              <a:rPr lang="en-US" sz="1800">
                <a:sym typeface="Wingdings" pitchFamily="2" charset="2"/>
              </a:rPr>
              <a:t>- When we write ... for multiple ... =&gt; The code will become ... 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43)</a:t>
            </a:r>
          </a:p>
          <a:p>
            <a:pPr algn="l"/>
            <a:r>
              <a:rPr lang="en-US" sz="1800">
                <a:sym typeface="Wingdings" pitchFamily="2" charset="2"/>
              </a:rPr>
              <a:t>- Let's say we want to sort ... according to .... If they are the same ... =&gt; Sort according to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44)</a:t>
            </a:r>
          </a:p>
          <a:p>
            <a:pPr algn="l"/>
            <a:r>
              <a:rPr lang="en-US" sz="1800">
                <a:sym typeface="Wingdings" pitchFamily="2" charset="2"/>
              </a:rPr>
              <a:t>- If we want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45)</a:t>
            </a:r>
          </a:p>
          <a:p>
            <a:pPr algn="l"/>
            <a:r>
              <a:rPr lang="en-US" sz="1800">
                <a:sym typeface="Wingdings" pitchFamily="2" charset="2"/>
              </a:rPr>
              <a:t>- If we want ... order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46)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23215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39894-F81F-A8EF-BE17-8E3AC5DC4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899F4F-4D12-2C17-10ED-9547EF99F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E58DD41-FBB5-03B1-53FD-83755FC8AD63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53830D-5727-FAAB-7C93-2B251CB7C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512887"/>
            <a:ext cx="7772400" cy="38322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969C6E8-AD1A-9F88-CFA7-972303D1A332}"/>
                  </a:ext>
                </a:extLst>
              </p14:cNvPr>
              <p14:cNvContentPartPr/>
              <p14:nvPr/>
            </p14:nvContentPartPr>
            <p14:xfrm>
              <a:off x="5023405" y="2146540"/>
              <a:ext cx="4789800" cy="376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969C6E8-AD1A-9F88-CFA7-972303D1A3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0765" y="2083900"/>
                <a:ext cx="4915440" cy="5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3AF9B20-0BC2-9C7D-2809-D7DC74ACC13E}"/>
                  </a:ext>
                </a:extLst>
              </p14:cNvPr>
              <p14:cNvContentPartPr/>
              <p14:nvPr/>
            </p14:nvContentPartPr>
            <p14:xfrm>
              <a:off x="5111605" y="2777260"/>
              <a:ext cx="4530600" cy="14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3AF9B20-0BC2-9C7D-2809-D7DC74ACC13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48965" y="2714260"/>
                <a:ext cx="465624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5F9C695-6D85-BF8B-C38A-355F53D85BFB}"/>
                  </a:ext>
                </a:extLst>
              </p14:cNvPr>
              <p14:cNvContentPartPr/>
              <p14:nvPr/>
            </p14:nvContentPartPr>
            <p14:xfrm>
              <a:off x="4851685" y="3234460"/>
              <a:ext cx="4568040" cy="136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5F9C695-6D85-BF8B-C38A-355F53D85B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88685" y="3171460"/>
                <a:ext cx="469368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61402E-9D21-32FA-C2FB-1D78279CF962}"/>
                  </a:ext>
                </a:extLst>
              </p14:cNvPr>
              <p14:cNvContentPartPr/>
              <p14:nvPr/>
            </p14:nvContentPartPr>
            <p14:xfrm>
              <a:off x="5135005" y="3659620"/>
              <a:ext cx="4294080" cy="202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61402E-9D21-32FA-C2FB-1D78279CF96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72005" y="3596980"/>
                <a:ext cx="441972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F2C5E80-C02C-EA1A-6A29-552B64DEBE18}"/>
                  </a:ext>
                </a:extLst>
              </p14:cNvPr>
              <p14:cNvContentPartPr/>
              <p14:nvPr/>
            </p14:nvContentPartPr>
            <p14:xfrm>
              <a:off x="4816045" y="4124380"/>
              <a:ext cx="4354920" cy="321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F2C5E80-C02C-EA1A-6A29-552B64DEBE1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53405" y="4061740"/>
                <a:ext cx="448056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E38C035-EA14-7AFF-391D-8E829A643A6D}"/>
                  </a:ext>
                </a:extLst>
              </p14:cNvPr>
              <p14:cNvContentPartPr/>
              <p14:nvPr/>
            </p14:nvContentPartPr>
            <p14:xfrm>
              <a:off x="4931605" y="4786060"/>
              <a:ext cx="4692240" cy="326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E38C035-EA14-7AFF-391D-8E829A643A6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68965" y="4723420"/>
                <a:ext cx="4817880" cy="45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88395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9D15F-470C-9883-C441-8159E1B97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EF39C0-9594-2089-7C8D-851927512F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CE8CAC3-3548-3984-608D-6C01E81AE9B1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C99DCD-03CA-99E1-0BB4-55F1EC170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232217"/>
            <a:ext cx="7772400" cy="43935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2E8DD4E-AB4A-045C-469B-4CB041BB7D57}"/>
                  </a:ext>
                </a:extLst>
              </p14:cNvPr>
              <p14:cNvContentPartPr/>
              <p14:nvPr/>
            </p14:nvContentPartPr>
            <p14:xfrm>
              <a:off x="5384485" y="1840900"/>
              <a:ext cx="4004280" cy="331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2E8DD4E-AB4A-045C-469B-4CB041BB7D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21485" y="1777900"/>
                <a:ext cx="412992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27982BD-92B4-5794-0374-2103F253B651}"/>
                  </a:ext>
                </a:extLst>
              </p14:cNvPr>
              <p14:cNvContentPartPr/>
              <p14:nvPr/>
            </p14:nvContentPartPr>
            <p14:xfrm>
              <a:off x="5289085" y="2312140"/>
              <a:ext cx="4453200" cy="514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27982BD-92B4-5794-0374-2103F253B65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26445" y="2249140"/>
                <a:ext cx="4578840" cy="64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44281BB-0CF8-1BC8-0AE8-22A4E4FF876D}"/>
                  </a:ext>
                </a:extLst>
              </p14:cNvPr>
              <p14:cNvContentPartPr/>
              <p14:nvPr/>
            </p14:nvContentPartPr>
            <p14:xfrm>
              <a:off x="5375125" y="3215380"/>
              <a:ext cx="4345560" cy="52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44281BB-0CF8-1BC8-0AE8-22A4E4FF876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12485" y="3152380"/>
                <a:ext cx="4471200" cy="64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37FDBE0-0BAB-A520-B5FD-CC78907E5538}"/>
                  </a:ext>
                </a:extLst>
              </p14:cNvPr>
              <p14:cNvContentPartPr/>
              <p14:nvPr/>
            </p14:nvContentPartPr>
            <p14:xfrm>
              <a:off x="5509405" y="4053460"/>
              <a:ext cx="3792600" cy="515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37FDBE0-0BAB-A520-B5FD-CC78907E553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46405" y="3990820"/>
                <a:ext cx="3918240" cy="64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9CB11D2-915E-0C86-420E-4E3EED280E76}"/>
                  </a:ext>
                </a:extLst>
              </p14:cNvPr>
              <p14:cNvContentPartPr/>
              <p14:nvPr/>
            </p14:nvContentPartPr>
            <p14:xfrm>
              <a:off x="5401765" y="4915660"/>
              <a:ext cx="4096440" cy="493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9CB11D2-915E-0C86-420E-4E3EED280E7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39125" y="4853020"/>
                <a:ext cx="4222080" cy="61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8756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E26FC-7234-B4A7-DC12-67C2B6BD7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EE1A73-5F85-082A-0FEE-6E303A012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B384838-8ED7-0069-3ECC-5CF0806543CD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Sorting and Searching</a:t>
            </a:r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Now we can use ... and ... for sorting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47)</a:t>
            </a:r>
          </a:p>
          <a:p>
            <a:pPr algn="l"/>
            <a:r>
              <a:rPr lang="en-US" sz="1800">
                <a:sym typeface="Wingdings" pitchFamily="2" charset="2"/>
              </a:rPr>
              <a:t>- Because Rabbit ... didnt ... =&gt; we need to use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48, 49)</a:t>
            </a:r>
          </a:p>
          <a:p>
            <a:pPr algn="l"/>
            <a:r>
              <a:rPr lang="en-US" sz="1800">
                <a:sym typeface="Wingdings" pitchFamily="2" charset="2"/>
              </a:rPr>
              <a:t>- Method ... and ... also allows us to add ...</a:t>
            </a:r>
          </a:p>
          <a:p>
            <a:pPr algn="l"/>
            <a:r>
              <a:rPr lang="en-US" sz="1800" b="1">
                <a:sym typeface="Wingdings" pitchFamily="2" charset="2"/>
              </a:rPr>
              <a:t>Reviewing Binary Search</a:t>
            </a:r>
          </a:p>
          <a:p>
            <a:pPr algn="l"/>
            <a:r>
              <a:rPr lang="en-US" sz="1800">
                <a:sym typeface="Wingdings" pitchFamily="2" charset="2"/>
              </a:rPr>
              <a:t>- As usual, to be able to use ... search, the ... must be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50, 51)</a:t>
            </a:r>
          </a:p>
          <a:p>
            <a:pPr algn="l"/>
            <a:r>
              <a:rPr lang="en-US" sz="1800">
                <a:sym typeface="Wingdings" pitchFamily="2" charset="2"/>
              </a:rPr>
              <a:t>- In the beginning of this section, we told that if our ... implement ... =&gt; We could use ... with some ... structure that requires ... Now it is an example for that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52)</a:t>
            </a:r>
          </a:p>
          <a:p>
            <a:pPr algn="l"/>
            <a:r>
              <a:rPr lang="en-US" sz="1800">
                <a:sym typeface="Wingdings" pitchFamily="2" charset="2"/>
              </a:rPr>
              <a:t>– In TreeSet, it uses ... and in ..., the method ... uses ... =&gt; If we ... =&gt; ...</a:t>
            </a:r>
          </a:p>
          <a:p>
            <a:pPr algn="l"/>
            <a:r>
              <a:rPr lang="en-US" sz="1800">
                <a:sym typeface="Wingdings" pitchFamily="2" charset="2"/>
              </a:rPr>
              <a:t>- However, like ... and ..., we can specify the collections to ... according to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53)</a:t>
            </a:r>
          </a:p>
        </p:txBody>
      </p:sp>
    </p:spTree>
    <p:extLst>
      <p:ext uri="{BB962C8B-B14F-4D97-AF65-F5344CB8AC3E}">
        <p14:creationId xmlns:p14="http://schemas.microsoft.com/office/powerpoint/2010/main" val="8915515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61291-2DFC-B9A7-0344-B47EE5F17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43336D-8436-661F-96C1-4AB8B41D9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CC5D4FC-0FDA-3AA1-3D12-84699A62BE08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Sorting a List</a:t>
            </a:r>
          </a:p>
          <a:p>
            <a:pPr algn="l"/>
            <a:r>
              <a:rPr lang="en-US" sz="1800">
                <a:sym typeface="Wingdings" pitchFamily="2" charset="2"/>
              </a:rPr>
              <a:t>- Other than the method ..., we can use the ... directly</a:t>
            </a:r>
          </a:p>
          <a:p>
            <a:pPr algn="l"/>
            <a:r>
              <a:rPr lang="en-US" sz="1800">
                <a:sym typeface="Wingdings" pitchFamily="2" charset="2"/>
              </a:rPr>
              <a:t>- This method works like ..., it receives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54)</a:t>
            </a:r>
          </a:p>
        </p:txBody>
      </p:sp>
    </p:spTree>
    <p:extLst>
      <p:ext uri="{BB962C8B-B14F-4D97-AF65-F5344CB8AC3E}">
        <p14:creationId xmlns:p14="http://schemas.microsoft.com/office/powerpoint/2010/main" val="2289284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119A1-B81B-4385-5ADB-C7315FF6D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118E72-72E2-3EC5-B5D4-E3D42747C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D20ED26-70F8-23CC-B57F-1AEAEBB27E9A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Working with generic</a:t>
            </a:r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(code illustration snippet 55)</a:t>
            </a:r>
          </a:p>
          <a:p>
            <a:pPr algn="l"/>
            <a:r>
              <a:rPr lang="en-US" sz="1800">
                <a:sym typeface="Wingdings" pitchFamily="2" charset="2"/>
              </a:rPr>
              <a:t>- Generic fix ... by using something called ... =&gt; Compiler will ... all ... out of the ...</a:t>
            </a:r>
          </a:p>
          <a:p>
            <a:pPr algn="l"/>
            <a:r>
              <a:rPr lang="en-US" sz="1800">
                <a:sym typeface="Wingdings" pitchFamily="2" charset="2"/>
              </a:rPr>
              <a:t>– Parameterized type is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56)</a:t>
            </a:r>
          </a:p>
          <a:p>
            <a:pPr algn="l"/>
            <a:r>
              <a:rPr lang="en-US" sz="1800" b="1">
                <a:sym typeface="Wingdings" pitchFamily="2" charset="2"/>
              </a:rPr>
              <a:t>Creating Generic classes</a:t>
            </a:r>
          </a:p>
          <a:p>
            <a:pPr algn="l"/>
            <a:r>
              <a:rPr lang="en-US" sz="1800">
                <a:sym typeface="Wingdings" pitchFamily="2" charset="2"/>
              </a:rPr>
              <a:t>- We can introduce ... into our ...</a:t>
            </a:r>
          </a:p>
          <a:p>
            <a:pPr algn="l"/>
            <a:r>
              <a:rPr lang="en-US" sz="1800">
                <a:sym typeface="Wingdings" pitchFamily="2" charset="2"/>
              </a:rPr>
              <a:t>– The syntax used something called ... 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57)</a:t>
            </a:r>
          </a:p>
          <a:p>
            <a:pPr algn="l"/>
            <a:r>
              <a:rPr lang="en-US" sz="1800">
                <a:sym typeface="Wingdings" pitchFamily="2" charset="2"/>
              </a:rPr>
              <a:t>- The ... T appears ... When we ... class ... we ... specify</a:t>
            </a:r>
          </a:p>
          <a:p>
            <a:pPr algn="l"/>
            <a:r>
              <a:rPr lang="en-US" sz="1800">
                <a:sym typeface="Wingdings" pitchFamily="2" charset="2"/>
              </a:rPr>
              <a:t>– Naming convention ... could be .... However, it should be ... by using the ... letter</a:t>
            </a:r>
          </a:p>
          <a:p>
            <a:pPr algn="l"/>
            <a:r>
              <a:rPr lang="en-US" sz="1800">
                <a:sym typeface="Wingdings" pitchFamily="2" charset="2"/>
              </a:rPr>
              <a:t>E</a:t>
            </a:r>
          </a:p>
          <a:p>
            <a:pPr algn="l"/>
            <a:r>
              <a:rPr lang="en-US" sz="1800">
                <a:sym typeface="Wingdings" pitchFamily="2" charset="2"/>
              </a:rPr>
              <a:t>K</a:t>
            </a:r>
          </a:p>
          <a:p>
            <a:pPr algn="l"/>
            <a:r>
              <a:rPr lang="en-US" sz="1800">
                <a:sym typeface="Wingdings" pitchFamily="2" charset="2"/>
              </a:rPr>
              <a:t>V</a:t>
            </a:r>
          </a:p>
          <a:p>
            <a:pPr algn="l"/>
            <a:r>
              <a:rPr lang="en-US" sz="1800">
                <a:sym typeface="Wingdings" pitchFamily="2" charset="2"/>
              </a:rPr>
              <a:t>N</a:t>
            </a:r>
          </a:p>
          <a:p>
            <a:pPr algn="l"/>
            <a:r>
              <a:rPr lang="en-US" sz="1800">
                <a:sym typeface="Wingdings" pitchFamily="2" charset="2"/>
              </a:rPr>
              <a:t>T       (S,U,V) </a:t>
            </a:r>
          </a:p>
        </p:txBody>
      </p:sp>
    </p:spTree>
    <p:extLst>
      <p:ext uri="{BB962C8B-B14F-4D97-AF65-F5344CB8AC3E}">
        <p14:creationId xmlns:p14="http://schemas.microsoft.com/office/powerpoint/2010/main" val="3487866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6F847-423D-6527-8E05-2776E8F14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93E7F6-C197-EC01-C5E4-B74C2EE23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71BE546-EB47-6F81-CEE0-1F5DC6409C69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(code illustration snippet 58)</a:t>
            </a:r>
          </a:p>
          <a:p>
            <a:pPr algn="l"/>
            <a:r>
              <a:rPr lang="en-US" sz="1800">
                <a:sym typeface="Wingdings" pitchFamily="2" charset="2"/>
              </a:rPr>
              <a:t>- We can ... another type for ....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59)</a:t>
            </a:r>
          </a:p>
          <a:p>
            <a:pPr algn="l"/>
            <a:r>
              <a:rPr lang="en-US" sz="1800">
                <a:sym typeface="Wingdings" pitchFamily="2" charset="2"/>
              </a:rPr>
              <a:t>- Generic is useful because ... each other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60)</a:t>
            </a:r>
          </a:p>
          <a:p>
            <a:pPr algn="l"/>
            <a:r>
              <a:rPr lang="en-US" sz="1800">
                <a:sym typeface="Wingdings" pitchFamily="2" charset="2"/>
              </a:rPr>
              <a:t>- If we dont have generic, we have to ... cast ... then ...</a:t>
            </a:r>
          </a:p>
          <a:p>
            <a:pPr algn="l"/>
            <a:r>
              <a:rPr lang="en-US" sz="1800">
                <a:sym typeface="Wingdings" pitchFamily="2" charset="2"/>
              </a:rPr>
              <a:t>– Moreover, 2 ... not ... each other, which mean, no ... is required for them to ...</a:t>
            </a:r>
          </a:p>
          <a:p>
            <a:pPr algn="l"/>
            <a:r>
              <a:rPr lang="en-US" sz="1800">
                <a:sym typeface="Wingdings" pitchFamily="2" charset="2"/>
              </a:rPr>
              <a:t>- Generic isn't usually ... and it is usually used in ... Some exemplary example of ... is ...</a:t>
            </a:r>
          </a:p>
          <a:p>
            <a:pPr algn="l"/>
            <a:r>
              <a:rPr lang="en-US" sz="1800">
                <a:sym typeface="Wingdings" pitchFamily="2" charset="2"/>
              </a:rPr>
              <a:t>- Generic doesn't ... limit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61)</a:t>
            </a:r>
          </a:p>
          <a:p>
            <a:pPr algn="l"/>
            <a:r>
              <a:rPr lang="en-US" sz="1800" b="1">
                <a:sym typeface="Wingdings" pitchFamily="2" charset="2"/>
              </a:rPr>
              <a:t>Understanding Type Erasure</a:t>
            </a:r>
          </a:p>
          <a:p>
            <a:pPr algn="l"/>
            <a:r>
              <a:rPr lang="en-US" sz="1800">
                <a:sym typeface="Wingdings" pitchFamily="2" charset="2"/>
              </a:rPr>
              <a:t>- Specifying the ... class will enforce ... which type at ... For example, we ... Robot in ... class is just like replacing ...</a:t>
            </a:r>
          </a:p>
          <a:p>
            <a:pPr algn="l"/>
            <a:r>
              <a:rPr lang="en-US" sz="1800">
                <a:sym typeface="Wingdings" pitchFamily="2" charset="2"/>
              </a:rPr>
              <a:t>- However, this is just at ... time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5410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0B5CD-4FF7-FB21-0E60-FC428328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DD4CB44-313D-DA21-AAC9-8DF5C76FF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B2174E9-2329-807A-53A3-3C4126259C52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59DF21-EC97-13B0-C969-B68BAB060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384" y="1866900"/>
            <a:ext cx="55372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86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18786-7207-20AF-6569-13BADAF78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CDB7A4-B009-BE6E-F9CD-DEC6AD720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981FE88-6FF5-EDC5-C375-787152106BE1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- Of course it is still a single ... </a:t>
            </a:r>
          </a:p>
          <a:p>
            <a:pPr algn="l"/>
            <a:r>
              <a:rPr lang="en-US" sz="1800">
                <a:sym typeface="Wingdings" pitchFamily="2" charset="2"/>
              </a:rPr>
              <a:t>- The process of ... the generic ... is called Type Erasure</a:t>
            </a:r>
          </a:p>
          <a:p>
            <a:pPr algn="l"/>
            <a:r>
              <a:rPr lang="en-US" sz="1800">
                <a:sym typeface="Wingdings" pitchFamily="2" charset="2"/>
              </a:rPr>
              <a:t>– Type Erasure helps ...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Overloading a Generic Method</a:t>
            </a:r>
          </a:p>
          <a:p>
            <a:pPr algn="l"/>
            <a:r>
              <a:rPr lang="en-US" sz="1800">
                <a:sym typeface="Wingdings" pitchFamily="2" charset="2"/>
              </a:rPr>
              <a:t>- Because of ..., method overloading ....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59)</a:t>
            </a:r>
          </a:p>
          <a:p>
            <a:pPr algn="l"/>
            <a:r>
              <a:rPr lang="en-US" sz="1800">
                <a:sym typeface="Wingdings" pitchFamily="2" charset="2"/>
              </a:rPr>
              <a:t>- ... still not ... in ... 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60)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61)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0F2643-1CFE-154D-F363-14EEAD964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3166269"/>
            <a:ext cx="4991100" cy="1346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5EE54D7-25C2-DA9D-DA19-9674134094C2}"/>
                  </a:ext>
                </a:extLst>
              </p14:cNvPr>
              <p14:cNvContentPartPr/>
              <p14:nvPr/>
            </p14:nvContentPartPr>
            <p14:xfrm>
              <a:off x="3675205" y="3743860"/>
              <a:ext cx="4170960" cy="164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5EE54D7-25C2-DA9D-DA19-9674134094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12565" y="3681220"/>
                <a:ext cx="4296600" cy="29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267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FA8E2-E7FF-F4E7-7B5E-F35FD92A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430CE69-2574-F507-8F17-06BF21AD6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93A9486-B4CA-A645-4FF5-DCA95E94362C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Returning Generic Types</a:t>
            </a:r>
          </a:p>
          <a:p>
            <a:pPr algn="l"/>
            <a:r>
              <a:rPr lang="en-US" sz="1800">
                <a:sym typeface="Wingdings" pitchFamily="2" charset="2"/>
              </a:rPr>
              <a:t>- When working with ... methods, the rules ...</a:t>
            </a:r>
          </a:p>
          <a:p>
            <a:pPr algn="l"/>
            <a:r>
              <a:rPr lang="en-US" sz="1800">
                <a:sym typeface="Wingdings" pitchFamily="2" charset="2"/>
              </a:rPr>
              <a:t>– With the introduction of ..., we ... =&gt; The ... must ... 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62)</a:t>
            </a:r>
          </a:p>
          <a:p>
            <a:pPr algn="l"/>
            <a:r>
              <a:rPr lang="en-US" sz="1800" b="1">
                <a:sym typeface="Wingdings" pitchFamily="2" charset="2"/>
              </a:rPr>
              <a:t>Implementing Generic Interfaces</a:t>
            </a:r>
          </a:p>
          <a:p>
            <a:pPr algn="l"/>
            <a:r>
              <a:rPr lang="en-US" sz="1800">
                <a:sym typeface="Wingdings" pitchFamily="2" charset="2"/>
              </a:rPr>
              <a:t>- Other than class, we can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63)</a:t>
            </a:r>
          </a:p>
          <a:p>
            <a:pPr algn="l"/>
            <a:r>
              <a:rPr lang="en-US" sz="1800">
                <a:sym typeface="Wingdings" pitchFamily="2" charset="2"/>
              </a:rPr>
              <a:t>- We have ... ways to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64)</a:t>
            </a:r>
          </a:p>
          <a:p>
            <a:pPr algn="l"/>
            <a:r>
              <a:rPr lang="en-US" sz="1800">
                <a:sym typeface="Wingdings" pitchFamily="2" charset="2"/>
              </a:rPr>
              <a:t>- Although ... different, ... the same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65)</a:t>
            </a:r>
          </a:p>
          <a:p>
            <a:pPr algn="l"/>
            <a:r>
              <a:rPr lang="en-US" sz="1800">
                <a:sym typeface="Wingdings" pitchFamily="2" charset="2"/>
              </a:rPr>
              <a:t>- The last way is not ... at all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66) </a:t>
            </a:r>
          </a:p>
        </p:txBody>
      </p:sp>
    </p:spTree>
    <p:extLst>
      <p:ext uri="{BB962C8B-B14F-4D97-AF65-F5344CB8AC3E}">
        <p14:creationId xmlns:p14="http://schemas.microsoft.com/office/powerpoint/2010/main" val="98283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3CE50-D9A3-D46A-B676-A0F6FB484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612DE4-FAFF-C808-9AC3-FBA20D41E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B8CCD28-B45B-93B3-2F9A-750E6A11D11F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- For generic, ... limit ... Most of this limits ... caused by ... </a:t>
            </a:r>
          </a:p>
          <a:p>
            <a:pPr algn="l"/>
            <a:r>
              <a:rPr lang="en-US" sz="1800">
                <a:sym typeface="Wingdings" pitchFamily="2" charset="2"/>
              </a:rPr>
              <a:t>- Java defines type with ... as ... </a:t>
            </a:r>
          </a:p>
          <a:p>
            <a:pPr algn="l"/>
            <a:r>
              <a:rPr lang="en-US" sz="1800">
                <a:sym typeface="Wingdings" pitchFamily="2" charset="2"/>
              </a:rPr>
              <a:t>- A reifiable ... can do ... while non...</a:t>
            </a: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r>
              <a:rPr lang="en-US" sz="1800">
                <a:sym typeface="Wingdings" pitchFamily="2" charset="2"/>
              </a:rPr>
              <a:t>+) (we have 2 cases when using ... +) ... +) ..., this is also called ... usage ...)</a:t>
            </a: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r>
              <a:rPr lang="en-US" sz="1800">
                <a:sym typeface="Wingdings" pitchFamily="2" charset="2"/>
              </a:rPr>
              <a:t>+) (because ... context ...)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Writing Generic methods</a:t>
            </a:r>
          </a:p>
          <a:p>
            <a:pPr algn="l"/>
            <a:r>
              <a:rPr lang="en-US" sz="1800">
                <a:sym typeface="Wingdings" pitchFamily="2" charset="2"/>
              </a:rPr>
              <a:t>- We have seen ... in ... and .... But we can also use ... on ...</a:t>
            </a:r>
          </a:p>
          <a:p>
            <a:pPr algn="l"/>
            <a:r>
              <a:rPr lang="en-US" sz="1800">
                <a:sym typeface="Wingdings" pitchFamily="2" charset="2"/>
              </a:rPr>
              <a:t>– This is usually useful for ... because generic ... context and not ... However, this is still applicable to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67)</a:t>
            </a:r>
          </a:p>
          <a:p>
            <a:pPr algn="l"/>
            <a:r>
              <a:rPr lang="en-US" sz="1800">
                <a:sym typeface="Wingdings" pitchFamily="2" charset="2"/>
              </a:rPr>
              <a:t>- If it is not ..., we have to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68)</a:t>
            </a:r>
          </a:p>
        </p:txBody>
      </p:sp>
    </p:spTree>
    <p:extLst>
      <p:ext uri="{BB962C8B-B14F-4D97-AF65-F5344CB8AC3E}">
        <p14:creationId xmlns:p14="http://schemas.microsoft.com/office/powerpoint/2010/main" val="356125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6FDB7-6072-761C-5218-30AB35C4B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5B115E2-16AE-CAA6-945A-1E108E64F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6F5E359-7569-3ABE-0D62-B5070B58F5CC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Optional syntax for invoking a Generic method</a:t>
            </a:r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5B2CD8-287B-1BD9-3B41-0BA33CFE7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878" y="2639122"/>
            <a:ext cx="7056243" cy="157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54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7CAF6-8918-9B20-BCA2-E6CFAED24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055898-406D-358B-EAB2-C5FE23E1E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D8A49B8-C00C-B9D2-33E9-8D6333B0A206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(code illustration snippet 69)</a:t>
            </a:r>
          </a:p>
          <a:p>
            <a:pPr algn="l"/>
            <a:r>
              <a:rPr lang="en-US" sz="1800" b="1">
                <a:sym typeface="Wingdings" pitchFamily="2" charset="2"/>
              </a:rPr>
              <a:t>Creating a Generic Record</a:t>
            </a:r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We still can use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70)</a:t>
            </a:r>
          </a:p>
          <a:p>
            <a:pPr algn="l"/>
            <a:r>
              <a:rPr lang="en-US" sz="1800" b="1">
                <a:sym typeface="Wingdings" pitchFamily="2" charset="2"/>
              </a:rPr>
              <a:t>Bounding Generic Types</a:t>
            </a:r>
          </a:p>
          <a:p>
            <a:pPr algn="l"/>
            <a:r>
              <a:rPr lang="en-US" sz="1800">
                <a:sym typeface="Wingdings" pitchFamily="2" charset="2"/>
              </a:rPr>
              <a:t>- There is a problem with generic. It is not useful when ... as Object at ... and ... =&gt; Doesn't have much ...</a:t>
            </a:r>
          </a:p>
          <a:p>
            <a:pPr algn="l"/>
            <a:r>
              <a:rPr lang="en-US" sz="1800">
                <a:sym typeface="Wingdings" pitchFamily="2" charset="2"/>
              </a:rPr>
              <a:t>– However, this problem ... solved by ... </a:t>
            </a:r>
          </a:p>
          <a:p>
            <a:pPr algn="l"/>
            <a:r>
              <a:rPr lang="en-US" sz="1800">
                <a:sym typeface="Wingdings" pitchFamily="2" charset="2"/>
              </a:rPr>
              <a:t>- Bounded wildcard will .... type that can be ... </a:t>
            </a:r>
          </a:p>
          <a:p>
            <a:pPr algn="l"/>
            <a:r>
              <a:rPr lang="en-US" sz="1800">
                <a:sym typeface="Wingdings" pitchFamily="2" charset="2"/>
              </a:rPr>
              <a:t>- ... is a generic used for the bound ... </a:t>
            </a:r>
          </a:p>
          <a:p>
            <a:pPr algn="l"/>
            <a:r>
              <a:rPr lang="en-US" sz="1800">
                <a:sym typeface="Wingdings" pitchFamily="2" charset="2"/>
              </a:rPr>
              <a:t>- ... is an unknown ... type. There are ... ways to use ...</a:t>
            </a:r>
          </a:p>
        </p:txBody>
      </p:sp>
    </p:spTree>
    <p:extLst>
      <p:ext uri="{BB962C8B-B14F-4D97-AF65-F5344CB8AC3E}">
        <p14:creationId xmlns:p14="http://schemas.microsoft.com/office/powerpoint/2010/main" val="3406823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4BBB9-CF8C-330A-89AE-16CF7682C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D1FEB9C-32E5-6E9D-D8E7-0CE5B7AF3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63F9E4E-BA9C-D886-B65D-06541B9AF6C1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0A31B4-EB86-A621-CF4F-39E05D04E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862" y="1633048"/>
            <a:ext cx="9416276" cy="35919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B58F040-E0D1-4CF5-39E7-F51B66A6B6F4}"/>
                  </a:ext>
                </a:extLst>
              </p14:cNvPr>
              <p14:cNvContentPartPr/>
              <p14:nvPr/>
            </p14:nvContentPartPr>
            <p14:xfrm>
              <a:off x="1520403" y="3097631"/>
              <a:ext cx="1996920" cy="101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B58F040-E0D1-4CF5-39E7-F51B66A6B6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57403" y="3034991"/>
                <a:ext cx="212256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5A4AFAE-9A2E-3DE0-CCEA-525E6D5A6A92}"/>
                  </a:ext>
                </a:extLst>
              </p14:cNvPr>
              <p14:cNvContentPartPr/>
              <p14:nvPr/>
            </p14:nvContentPartPr>
            <p14:xfrm>
              <a:off x="1263723" y="3601991"/>
              <a:ext cx="2294640" cy="408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5A4AFAE-9A2E-3DE0-CCEA-525E6D5A6A9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01083" y="3539351"/>
                <a:ext cx="2420280" cy="53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F2C5A0D-44C3-353D-00B0-0DB4504315CE}"/>
                  </a:ext>
                </a:extLst>
              </p14:cNvPr>
              <p14:cNvContentPartPr/>
              <p14:nvPr/>
            </p14:nvContentPartPr>
            <p14:xfrm>
              <a:off x="1063203" y="4392911"/>
              <a:ext cx="2513520" cy="303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F2C5A0D-44C3-353D-00B0-0DB4504315C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0203" y="4329911"/>
                <a:ext cx="2639160" cy="42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860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A3C1E-8FBC-C7B5-9C60-5EEA87127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595251-DD2F-F981-4CA8-1D22FE63B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5F19AC-B356-4835-BE1A-A51B7AF0EC8D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Creating Unbounded Wildcards</a:t>
            </a:r>
          </a:p>
          <a:p>
            <a:pPr algn="l"/>
            <a:r>
              <a:rPr lang="en-US" sz="1800">
                <a:sym typeface="Wingdings" pitchFamily="2" charset="2"/>
              </a:rPr>
              <a:t>- Unbounded wildcards is ... any ...  We use ... ? ... specify that any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71)</a:t>
            </a:r>
          </a:p>
          <a:p>
            <a:pPr algn="l"/>
            <a:r>
              <a:rPr lang="en-US" sz="1800">
                <a:sym typeface="Wingdings" pitchFamily="2" charset="2"/>
              </a:rPr>
              <a:t>- Just as same as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72)</a:t>
            </a:r>
          </a:p>
          <a:p>
            <a:pPr algn="l"/>
            <a:r>
              <a:rPr lang="en-US" sz="1800">
                <a:sym typeface="Wingdings" pitchFamily="2" charset="2"/>
              </a:rPr>
              <a:t>- The problem is that we need a ... that can ... any ... =&gt; ... is that solution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73)</a:t>
            </a:r>
          </a:p>
          <a:p>
            <a:pPr algn="l"/>
            <a:r>
              <a:rPr lang="en-US" sz="1800">
                <a:sym typeface="Wingdings" pitchFamily="2" charset="2"/>
              </a:rPr>
              <a:t>- explain the following code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74)</a:t>
            </a:r>
          </a:p>
        </p:txBody>
      </p:sp>
    </p:spTree>
    <p:extLst>
      <p:ext uri="{BB962C8B-B14F-4D97-AF65-F5344CB8AC3E}">
        <p14:creationId xmlns:p14="http://schemas.microsoft.com/office/powerpoint/2010/main" val="225906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79841-E685-6AFC-3935-526B137F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7745F8-CC67-1148-64E1-F1FB4AADD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69E746D-A377-DD2D-3C6F-92B8DDABB03A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Creating Upper-bounded Wildcards</a:t>
            </a:r>
          </a:p>
          <a:p>
            <a:pPr algn="l"/>
            <a:r>
              <a:rPr lang="en-US" sz="1800">
                <a:sym typeface="Wingdings" pitchFamily="2" charset="2"/>
              </a:rPr>
              <a:t>- If we use ... generic, then we can't use ... relationship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75)</a:t>
            </a:r>
          </a:p>
          <a:p>
            <a:pPr algn="l"/>
            <a:r>
              <a:rPr lang="en-US" sz="1800">
                <a:sym typeface="Wingdings" pitchFamily="2" charset="2"/>
              </a:rPr>
              <a:t>- Instead, we have to ... generic. This generic is called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76)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77)</a:t>
            </a:r>
          </a:p>
          <a:p>
            <a:pPr algn="l"/>
            <a:r>
              <a:rPr lang="en-US" sz="1800">
                <a:sym typeface="Wingdings" pitchFamily="2" charset="2"/>
              </a:rPr>
              <a:t>-  Of course, this also related to type ...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2AC155-6F4C-C6E0-0153-6D56D1AA4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643489"/>
            <a:ext cx="50800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33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88041-BED6-7D3D-B4EB-59F75ED7C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84FE267-4CB0-5C82-CCA5-E45B341FB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4668BB1-D944-1752-1A14-0B57309458C8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- Same with ... wildcard, ... wildcard can also be ...ed. However, the problem is that it requires ... so that it can ... =&gt; If we ... the ... wildcard =&gt; No ... =&gt; Useless (but we still can ... element)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78)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79)</a:t>
            </a:r>
          </a:p>
          <a:p>
            <a:pPr algn="l"/>
            <a:r>
              <a:rPr lang="en-US" sz="1800">
                <a:sym typeface="Wingdings" pitchFamily="2" charset="2"/>
              </a:rPr>
              <a:t>- Why do we use ... keyword ? instead of ... and ... for ... and ... ?</a:t>
            </a:r>
          </a:p>
          <a:p>
            <a:pPr algn="l"/>
            <a:r>
              <a:rPr lang="en-US" sz="1800">
                <a:sym typeface="Wingdings" pitchFamily="2" charset="2"/>
              </a:rPr>
              <a:t>- Because they keyword ... merely represent ...</a:t>
            </a:r>
          </a:p>
          <a:p>
            <a:pPr algn="l"/>
            <a:r>
              <a:rPr lang="en-US" sz="1800" b="1">
                <a:sym typeface="Wingdings" pitchFamily="2" charset="2"/>
              </a:rPr>
              <a:t>Creating Lower-bounded Wildcards</a:t>
            </a:r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9BFA1D-E0F9-C26C-78CC-1968BA8F5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650" y="3664656"/>
            <a:ext cx="7124700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80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3FB2A-5516-DE70-18EC-605B385B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CBF0615-0A12-8CD9-800E-473A3978A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CF6F217-9579-9861-2FFC-3E4E06937969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Note: Why ... wildcard is immutable ? This can't be proved because ...</a:t>
            </a:r>
          </a:p>
          <a:p>
            <a:pPr algn="l"/>
            <a:r>
              <a:rPr lang="en-US" sz="1800">
                <a:sym typeface="Wingdings" pitchFamily="2" charset="2"/>
              </a:rPr>
              <a:t>- 2 ... can be ...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A36625-D3C6-72B0-4539-BB59E2591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584942"/>
            <a:ext cx="7772400" cy="36881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E7AB997-B398-AF4C-630F-5A5FD495BA10}"/>
                  </a:ext>
                </a:extLst>
              </p14:cNvPr>
              <p14:cNvContentPartPr/>
              <p14:nvPr/>
            </p14:nvContentPartPr>
            <p14:xfrm>
              <a:off x="4803884" y="2820591"/>
              <a:ext cx="1316880" cy="11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E7AB997-B398-AF4C-630F-5A5FD495BA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40884" y="2757591"/>
                <a:ext cx="144252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808A147-8D20-C684-EE5A-A228CCF83E87}"/>
                  </a:ext>
                </a:extLst>
              </p14:cNvPr>
              <p14:cNvContentPartPr/>
              <p14:nvPr/>
            </p14:nvContentPartPr>
            <p14:xfrm>
              <a:off x="4801004" y="3028671"/>
              <a:ext cx="1895760" cy="8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808A147-8D20-C684-EE5A-A228CCF83E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8004" y="2965671"/>
                <a:ext cx="20214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F9D7A33-A97E-17C4-9718-D3F9F1A850B7}"/>
                  </a:ext>
                </a:extLst>
              </p14:cNvPr>
              <p14:cNvContentPartPr/>
              <p14:nvPr/>
            </p14:nvContentPartPr>
            <p14:xfrm>
              <a:off x="6982964" y="2779911"/>
              <a:ext cx="189360" cy="73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F9D7A33-A97E-17C4-9718-D3F9F1A850B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20324" y="2716911"/>
                <a:ext cx="3150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0AC456A-67CD-B126-DF25-D8710E0CB8A5}"/>
                  </a:ext>
                </a:extLst>
              </p14:cNvPr>
              <p14:cNvContentPartPr/>
              <p14:nvPr/>
            </p14:nvContentPartPr>
            <p14:xfrm>
              <a:off x="8519444" y="2802231"/>
              <a:ext cx="283680" cy="180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0AC456A-67CD-B126-DF25-D8710E0CB8A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56444" y="2739591"/>
                <a:ext cx="409320" cy="14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B631678A-EA80-C1AB-F270-A9997D0A8E4D}"/>
              </a:ext>
            </a:extLst>
          </p:cNvPr>
          <p:cNvGrpSpPr/>
          <p:nvPr/>
        </p:nvGrpSpPr>
        <p:grpSpPr>
          <a:xfrm>
            <a:off x="4802804" y="3430431"/>
            <a:ext cx="2325960" cy="262800"/>
            <a:chOff x="4802804" y="3430431"/>
            <a:chExt cx="232596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8B5B7F7-5125-280D-0790-FA8720360E9D}"/>
                    </a:ext>
                  </a:extLst>
                </p14:cNvPr>
                <p14:cNvContentPartPr/>
                <p14:nvPr/>
              </p14:nvContentPartPr>
              <p14:xfrm>
                <a:off x="4802804" y="3445551"/>
                <a:ext cx="1932840" cy="247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8B5B7F7-5125-280D-0790-FA8720360E9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40164" y="3382551"/>
                  <a:ext cx="20584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1494FAE-34AA-60F6-7DAB-69CC45821B0D}"/>
                    </a:ext>
                  </a:extLst>
                </p14:cNvPr>
                <p14:cNvContentPartPr/>
                <p14:nvPr/>
              </p14:nvContentPartPr>
              <p14:xfrm>
                <a:off x="6906284" y="3430431"/>
                <a:ext cx="222480" cy="47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1494FAE-34AA-60F6-7DAB-69CC45821B0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43644" y="3367791"/>
                  <a:ext cx="348120" cy="17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BCB3C41-C9E6-2F73-49E5-F9610D0E0DD8}"/>
                  </a:ext>
                </a:extLst>
              </p14:cNvPr>
              <p14:cNvContentPartPr/>
              <p14:nvPr/>
            </p14:nvContentPartPr>
            <p14:xfrm>
              <a:off x="8529884" y="3410631"/>
              <a:ext cx="318240" cy="327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BCB3C41-C9E6-2F73-49E5-F9610D0E0DD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66884" y="3347631"/>
                <a:ext cx="4438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30BB316-24E8-30CA-F1EE-B415F1801CA6}"/>
                  </a:ext>
                </a:extLst>
              </p14:cNvPr>
              <p14:cNvContentPartPr/>
              <p14:nvPr/>
            </p14:nvContentPartPr>
            <p14:xfrm>
              <a:off x="4796684" y="4017231"/>
              <a:ext cx="307440" cy="72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30BB316-24E8-30CA-F1EE-B415F1801CA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33684" y="3954591"/>
                <a:ext cx="43308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A4DB4E4-8432-B946-C18D-BBE172C857F2}"/>
                  </a:ext>
                </a:extLst>
              </p14:cNvPr>
              <p14:cNvContentPartPr/>
              <p14:nvPr/>
            </p14:nvContentPartPr>
            <p14:xfrm>
              <a:off x="6901964" y="4073391"/>
              <a:ext cx="1838520" cy="4312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A4DB4E4-8432-B946-C18D-BBE172C857F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39324" y="4010751"/>
                <a:ext cx="1964160" cy="55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4622632-D49F-A910-CCF9-E9BC74AEE8D7}"/>
                  </a:ext>
                </a:extLst>
              </p14:cNvPr>
              <p14:cNvContentPartPr/>
              <p14:nvPr/>
            </p14:nvContentPartPr>
            <p14:xfrm>
              <a:off x="4820084" y="4915071"/>
              <a:ext cx="226080" cy="32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4622632-D49F-A910-CCF9-E9BC74AEE8D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757444" y="4852431"/>
                <a:ext cx="35172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434B0D9-2750-37F0-305E-B60AADCCD247}"/>
                  </a:ext>
                </a:extLst>
              </p14:cNvPr>
              <p14:cNvContentPartPr/>
              <p14:nvPr/>
            </p14:nvContentPartPr>
            <p14:xfrm>
              <a:off x="6970364" y="4908591"/>
              <a:ext cx="19692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434B0D9-2750-37F0-305E-B60AADCCD24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07724" y="4845951"/>
                <a:ext cx="3225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09C3CD0-5BD0-FCB8-16B3-5F29CEA9FCA2}"/>
                  </a:ext>
                </a:extLst>
              </p14:cNvPr>
              <p14:cNvContentPartPr/>
              <p14:nvPr/>
            </p14:nvContentPartPr>
            <p14:xfrm>
              <a:off x="8547524" y="4899951"/>
              <a:ext cx="235440" cy="86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09C3CD0-5BD0-FCB8-16B3-5F29CEA9FCA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484884" y="4837311"/>
                <a:ext cx="361080" cy="13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703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68CD1-8331-E08D-519E-DD8131F4F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70D04D-495C-88D4-45C4-6B777DC41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1ADA3A9-0084-EABC-242C-33990A8B7759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5222F-2DDB-497C-F2F4-4C591130B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876550"/>
            <a:ext cx="76200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846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55F46-08E7-ACE4-5F91-2664BC56E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EC0EC7-43F7-03A0-9F90-1C2E5D870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9 – Collections and Generics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94B4533-6F37-73FC-1B76-537B052A3457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(code illustration snippet 80)</a:t>
            </a:r>
          </a:p>
          <a:p>
            <a:pPr algn="l"/>
            <a:r>
              <a:rPr lang="en-US" sz="1800" b="1">
                <a:sym typeface="Wingdings" pitchFamily="2" charset="2"/>
              </a:rPr>
              <a:t>Combining Generic Declarations</a:t>
            </a:r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(code illustration snippet 81)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82)</a:t>
            </a:r>
          </a:p>
          <a:p>
            <a:pPr algn="l"/>
            <a:r>
              <a:rPr lang="en-US" sz="1800" b="1">
                <a:sym typeface="Wingdings" pitchFamily="2" charset="2"/>
              </a:rPr>
              <a:t>Passing Generic Argument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83,84,85,86,87)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this chapter is hard bruh</a:t>
            </a:r>
          </a:p>
        </p:txBody>
      </p:sp>
    </p:spTree>
    <p:extLst>
      <p:ext uri="{BB962C8B-B14F-4D97-AF65-F5344CB8AC3E}">
        <p14:creationId xmlns:p14="http://schemas.microsoft.com/office/powerpoint/2010/main" val="551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19658</TotalTime>
  <Words>3267</Words>
  <Application>Microsoft Macintosh PowerPoint</Application>
  <PresentationFormat>Widescreen</PresentationFormat>
  <Paragraphs>559</Paragraphs>
  <Slides>46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Aptos Display</vt:lpstr>
      <vt:lpstr>Arial</vt:lpstr>
      <vt:lpstr>Wingdings</vt:lpstr>
      <vt:lpstr>Office Theme</vt:lpstr>
      <vt:lpstr>Java SE 17 –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Dinh Vinh Mai</dc:creator>
  <cp:lastModifiedBy>Mai Dinh Vinh  (S.CECS)</cp:lastModifiedBy>
  <cp:revision>46</cp:revision>
  <dcterms:created xsi:type="dcterms:W3CDTF">2024-07-05T03:43:45Z</dcterms:created>
  <dcterms:modified xsi:type="dcterms:W3CDTF">2025-12-11T02:31:18Z</dcterms:modified>
</cp:coreProperties>
</file>