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5CD2C29-6869-4EB9-A262-397E95AA9D5D}">
          <p14:sldIdLst>
            <p14:sldId id="256"/>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F12651-E492-4749-A948-8FB040B70964}" v="10997" dt="2024-07-11T23:31:06.5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980" autoAdjust="0"/>
    <p:restoredTop sz="92164"/>
  </p:normalViewPr>
  <p:slideViewPr>
    <p:cSldViewPr snapToGrid="0">
      <p:cViewPr varScale="1">
        <p:scale>
          <a:sx n="105" d="100"/>
          <a:sy n="105" d="100"/>
        </p:scale>
        <p:origin x="216"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nh Vinh Mai" userId="b8e4a559-41e0-4141-8dc1-330451d69615" providerId="ADAL" clId="{9AF12651-E492-4749-A948-8FB040B70964}"/>
    <pc:docChg chg="undo custSel addSld delSld modSld sldOrd addSection delSection modSection">
      <pc:chgData name="Dinh Vinh Mai" userId="b8e4a559-41e0-4141-8dc1-330451d69615" providerId="ADAL" clId="{9AF12651-E492-4749-A948-8FB040B70964}" dt="2024-07-11T23:31:06.508" v="15304" actId="20577"/>
      <pc:docMkLst>
        <pc:docMk/>
      </pc:docMkLst>
      <pc:sldChg chg="del">
        <pc:chgData name="Dinh Vinh Mai" userId="b8e4a559-41e0-4141-8dc1-330451d69615" providerId="ADAL" clId="{9AF12651-E492-4749-A948-8FB040B70964}" dt="2024-07-11T01:41:42.792" v="0" actId="47"/>
        <pc:sldMkLst>
          <pc:docMk/>
          <pc:sldMk cId="217268900" sldId="256"/>
        </pc:sldMkLst>
      </pc:sldChg>
      <pc:sldChg chg="modSp new mod">
        <pc:chgData name="Dinh Vinh Mai" userId="b8e4a559-41e0-4141-8dc1-330451d69615" providerId="ADAL" clId="{9AF12651-E492-4749-A948-8FB040B70964}" dt="2024-07-11T01:42:31.374" v="77" actId="20577"/>
        <pc:sldMkLst>
          <pc:docMk/>
          <pc:sldMk cId="2437323191" sldId="256"/>
        </pc:sldMkLst>
        <pc:spChg chg="mod">
          <ac:chgData name="Dinh Vinh Mai" userId="b8e4a559-41e0-4141-8dc1-330451d69615" providerId="ADAL" clId="{9AF12651-E492-4749-A948-8FB040B70964}" dt="2024-07-11T01:41:58.931" v="44" actId="20577"/>
          <ac:spMkLst>
            <pc:docMk/>
            <pc:sldMk cId="2437323191" sldId="256"/>
            <ac:spMk id="2" creationId="{5F432DBD-CB83-55BD-128C-2C66E47798F8}"/>
          </ac:spMkLst>
        </pc:spChg>
        <pc:spChg chg="mod">
          <ac:chgData name="Dinh Vinh Mai" userId="b8e4a559-41e0-4141-8dc1-330451d69615" providerId="ADAL" clId="{9AF12651-E492-4749-A948-8FB040B70964}" dt="2024-07-11T01:42:31.374" v="77" actId="20577"/>
          <ac:spMkLst>
            <pc:docMk/>
            <pc:sldMk cId="2437323191" sldId="256"/>
            <ac:spMk id="3" creationId="{96DD8BC4-D539-661E-8A88-53AF6C208F93}"/>
          </ac:spMkLst>
        </pc:spChg>
      </pc:sldChg>
      <pc:sldChg chg="addSp delSp modSp add del mod">
        <pc:chgData name="Dinh Vinh Mai" userId="b8e4a559-41e0-4141-8dc1-330451d69615" providerId="ADAL" clId="{9AF12651-E492-4749-A948-8FB040B70964}" dt="2024-07-11T01:48:04.827" v="216" actId="47"/>
        <pc:sldMkLst>
          <pc:docMk/>
          <pc:sldMk cId="1145363845" sldId="257"/>
        </pc:sldMkLst>
        <pc:spChg chg="del mod">
          <ac:chgData name="Dinh Vinh Mai" userId="b8e4a559-41e0-4141-8dc1-330451d69615" providerId="ADAL" clId="{9AF12651-E492-4749-A948-8FB040B70964}" dt="2024-07-11T01:44:11.394" v="80" actId="478"/>
          <ac:spMkLst>
            <pc:docMk/>
            <pc:sldMk cId="1145363845" sldId="257"/>
            <ac:spMk id="2" creationId="{5F432DBD-CB83-55BD-128C-2C66E47798F8}"/>
          </ac:spMkLst>
        </pc:spChg>
        <pc:spChg chg="mod">
          <ac:chgData name="Dinh Vinh Mai" userId="b8e4a559-41e0-4141-8dc1-330451d69615" providerId="ADAL" clId="{9AF12651-E492-4749-A948-8FB040B70964}" dt="2024-07-11T01:46:05.600" v="116" actId="1076"/>
          <ac:spMkLst>
            <pc:docMk/>
            <pc:sldMk cId="1145363845" sldId="257"/>
            <ac:spMk id="3" creationId="{96DD8BC4-D539-661E-8A88-53AF6C208F93}"/>
          </ac:spMkLst>
        </pc:spChg>
        <pc:spChg chg="add del mod">
          <ac:chgData name="Dinh Vinh Mai" userId="b8e4a559-41e0-4141-8dc1-330451d69615" providerId="ADAL" clId="{9AF12651-E492-4749-A948-8FB040B70964}" dt="2024-07-11T01:47:56.554" v="215" actId="478"/>
          <ac:spMkLst>
            <pc:docMk/>
            <pc:sldMk cId="1145363845" sldId="257"/>
            <ac:spMk id="4" creationId="{BBA13038-CAB8-FCA0-CDE8-65E40C2F10A3}"/>
          </ac:spMkLst>
        </pc:spChg>
      </pc:sldChg>
      <pc:sldChg chg="del">
        <pc:chgData name="Dinh Vinh Mai" userId="b8e4a559-41e0-4141-8dc1-330451d69615" providerId="ADAL" clId="{9AF12651-E492-4749-A948-8FB040B70964}" dt="2024-07-11T01:41:42.792" v="0" actId="47"/>
        <pc:sldMkLst>
          <pc:docMk/>
          <pc:sldMk cId="3564134708" sldId="257"/>
        </pc:sldMkLst>
      </pc:sldChg>
      <pc:sldChg chg="modSp add mod modAnim">
        <pc:chgData name="Dinh Vinh Mai" userId="b8e4a559-41e0-4141-8dc1-330451d69615" providerId="ADAL" clId="{9AF12651-E492-4749-A948-8FB040B70964}" dt="2024-07-11T02:13:51.984" v="3027"/>
        <pc:sldMkLst>
          <pc:docMk/>
          <pc:sldMk cId="715447292" sldId="258"/>
        </pc:sldMkLst>
        <pc:spChg chg="mod">
          <ac:chgData name="Dinh Vinh Mai" userId="b8e4a559-41e0-4141-8dc1-330451d69615" providerId="ADAL" clId="{9AF12651-E492-4749-A948-8FB040B70964}" dt="2024-07-11T02:13:26.874" v="3021" actId="20577"/>
          <ac:spMkLst>
            <pc:docMk/>
            <pc:sldMk cId="715447292" sldId="258"/>
            <ac:spMk id="4" creationId="{BBA13038-CAB8-FCA0-CDE8-65E40C2F10A3}"/>
          </ac:spMkLst>
        </pc:spChg>
      </pc:sldChg>
      <pc:sldChg chg="del">
        <pc:chgData name="Dinh Vinh Mai" userId="b8e4a559-41e0-4141-8dc1-330451d69615" providerId="ADAL" clId="{9AF12651-E492-4749-A948-8FB040B70964}" dt="2024-07-11T01:41:42.792" v="0" actId="47"/>
        <pc:sldMkLst>
          <pc:docMk/>
          <pc:sldMk cId="1315607852" sldId="258"/>
        </pc:sldMkLst>
      </pc:sldChg>
      <pc:sldChg chg="del">
        <pc:chgData name="Dinh Vinh Mai" userId="b8e4a559-41e0-4141-8dc1-330451d69615" providerId="ADAL" clId="{9AF12651-E492-4749-A948-8FB040B70964}" dt="2024-07-11T01:41:42.792" v="0" actId="47"/>
        <pc:sldMkLst>
          <pc:docMk/>
          <pc:sldMk cId="1400435694" sldId="259"/>
        </pc:sldMkLst>
      </pc:sldChg>
      <pc:sldChg chg="modSp add modAnim">
        <pc:chgData name="Dinh Vinh Mai" userId="b8e4a559-41e0-4141-8dc1-330451d69615" providerId="ADAL" clId="{9AF12651-E492-4749-A948-8FB040B70964}" dt="2024-07-11T08:30:39.020" v="5812"/>
        <pc:sldMkLst>
          <pc:docMk/>
          <pc:sldMk cId="2078495021" sldId="259"/>
        </pc:sldMkLst>
        <pc:spChg chg="mod">
          <ac:chgData name="Dinh Vinh Mai" userId="b8e4a559-41e0-4141-8dc1-330451d69615" providerId="ADAL" clId="{9AF12651-E492-4749-A948-8FB040B70964}" dt="2024-07-11T08:30:19.371" v="5808" actId="20577"/>
          <ac:spMkLst>
            <pc:docMk/>
            <pc:sldMk cId="2078495021" sldId="259"/>
            <ac:spMk id="4" creationId="{BBA13038-CAB8-FCA0-CDE8-65E40C2F10A3}"/>
          </ac:spMkLst>
        </pc:spChg>
      </pc:sldChg>
      <pc:sldChg chg="addSp modSp add mod modAnim">
        <pc:chgData name="Dinh Vinh Mai" userId="b8e4a559-41e0-4141-8dc1-330451d69615" providerId="ADAL" clId="{9AF12651-E492-4749-A948-8FB040B70964}" dt="2024-07-11T08:44:30.109" v="6044" actId="14100"/>
        <pc:sldMkLst>
          <pc:docMk/>
          <pc:sldMk cId="114777668" sldId="260"/>
        </pc:sldMkLst>
        <pc:spChg chg="mod">
          <ac:chgData name="Dinh Vinh Mai" userId="b8e4a559-41e0-4141-8dc1-330451d69615" providerId="ADAL" clId="{9AF12651-E492-4749-A948-8FB040B70964}" dt="2024-07-11T08:33:51.742" v="5824" actId="1076"/>
          <ac:spMkLst>
            <pc:docMk/>
            <pc:sldMk cId="114777668" sldId="260"/>
            <ac:spMk id="3" creationId="{96DD8BC4-D539-661E-8A88-53AF6C208F93}"/>
          </ac:spMkLst>
        </pc:spChg>
        <pc:spChg chg="mod">
          <ac:chgData name="Dinh Vinh Mai" userId="b8e4a559-41e0-4141-8dc1-330451d69615" providerId="ADAL" clId="{9AF12651-E492-4749-A948-8FB040B70964}" dt="2024-07-11T08:32:24.252" v="5814" actId="20577"/>
          <ac:spMkLst>
            <pc:docMk/>
            <pc:sldMk cId="114777668" sldId="260"/>
            <ac:spMk id="4" creationId="{BBA13038-CAB8-FCA0-CDE8-65E40C2F10A3}"/>
          </ac:spMkLst>
        </pc:spChg>
        <pc:spChg chg="add mod">
          <ac:chgData name="Dinh Vinh Mai" userId="b8e4a559-41e0-4141-8dc1-330451d69615" providerId="ADAL" clId="{9AF12651-E492-4749-A948-8FB040B70964}" dt="2024-07-11T08:44:24.609" v="6040" actId="14100"/>
          <ac:spMkLst>
            <pc:docMk/>
            <pc:sldMk cId="114777668" sldId="260"/>
            <ac:spMk id="6" creationId="{4914E028-BBB3-509D-27BD-0D7E14D586F4}"/>
          </ac:spMkLst>
        </pc:spChg>
        <pc:picChg chg="add mod">
          <ac:chgData name="Dinh Vinh Mai" userId="b8e4a559-41e0-4141-8dc1-330451d69615" providerId="ADAL" clId="{9AF12651-E492-4749-A948-8FB040B70964}" dt="2024-07-11T08:44:30.109" v="6044" actId="14100"/>
          <ac:picMkLst>
            <pc:docMk/>
            <pc:sldMk cId="114777668" sldId="260"/>
            <ac:picMk id="5" creationId="{85C0B44A-39CB-36E8-9FE5-05418ECC25C9}"/>
          </ac:picMkLst>
        </pc:picChg>
      </pc:sldChg>
      <pc:sldChg chg="del">
        <pc:chgData name="Dinh Vinh Mai" userId="b8e4a559-41e0-4141-8dc1-330451d69615" providerId="ADAL" clId="{9AF12651-E492-4749-A948-8FB040B70964}" dt="2024-07-11T01:41:42.792" v="0" actId="47"/>
        <pc:sldMkLst>
          <pc:docMk/>
          <pc:sldMk cId="1028437802" sldId="260"/>
        </pc:sldMkLst>
      </pc:sldChg>
      <pc:sldChg chg="del">
        <pc:chgData name="Dinh Vinh Mai" userId="b8e4a559-41e0-4141-8dc1-330451d69615" providerId="ADAL" clId="{9AF12651-E492-4749-A948-8FB040B70964}" dt="2024-07-11T01:41:42.792" v="0" actId="47"/>
        <pc:sldMkLst>
          <pc:docMk/>
          <pc:sldMk cId="315264614" sldId="261"/>
        </pc:sldMkLst>
      </pc:sldChg>
      <pc:sldChg chg="addSp delSp modSp add mod">
        <pc:chgData name="Dinh Vinh Mai" userId="b8e4a559-41e0-4141-8dc1-330451d69615" providerId="ADAL" clId="{9AF12651-E492-4749-A948-8FB040B70964}" dt="2024-07-11T08:56:12.775" v="7015" actId="5793"/>
        <pc:sldMkLst>
          <pc:docMk/>
          <pc:sldMk cId="646613574" sldId="261"/>
        </pc:sldMkLst>
        <pc:spChg chg="mod">
          <ac:chgData name="Dinh Vinh Mai" userId="b8e4a559-41e0-4141-8dc1-330451d69615" providerId="ADAL" clId="{9AF12651-E492-4749-A948-8FB040B70964}" dt="2024-07-11T08:56:12.775" v="7015" actId="5793"/>
          <ac:spMkLst>
            <pc:docMk/>
            <pc:sldMk cId="646613574" sldId="261"/>
            <ac:spMk id="6" creationId="{4914E028-BBB3-509D-27BD-0D7E14D586F4}"/>
          </ac:spMkLst>
        </pc:spChg>
        <pc:picChg chg="del">
          <ac:chgData name="Dinh Vinh Mai" userId="b8e4a559-41e0-4141-8dc1-330451d69615" providerId="ADAL" clId="{9AF12651-E492-4749-A948-8FB040B70964}" dt="2024-07-11T08:44:57.780" v="6049" actId="478"/>
          <ac:picMkLst>
            <pc:docMk/>
            <pc:sldMk cId="646613574" sldId="261"/>
            <ac:picMk id="5" creationId="{85C0B44A-39CB-36E8-9FE5-05418ECC25C9}"/>
          </ac:picMkLst>
        </pc:picChg>
        <pc:picChg chg="add mod">
          <ac:chgData name="Dinh Vinh Mai" userId="b8e4a559-41e0-4141-8dc1-330451d69615" providerId="ADAL" clId="{9AF12651-E492-4749-A948-8FB040B70964}" dt="2024-07-11T08:45:06.295" v="6054" actId="1076"/>
          <ac:picMkLst>
            <pc:docMk/>
            <pc:sldMk cId="646613574" sldId="261"/>
            <ac:picMk id="7" creationId="{DEB481D6-5356-0DD2-3F6F-3A03A44D641A}"/>
          </ac:picMkLst>
        </pc:picChg>
      </pc:sldChg>
      <pc:sldChg chg="del">
        <pc:chgData name="Dinh Vinh Mai" userId="b8e4a559-41e0-4141-8dc1-330451d69615" providerId="ADAL" clId="{9AF12651-E492-4749-A948-8FB040B70964}" dt="2024-07-11T01:41:42.792" v="0" actId="47"/>
        <pc:sldMkLst>
          <pc:docMk/>
          <pc:sldMk cId="2377540471" sldId="262"/>
        </pc:sldMkLst>
      </pc:sldChg>
      <pc:sldChg chg="addSp modSp add mod ord modAnim">
        <pc:chgData name="Dinh Vinh Mai" userId="b8e4a559-41e0-4141-8dc1-330451d69615" providerId="ADAL" clId="{9AF12651-E492-4749-A948-8FB040B70964}" dt="2024-07-11T22:49:23.115" v="11711" actId="20577"/>
        <pc:sldMkLst>
          <pc:docMk/>
          <pc:sldMk cId="2729605296" sldId="262"/>
        </pc:sldMkLst>
        <pc:spChg chg="add mod">
          <ac:chgData name="Dinh Vinh Mai" userId="b8e4a559-41e0-4141-8dc1-330451d69615" providerId="ADAL" clId="{9AF12651-E492-4749-A948-8FB040B70964}" dt="2024-07-11T22:49:23.115" v="11711" actId="20577"/>
          <ac:spMkLst>
            <pc:docMk/>
            <pc:sldMk cId="2729605296" sldId="262"/>
            <ac:spMk id="2" creationId="{98D47709-0A78-AACC-5CCE-FD59A7D17E27}"/>
          </ac:spMkLst>
        </pc:spChg>
        <pc:spChg chg="mod">
          <ac:chgData name="Dinh Vinh Mai" userId="b8e4a559-41e0-4141-8dc1-330451d69615" providerId="ADAL" clId="{9AF12651-E492-4749-A948-8FB040B70964}" dt="2024-07-11T09:05:22.824" v="7310" actId="20577"/>
          <ac:spMkLst>
            <pc:docMk/>
            <pc:sldMk cId="2729605296" sldId="262"/>
            <ac:spMk id="3" creationId="{96DD8BC4-D539-661E-8A88-53AF6C208F93}"/>
          </ac:spMkLst>
        </pc:spChg>
        <pc:spChg chg="mod">
          <ac:chgData name="Dinh Vinh Mai" userId="b8e4a559-41e0-4141-8dc1-330451d69615" providerId="ADAL" clId="{9AF12651-E492-4749-A948-8FB040B70964}" dt="2024-07-11T09:05:04.583" v="7283" actId="20577"/>
          <ac:spMkLst>
            <pc:docMk/>
            <pc:sldMk cId="2729605296" sldId="262"/>
            <ac:spMk id="4" creationId="{BBA13038-CAB8-FCA0-CDE8-65E40C2F10A3}"/>
          </ac:spMkLst>
        </pc:spChg>
      </pc:sldChg>
      <pc:sldChg chg="del">
        <pc:chgData name="Dinh Vinh Mai" userId="b8e4a559-41e0-4141-8dc1-330451d69615" providerId="ADAL" clId="{9AF12651-E492-4749-A948-8FB040B70964}" dt="2024-07-11T01:41:42.792" v="0" actId="47"/>
        <pc:sldMkLst>
          <pc:docMk/>
          <pc:sldMk cId="1501040282" sldId="263"/>
        </pc:sldMkLst>
      </pc:sldChg>
      <pc:sldChg chg="add ord">
        <pc:chgData name="Dinh Vinh Mai" userId="b8e4a559-41e0-4141-8dc1-330451d69615" providerId="ADAL" clId="{9AF12651-E492-4749-A948-8FB040B70964}" dt="2024-07-11T22:49:33.159" v="11713"/>
        <pc:sldMkLst>
          <pc:docMk/>
          <pc:sldMk cId="2236708295" sldId="263"/>
        </pc:sldMkLst>
      </pc:sldChg>
      <pc:sldChg chg="add del ord">
        <pc:chgData name="Dinh Vinh Mai" userId="b8e4a559-41e0-4141-8dc1-330451d69615" providerId="ADAL" clId="{9AF12651-E492-4749-A948-8FB040B70964}" dt="2024-07-11T09:05:35.894" v="7314" actId="47"/>
        <pc:sldMkLst>
          <pc:docMk/>
          <pc:sldMk cId="2960663922" sldId="263"/>
        </pc:sldMkLst>
      </pc:sldChg>
      <pc:sldChg chg="modSp add modAnim">
        <pc:chgData name="Dinh Vinh Mai" userId="b8e4a559-41e0-4141-8dc1-330451d69615" providerId="ADAL" clId="{9AF12651-E492-4749-A948-8FB040B70964}" dt="2024-07-11T23:16:27.961" v="14529" actId="207"/>
        <pc:sldMkLst>
          <pc:docMk/>
          <pc:sldMk cId="193709571" sldId="264"/>
        </pc:sldMkLst>
        <pc:spChg chg="mod">
          <ac:chgData name="Dinh Vinh Mai" userId="b8e4a559-41e0-4141-8dc1-330451d69615" providerId="ADAL" clId="{9AF12651-E492-4749-A948-8FB040B70964}" dt="2024-07-11T23:16:27.961" v="14529" actId="207"/>
          <ac:spMkLst>
            <pc:docMk/>
            <pc:sldMk cId="193709571" sldId="264"/>
            <ac:spMk id="2" creationId="{98D47709-0A78-AACC-5CCE-FD59A7D17E27}"/>
          </ac:spMkLst>
        </pc:spChg>
      </pc:sldChg>
      <pc:sldChg chg="del">
        <pc:chgData name="Dinh Vinh Mai" userId="b8e4a559-41e0-4141-8dc1-330451d69615" providerId="ADAL" clId="{9AF12651-E492-4749-A948-8FB040B70964}" dt="2024-07-11T01:41:42.792" v="0" actId="47"/>
        <pc:sldMkLst>
          <pc:docMk/>
          <pc:sldMk cId="364621379" sldId="264"/>
        </pc:sldMkLst>
      </pc:sldChg>
      <pc:sldChg chg="modSp add mod modAnim">
        <pc:chgData name="Dinh Vinh Mai" userId="b8e4a559-41e0-4141-8dc1-330451d69615" providerId="ADAL" clId="{9AF12651-E492-4749-A948-8FB040B70964}" dt="2024-07-11T23:31:06.508" v="15304" actId="20577"/>
        <pc:sldMkLst>
          <pc:docMk/>
          <pc:sldMk cId="3978505155" sldId="265"/>
        </pc:sldMkLst>
        <pc:spChg chg="mod">
          <ac:chgData name="Dinh Vinh Mai" userId="b8e4a559-41e0-4141-8dc1-330451d69615" providerId="ADAL" clId="{9AF12651-E492-4749-A948-8FB040B70964}" dt="2024-07-11T23:31:06.508" v="15304" actId="20577"/>
          <ac:spMkLst>
            <pc:docMk/>
            <pc:sldMk cId="3978505155" sldId="265"/>
            <ac:spMk id="2" creationId="{98D47709-0A78-AACC-5CCE-FD59A7D17E27}"/>
          </ac:spMkLst>
        </pc:spChg>
        <pc:spChg chg="mod">
          <ac:chgData name="Dinh Vinh Mai" userId="b8e4a559-41e0-4141-8dc1-330451d69615" providerId="ADAL" clId="{9AF12651-E492-4749-A948-8FB040B70964}" dt="2024-07-11T23:21:20.391" v="14574" actId="20577"/>
          <ac:spMkLst>
            <pc:docMk/>
            <pc:sldMk cId="3978505155" sldId="265"/>
            <ac:spMk id="3" creationId="{96DD8BC4-D539-661E-8A88-53AF6C208F9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CA2D73-2532-A640-A667-27AB4D0D333F}" type="datetimeFigureOut">
              <a:t>12/1/26</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6FF3D1-0F45-2240-9B47-75654C02E24A}" type="slidenum">
              <a:t>‹#›</a:t>
            </a:fld>
            <a:endParaRPr lang="en-VN"/>
          </a:p>
        </p:txBody>
      </p:sp>
    </p:spTree>
    <p:extLst>
      <p:ext uri="{BB962C8B-B14F-4D97-AF65-F5344CB8AC3E}">
        <p14:creationId xmlns:p14="http://schemas.microsoft.com/office/powerpoint/2010/main" val="197142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E7630-52AC-6850-F366-337DC0C7CC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CD3F92-4320-FB05-41D9-3C25338399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05BA21-5291-00B1-DDA1-5A26DC3A8D7D}"/>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329C4681-FA83-498B-F24F-3CAA3CBE94CE}"/>
              </a:ext>
            </a:extLst>
          </p:cNvPr>
          <p:cNvSpPr>
            <a:spLocks noGrp="1"/>
          </p:cNvSpPr>
          <p:nvPr>
            <p:ph type="sldNum" sz="quarter" idx="5"/>
          </p:nvPr>
        </p:nvSpPr>
        <p:spPr/>
        <p:txBody>
          <a:bodyPr/>
          <a:lstStyle/>
          <a:p>
            <a:fld id="{576FF3D1-0F45-2240-9B47-75654C02E24A}" type="slidenum">
              <a:t>2</a:t>
            </a:fld>
            <a:endParaRPr lang="en-VN"/>
          </a:p>
        </p:txBody>
      </p:sp>
    </p:spTree>
    <p:extLst>
      <p:ext uri="{BB962C8B-B14F-4D97-AF65-F5344CB8AC3E}">
        <p14:creationId xmlns:p14="http://schemas.microsoft.com/office/powerpoint/2010/main" val="2776201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2A127-3A3D-C4B0-AF8B-990DB4D597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E62F3C-D0D4-6E67-7C4B-D419A10585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38A496-7560-FEC4-95BD-2631352371FD}"/>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71FA9F7C-1CF5-063E-35FA-D2507EFEADE1}"/>
              </a:ext>
            </a:extLst>
          </p:cNvPr>
          <p:cNvSpPr>
            <a:spLocks noGrp="1"/>
          </p:cNvSpPr>
          <p:nvPr>
            <p:ph type="sldNum" sz="quarter" idx="5"/>
          </p:nvPr>
        </p:nvSpPr>
        <p:spPr/>
        <p:txBody>
          <a:bodyPr/>
          <a:lstStyle/>
          <a:p>
            <a:fld id="{576FF3D1-0F45-2240-9B47-75654C02E24A}" type="slidenum">
              <a:t>3</a:t>
            </a:fld>
            <a:endParaRPr lang="en-VN"/>
          </a:p>
        </p:txBody>
      </p:sp>
    </p:spTree>
    <p:extLst>
      <p:ext uri="{BB962C8B-B14F-4D97-AF65-F5344CB8AC3E}">
        <p14:creationId xmlns:p14="http://schemas.microsoft.com/office/powerpoint/2010/main" val="42220962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F3E03-E8AD-5ECB-BA8E-E061446AC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4FA458-F35A-F511-A52D-E98B611E1F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CEC8E0-42B2-6CA4-05E2-69C7054CB331}"/>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C67DD3BA-2CA2-7ECA-A4D6-19D219D06D5C}"/>
              </a:ext>
            </a:extLst>
          </p:cNvPr>
          <p:cNvSpPr>
            <a:spLocks noGrp="1"/>
          </p:cNvSpPr>
          <p:nvPr>
            <p:ph type="sldNum" sz="quarter" idx="5"/>
          </p:nvPr>
        </p:nvSpPr>
        <p:spPr/>
        <p:txBody>
          <a:bodyPr/>
          <a:lstStyle/>
          <a:p>
            <a:fld id="{576FF3D1-0F45-2240-9B47-75654C02E24A}" type="slidenum">
              <a:t>4</a:t>
            </a:fld>
            <a:endParaRPr lang="en-VN"/>
          </a:p>
        </p:txBody>
      </p:sp>
    </p:spTree>
    <p:extLst>
      <p:ext uri="{BB962C8B-B14F-4D97-AF65-F5344CB8AC3E}">
        <p14:creationId xmlns:p14="http://schemas.microsoft.com/office/powerpoint/2010/main" val="958219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8E188-8D9A-B3BC-C62A-BD03BF3EEC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5F229D-BB7F-249B-4307-7EDA21C9D2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B9AE44-5CFD-980F-18C8-C79A4C80C446}"/>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A52F0C54-5D16-AE43-04E9-F7AD74017715}"/>
              </a:ext>
            </a:extLst>
          </p:cNvPr>
          <p:cNvSpPr>
            <a:spLocks noGrp="1"/>
          </p:cNvSpPr>
          <p:nvPr>
            <p:ph type="sldNum" sz="quarter" idx="5"/>
          </p:nvPr>
        </p:nvSpPr>
        <p:spPr/>
        <p:txBody>
          <a:bodyPr/>
          <a:lstStyle/>
          <a:p>
            <a:fld id="{576FF3D1-0F45-2240-9B47-75654C02E24A}" type="slidenum">
              <a:t>5</a:t>
            </a:fld>
            <a:endParaRPr lang="en-VN"/>
          </a:p>
        </p:txBody>
      </p:sp>
    </p:spTree>
    <p:extLst>
      <p:ext uri="{BB962C8B-B14F-4D97-AF65-F5344CB8AC3E}">
        <p14:creationId xmlns:p14="http://schemas.microsoft.com/office/powerpoint/2010/main" val="1397587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11E84-28D1-803E-B0B5-65EE3F78AF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7D7BB6-A265-B081-F945-C98B36EFFC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77FC0-B447-BF7B-8474-4F03C12D9E6C}"/>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97CE98F6-39D1-A2AE-861F-330F38678078}"/>
              </a:ext>
            </a:extLst>
          </p:cNvPr>
          <p:cNvSpPr>
            <a:spLocks noGrp="1"/>
          </p:cNvSpPr>
          <p:nvPr>
            <p:ph type="sldNum" sz="quarter" idx="5"/>
          </p:nvPr>
        </p:nvSpPr>
        <p:spPr/>
        <p:txBody>
          <a:bodyPr/>
          <a:lstStyle/>
          <a:p>
            <a:fld id="{576FF3D1-0F45-2240-9B47-75654C02E24A}" type="slidenum">
              <a:t>6</a:t>
            </a:fld>
            <a:endParaRPr lang="en-VN"/>
          </a:p>
        </p:txBody>
      </p:sp>
    </p:spTree>
    <p:extLst>
      <p:ext uri="{BB962C8B-B14F-4D97-AF65-F5344CB8AC3E}">
        <p14:creationId xmlns:p14="http://schemas.microsoft.com/office/powerpoint/2010/main" val="3667776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54999-34C6-8800-8F71-5A6AC5D60A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935898-BC98-C8A1-DB9E-177839BEB6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52C040-A02C-DD19-7941-44A72537097D}"/>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3DD72CC8-1206-8EC2-7797-BBB5975EAFF8}"/>
              </a:ext>
            </a:extLst>
          </p:cNvPr>
          <p:cNvSpPr>
            <a:spLocks noGrp="1"/>
          </p:cNvSpPr>
          <p:nvPr>
            <p:ph type="sldNum" sz="quarter" idx="5"/>
          </p:nvPr>
        </p:nvSpPr>
        <p:spPr/>
        <p:txBody>
          <a:bodyPr/>
          <a:lstStyle/>
          <a:p>
            <a:fld id="{576FF3D1-0F45-2240-9B47-75654C02E24A}" type="slidenum">
              <a:t>7</a:t>
            </a:fld>
            <a:endParaRPr lang="en-VN"/>
          </a:p>
        </p:txBody>
      </p:sp>
    </p:spTree>
    <p:extLst>
      <p:ext uri="{BB962C8B-B14F-4D97-AF65-F5344CB8AC3E}">
        <p14:creationId xmlns:p14="http://schemas.microsoft.com/office/powerpoint/2010/main" val="3006248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7701B-52D7-F658-9106-917C121849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93C3CE-CA02-ED0D-A5DE-28689FCEC2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D1481F-2B68-57B4-3674-46A9558C04D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47650463-54AB-9738-FCF5-92882BC6C225}"/>
              </a:ext>
            </a:extLst>
          </p:cNvPr>
          <p:cNvSpPr>
            <a:spLocks noGrp="1"/>
          </p:cNvSpPr>
          <p:nvPr>
            <p:ph type="sldNum" sz="quarter" idx="5"/>
          </p:nvPr>
        </p:nvSpPr>
        <p:spPr/>
        <p:txBody>
          <a:bodyPr/>
          <a:lstStyle/>
          <a:p>
            <a:fld id="{576FF3D1-0F45-2240-9B47-75654C02E24A}" type="slidenum">
              <a:t>8</a:t>
            </a:fld>
            <a:endParaRPr lang="en-VN"/>
          </a:p>
        </p:txBody>
      </p:sp>
    </p:spTree>
    <p:extLst>
      <p:ext uri="{BB962C8B-B14F-4D97-AF65-F5344CB8AC3E}">
        <p14:creationId xmlns:p14="http://schemas.microsoft.com/office/powerpoint/2010/main" val="4138540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AF7B9-1915-A720-A620-3BABF09EC3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1E97A6-C678-10C3-17E7-4C10F8E9F2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EEEFEA-D52B-81DC-FD82-554D497D9674}"/>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03D76987-741B-8B14-8BC5-2635C4FACC81}"/>
              </a:ext>
            </a:extLst>
          </p:cNvPr>
          <p:cNvSpPr>
            <a:spLocks noGrp="1"/>
          </p:cNvSpPr>
          <p:nvPr>
            <p:ph type="sldNum" sz="quarter" idx="5"/>
          </p:nvPr>
        </p:nvSpPr>
        <p:spPr/>
        <p:txBody>
          <a:bodyPr/>
          <a:lstStyle/>
          <a:p>
            <a:fld id="{576FF3D1-0F45-2240-9B47-75654C02E24A}" type="slidenum">
              <a:t>9</a:t>
            </a:fld>
            <a:endParaRPr lang="en-VN"/>
          </a:p>
        </p:txBody>
      </p:sp>
    </p:spTree>
    <p:extLst>
      <p:ext uri="{BB962C8B-B14F-4D97-AF65-F5344CB8AC3E}">
        <p14:creationId xmlns:p14="http://schemas.microsoft.com/office/powerpoint/2010/main" val="4132066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28085-C90A-9F1D-4492-AC0F22C11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43D56A-12CF-9D0D-3244-4DC9730651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E013A3-4FFE-2ACE-AC9B-90F30CF0A2DA}"/>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80925B0C-058E-E341-D382-645010A40378}"/>
              </a:ext>
            </a:extLst>
          </p:cNvPr>
          <p:cNvSpPr>
            <a:spLocks noGrp="1"/>
          </p:cNvSpPr>
          <p:nvPr>
            <p:ph type="sldNum" sz="quarter" idx="5"/>
          </p:nvPr>
        </p:nvSpPr>
        <p:spPr/>
        <p:txBody>
          <a:bodyPr/>
          <a:lstStyle/>
          <a:p>
            <a:fld id="{576FF3D1-0F45-2240-9B47-75654C02E24A}" type="slidenum">
              <a:t>10</a:t>
            </a:fld>
            <a:endParaRPr lang="en-VN"/>
          </a:p>
        </p:txBody>
      </p:sp>
    </p:spTree>
    <p:extLst>
      <p:ext uri="{BB962C8B-B14F-4D97-AF65-F5344CB8AC3E}">
        <p14:creationId xmlns:p14="http://schemas.microsoft.com/office/powerpoint/2010/main" val="32628238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EE197-9146-FE66-A837-EBEB6DD54B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C556B5-4F72-7F9A-DEC7-99867EE418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3FBAF5-1699-8989-00D5-BF1C7D33F201}"/>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23DDD7DF-BD48-E431-088B-9A6D9C461983}"/>
              </a:ext>
            </a:extLst>
          </p:cNvPr>
          <p:cNvSpPr>
            <a:spLocks noGrp="1"/>
          </p:cNvSpPr>
          <p:nvPr>
            <p:ph type="sldNum" sz="quarter" idx="5"/>
          </p:nvPr>
        </p:nvSpPr>
        <p:spPr/>
        <p:txBody>
          <a:bodyPr/>
          <a:lstStyle/>
          <a:p>
            <a:fld id="{576FF3D1-0F45-2240-9B47-75654C02E24A}" type="slidenum">
              <a:t>11</a:t>
            </a:fld>
            <a:endParaRPr lang="en-VN"/>
          </a:p>
        </p:txBody>
      </p:sp>
    </p:spTree>
    <p:extLst>
      <p:ext uri="{BB962C8B-B14F-4D97-AF65-F5344CB8AC3E}">
        <p14:creationId xmlns:p14="http://schemas.microsoft.com/office/powerpoint/2010/main" val="35141625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25E88-7AAC-7B1B-750E-B0B217CECF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49B035-5DE4-7B56-A5E5-1E3B41EFE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461998-EE91-A2A1-6DD3-30962F433C89}"/>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D6E56DF7-545F-A999-1D87-CCDCD8DE1455}"/>
              </a:ext>
            </a:extLst>
          </p:cNvPr>
          <p:cNvSpPr>
            <a:spLocks noGrp="1"/>
          </p:cNvSpPr>
          <p:nvPr>
            <p:ph type="sldNum" sz="quarter" idx="5"/>
          </p:nvPr>
        </p:nvSpPr>
        <p:spPr/>
        <p:txBody>
          <a:bodyPr/>
          <a:lstStyle/>
          <a:p>
            <a:fld id="{576FF3D1-0F45-2240-9B47-75654C02E24A}" type="slidenum">
              <a:t>12</a:t>
            </a:fld>
            <a:endParaRPr lang="en-VN"/>
          </a:p>
        </p:txBody>
      </p:sp>
    </p:spTree>
    <p:extLst>
      <p:ext uri="{BB962C8B-B14F-4D97-AF65-F5344CB8AC3E}">
        <p14:creationId xmlns:p14="http://schemas.microsoft.com/office/powerpoint/2010/main" val="38336184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C20D9-2E62-EB24-3A72-883120EFEB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BEAB0C-AA9E-1B70-ABFD-FC820F35F5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8C8EB2-5CD5-CF09-1FEE-F226CA7E5F69}"/>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99F733E4-DA5D-6F7A-E5D9-4DB61769C092}"/>
              </a:ext>
            </a:extLst>
          </p:cNvPr>
          <p:cNvSpPr>
            <a:spLocks noGrp="1"/>
          </p:cNvSpPr>
          <p:nvPr>
            <p:ph type="sldNum" sz="quarter" idx="5"/>
          </p:nvPr>
        </p:nvSpPr>
        <p:spPr/>
        <p:txBody>
          <a:bodyPr/>
          <a:lstStyle/>
          <a:p>
            <a:fld id="{576FF3D1-0F45-2240-9B47-75654C02E24A}" type="slidenum">
              <a:t>13</a:t>
            </a:fld>
            <a:endParaRPr lang="en-VN"/>
          </a:p>
        </p:txBody>
      </p:sp>
    </p:spTree>
    <p:extLst>
      <p:ext uri="{BB962C8B-B14F-4D97-AF65-F5344CB8AC3E}">
        <p14:creationId xmlns:p14="http://schemas.microsoft.com/office/powerpoint/2010/main" val="9835927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E89EA-42F2-6CDB-BF79-33E88B777E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7C35D6-7F75-4551-D0FB-60DC8532AF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687915-37A8-BF37-37B5-D1616F300213}"/>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F6F502B5-56B0-FCB1-1AEA-511017D837F8}"/>
              </a:ext>
            </a:extLst>
          </p:cNvPr>
          <p:cNvSpPr>
            <a:spLocks noGrp="1"/>
          </p:cNvSpPr>
          <p:nvPr>
            <p:ph type="sldNum" sz="quarter" idx="5"/>
          </p:nvPr>
        </p:nvSpPr>
        <p:spPr/>
        <p:txBody>
          <a:bodyPr/>
          <a:lstStyle/>
          <a:p>
            <a:fld id="{576FF3D1-0F45-2240-9B47-75654C02E24A}" type="slidenum">
              <a:t>14</a:t>
            </a:fld>
            <a:endParaRPr lang="en-VN"/>
          </a:p>
        </p:txBody>
      </p:sp>
    </p:spTree>
    <p:extLst>
      <p:ext uri="{BB962C8B-B14F-4D97-AF65-F5344CB8AC3E}">
        <p14:creationId xmlns:p14="http://schemas.microsoft.com/office/powerpoint/2010/main" val="32999684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FA9C3-C7CB-FD04-6E34-7ECA051C72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C6D8AD-7735-44BA-758B-F52FAB0FE6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ED38A9-B1A8-7FD9-9B67-8C2ECFC14DE8}"/>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9A54A379-33A2-BB45-9B2D-C9BAC5AE5F01}"/>
              </a:ext>
            </a:extLst>
          </p:cNvPr>
          <p:cNvSpPr>
            <a:spLocks noGrp="1"/>
          </p:cNvSpPr>
          <p:nvPr>
            <p:ph type="sldNum" sz="quarter" idx="5"/>
          </p:nvPr>
        </p:nvSpPr>
        <p:spPr/>
        <p:txBody>
          <a:bodyPr/>
          <a:lstStyle/>
          <a:p>
            <a:fld id="{576FF3D1-0F45-2240-9B47-75654C02E24A}" type="slidenum">
              <a:t>15</a:t>
            </a:fld>
            <a:endParaRPr lang="en-VN"/>
          </a:p>
        </p:txBody>
      </p:sp>
    </p:spTree>
    <p:extLst>
      <p:ext uri="{BB962C8B-B14F-4D97-AF65-F5344CB8AC3E}">
        <p14:creationId xmlns:p14="http://schemas.microsoft.com/office/powerpoint/2010/main" val="10854638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4D784-0DFE-DC4F-284F-773A761BBE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847DEE-C69B-966A-80C1-4DD2CD3E12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3FA4A1-DD68-4FE3-F097-E1F5532AE121}"/>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B848D62A-50B2-B841-A3DF-9E03D20F9619}"/>
              </a:ext>
            </a:extLst>
          </p:cNvPr>
          <p:cNvSpPr>
            <a:spLocks noGrp="1"/>
          </p:cNvSpPr>
          <p:nvPr>
            <p:ph type="sldNum" sz="quarter" idx="5"/>
          </p:nvPr>
        </p:nvSpPr>
        <p:spPr/>
        <p:txBody>
          <a:bodyPr/>
          <a:lstStyle/>
          <a:p>
            <a:fld id="{576FF3D1-0F45-2240-9B47-75654C02E24A}" type="slidenum">
              <a:t>16</a:t>
            </a:fld>
            <a:endParaRPr lang="en-VN"/>
          </a:p>
        </p:txBody>
      </p:sp>
    </p:spTree>
    <p:extLst>
      <p:ext uri="{BB962C8B-B14F-4D97-AF65-F5344CB8AC3E}">
        <p14:creationId xmlns:p14="http://schemas.microsoft.com/office/powerpoint/2010/main" val="27169708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CF627-8F42-D205-48B0-2AA2C963A8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8A6FC2-D38D-45E5-6C73-5AC8EE472B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5801F5-5023-2E6C-0D91-F111C33257EC}"/>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F376C06A-ECE7-1935-C41E-E3CCFC157253}"/>
              </a:ext>
            </a:extLst>
          </p:cNvPr>
          <p:cNvSpPr>
            <a:spLocks noGrp="1"/>
          </p:cNvSpPr>
          <p:nvPr>
            <p:ph type="sldNum" sz="quarter" idx="5"/>
          </p:nvPr>
        </p:nvSpPr>
        <p:spPr/>
        <p:txBody>
          <a:bodyPr/>
          <a:lstStyle/>
          <a:p>
            <a:fld id="{576FF3D1-0F45-2240-9B47-75654C02E24A}" type="slidenum">
              <a:t>17</a:t>
            </a:fld>
            <a:endParaRPr lang="en-VN"/>
          </a:p>
        </p:txBody>
      </p:sp>
    </p:spTree>
    <p:extLst>
      <p:ext uri="{BB962C8B-B14F-4D97-AF65-F5344CB8AC3E}">
        <p14:creationId xmlns:p14="http://schemas.microsoft.com/office/powerpoint/2010/main" val="38525531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7A8EF-E694-2301-AAB6-D81556BBCB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2AD018-C0DA-6A17-ACCC-9FC3D545E8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37555D-1972-42B5-0659-14492FF2D5B4}"/>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C2FC870B-4D29-1FCF-5614-BF9FF4B4BF62}"/>
              </a:ext>
            </a:extLst>
          </p:cNvPr>
          <p:cNvSpPr>
            <a:spLocks noGrp="1"/>
          </p:cNvSpPr>
          <p:nvPr>
            <p:ph type="sldNum" sz="quarter" idx="5"/>
          </p:nvPr>
        </p:nvSpPr>
        <p:spPr/>
        <p:txBody>
          <a:bodyPr/>
          <a:lstStyle/>
          <a:p>
            <a:fld id="{576FF3D1-0F45-2240-9B47-75654C02E24A}" type="slidenum">
              <a:t>18</a:t>
            </a:fld>
            <a:endParaRPr lang="en-VN"/>
          </a:p>
        </p:txBody>
      </p:sp>
    </p:spTree>
    <p:extLst>
      <p:ext uri="{BB962C8B-B14F-4D97-AF65-F5344CB8AC3E}">
        <p14:creationId xmlns:p14="http://schemas.microsoft.com/office/powerpoint/2010/main" val="22479827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C35C3-6E07-37AE-E576-A7B960949E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3B8630-1F11-17C0-C616-E69FD0DB72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09F77E-1B90-C148-AE13-04E4E61F2927}"/>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9B9E7141-F0A2-F31F-63AC-24C6633D8219}"/>
              </a:ext>
            </a:extLst>
          </p:cNvPr>
          <p:cNvSpPr>
            <a:spLocks noGrp="1"/>
          </p:cNvSpPr>
          <p:nvPr>
            <p:ph type="sldNum" sz="quarter" idx="5"/>
          </p:nvPr>
        </p:nvSpPr>
        <p:spPr/>
        <p:txBody>
          <a:bodyPr/>
          <a:lstStyle/>
          <a:p>
            <a:fld id="{576FF3D1-0F45-2240-9B47-75654C02E24A}" type="slidenum">
              <a:t>19</a:t>
            </a:fld>
            <a:endParaRPr lang="en-VN"/>
          </a:p>
        </p:txBody>
      </p:sp>
    </p:spTree>
    <p:extLst>
      <p:ext uri="{BB962C8B-B14F-4D97-AF65-F5344CB8AC3E}">
        <p14:creationId xmlns:p14="http://schemas.microsoft.com/office/powerpoint/2010/main" val="36060592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F0AE8-8405-BEAA-1B96-2D8F45977B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CE4B4C-9C8B-5390-CFED-939CA8ED87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A8298B-DE0D-F535-D113-26361B73F983}"/>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F16576D5-8264-8762-97DF-87F4D4D73870}"/>
              </a:ext>
            </a:extLst>
          </p:cNvPr>
          <p:cNvSpPr>
            <a:spLocks noGrp="1"/>
          </p:cNvSpPr>
          <p:nvPr>
            <p:ph type="sldNum" sz="quarter" idx="5"/>
          </p:nvPr>
        </p:nvSpPr>
        <p:spPr/>
        <p:txBody>
          <a:bodyPr/>
          <a:lstStyle/>
          <a:p>
            <a:fld id="{576FF3D1-0F45-2240-9B47-75654C02E24A}" type="slidenum">
              <a:t>20</a:t>
            </a:fld>
            <a:endParaRPr lang="en-VN"/>
          </a:p>
        </p:txBody>
      </p:sp>
    </p:spTree>
    <p:extLst>
      <p:ext uri="{BB962C8B-B14F-4D97-AF65-F5344CB8AC3E}">
        <p14:creationId xmlns:p14="http://schemas.microsoft.com/office/powerpoint/2010/main" val="11376592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9AEA3-E1F2-BCB8-6C3F-6CF505BCB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0219A9-7502-90E6-51B4-DC1AB16B0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FE8FB1-9E2D-ADC1-08EA-C1D7771DD14C}"/>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3F62A860-D359-4969-8269-0E96C1367780}"/>
              </a:ext>
            </a:extLst>
          </p:cNvPr>
          <p:cNvSpPr>
            <a:spLocks noGrp="1"/>
          </p:cNvSpPr>
          <p:nvPr>
            <p:ph type="sldNum" sz="quarter" idx="5"/>
          </p:nvPr>
        </p:nvSpPr>
        <p:spPr/>
        <p:txBody>
          <a:bodyPr/>
          <a:lstStyle/>
          <a:p>
            <a:fld id="{576FF3D1-0F45-2240-9B47-75654C02E24A}" type="slidenum">
              <a:t>21</a:t>
            </a:fld>
            <a:endParaRPr lang="en-VN"/>
          </a:p>
        </p:txBody>
      </p:sp>
    </p:spTree>
    <p:extLst>
      <p:ext uri="{BB962C8B-B14F-4D97-AF65-F5344CB8AC3E}">
        <p14:creationId xmlns:p14="http://schemas.microsoft.com/office/powerpoint/2010/main" val="31686467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B7EBF-F494-6A41-DE3F-4B9BB388BA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CB34AF-1FFA-35DE-90F7-C97A40DFEB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677DF8-BD1B-387F-0061-354E452BE22F}"/>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055BDA60-8FF7-16CF-65ED-D72DF50BBA7C}"/>
              </a:ext>
            </a:extLst>
          </p:cNvPr>
          <p:cNvSpPr>
            <a:spLocks noGrp="1"/>
          </p:cNvSpPr>
          <p:nvPr>
            <p:ph type="sldNum" sz="quarter" idx="5"/>
          </p:nvPr>
        </p:nvSpPr>
        <p:spPr/>
        <p:txBody>
          <a:bodyPr/>
          <a:lstStyle/>
          <a:p>
            <a:fld id="{576FF3D1-0F45-2240-9B47-75654C02E24A}" type="slidenum">
              <a:t>22</a:t>
            </a:fld>
            <a:endParaRPr lang="en-VN"/>
          </a:p>
        </p:txBody>
      </p:sp>
    </p:spTree>
    <p:extLst>
      <p:ext uri="{BB962C8B-B14F-4D97-AF65-F5344CB8AC3E}">
        <p14:creationId xmlns:p14="http://schemas.microsoft.com/office/powerpoint/2010/main" val="1307385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F18AB-B1CD-BA6D-5617-41B206E39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0B8FE0-9409-CD52-C7F0-E6A955C31E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4E4EE6-8440-618D-80E2-F542B5042FE0}"/>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2B853BB8-5241-EF40-E8FE-65B2DFCF2E67}"/>
              </a:ext>
            </a:extLst>
          </p:cNvPr>
          <p:cNvSpPr>
            <a:spLocks noGrp="1"/>
          </p:cNvSpPr>
          <p:nvPr>
            <p:ph type="sldNum" sz="quarter" idx="5"/>
          </p:nvPr>
        </p:nvSpPr>
        <p:spPr/>
        <p:txBody>
          <a:bodyPr/>
          <a:lstStyle/>
          <a:p>
            <a:fld id="{576FF3D1-0F45-2240-9B47-75654C02E24A}" type="slidenum">
              <a:t>23</a:t>
            </a:fld>
            <a:endParaRPr lang="en-VN"/>
          </a:p>
        </p:txBody>
      </p:sp>
    </p:spTree>
    <p:extLst>
      <p:ext uri="{BB962C8B-B14F-4D97-AF65-F5344CB8AC3E}">
        <p14:creationId xmlns:p14="http://schemas.microsoft.com/office/powerpoint/2010/main" val="6216848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A75CA-1E39-60B1-7A12-8EC7F0CE89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DB30AF-3D2C-9226-61FD-0720D6492C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6E1D68-DD6A-EBD1-A138-E60C4FD1876D}"/>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7596E893-1223-608B-96D4-178D0BA4E766}"/>
              </a:ext>
            </a:extLst>
          </p:cNvPr>
          <p:cNvSpPr>
            <a:spLocks noGrp="1"/>
          </p:cNvSpPr>
          <p:nvPr>
            <p:ph type="sldNum" sz="quarter" idx="5"/>
          </p:nvPr>
        </p:nvSpPr>
        <p:spPr/>
        <p:txBody>
          <a:bodyPr/>
          <a:lstStyle/>
          <a:p>
            <a:fld id="{576FF3D1-0F45-2240-9B47-75654C02E24A}" type="slidenum">
              <a:t>24</a:t>
            </a:fld>
            <a:endParaRPr lang="en-VN"/>
          </a:p>
        </p:txBody>
      </p:sp>
    </p:spTree>
    <p:extLst>
      <p:ext uri="{BB962C8B-B14F-4D97-AF65-F5344CB8AC3E}">
        <p14:creationId xmlns:p14="http://schemas.microsoft.com/office/powerpoint/2010/main" val="22573690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D7B0C-7B25-773C-702B-7CE414F89E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CA0A5B-FE18-C892-7BBE-7AB5EBAE86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BD9CC3-3AE5-F7F2-D0AD-A9C102011FAE}"/>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527D40EE-A9B4-4FC5-8D94-8D8F4F004482}"/>
              </a:ext>
            </a:extLst>
          </p:cNvPr>
          <p:cNvSpPr>
            <a:spLocks noGrp="1"/>
          </p:cNvSpPr>
          <p:nvPr>
            <p:ph type="sldNum" sz="quarter" idx="5"/>
          </p:nvPr>
        </p:nvSpPr>
        <p:spPr/>
        <p:txBody>
          <a:bodyPr/>
          <a:lstStyle/>
          <a:p>
            <a:fld id="{576FF3D1-0F45-2240-9B47-75654C02E24A}" type="slidenum">
              <a:t>25</a:t>
            </a:fld>
            <a:endParaRPr lang="en-VN"/>
          </a:p>
        </p:txBody>
      </p:sp>
    </p:spTree>
    <p:extLst>
      <p:ext uri="{BB962C8B-B14F-4D97-AF65-F5344CB8AC3E}">
        <p14:creationId xmlns:p14="http://schemas.microsoft.com/office/powerpoint/2010/main" val="27205623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AEEF8-3905-B82D-2CB2-0C768AB7D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FE8C00-0613-7136-B9F0-6451F43D44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C438B2-408A-A385-0337-FF85A5954CC6}"/>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3F2C29C4-4695-7D4D-48E1-3AE993B0E0A3}"/>
              </a:ext>
            </a:extLst>
          </p:cNvPr>
          <p:cNvSpPr>
            <a:spLocks noGrp="1"/>
          </p:cNvSpPr>
          <p:nvPr>
            <p:ph type="sldNum" sz="quarter" idx="5"/>
          </p:nvPr>
        </p:nvSpPr>
        <p:spPr/>
        <p:txBody>
          <a:bodyPr/>
          <a:lstStyle/>
          <a:p>
            <a:fld id="{576FF3D1-0F45-2240-9B47-75654C02E24A}" type="slidenum">
              <a:t>26</a:t>
            </a:fld>
            <a:endParaRPr lang="en-VN"/>
          </a:p>
        </p:txBody>
      </p:sp>
    </p:spTree>
    <p:extLst>
      <p:ext uri="{BB962C8B-B14F-4D97-AF65-F5344CB8AC3E}">
        <p14:creationId xmlns:p14="http://schemas.microsoft.com/office/powerpoint/2010/main" val="21221555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E7FCA-901F-105F-B263-3A3642963A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EC360E-378C-B10D-FAD8-5C7B34F38D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D7417-8212-5CC5-DCBB-745B26855703}"/>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D689ED41-6A45-C980-DDE7-B28923B8F155}"/>
              </a:ext>
            </a:extLst>
          </p:cNvPr>
          <p:cNvSpPr>
            <a:spLocks noGrp="1"/>
          </p:cNvSpPr>
          <p:nvPr>
            <p:ph type="sldNum" sz="quarter" idx="5"/>
          </p:nvPr>
        </p:nvSpPr>
        <p:spPr/>
        <p:txBody>
          <a:bodyPr/>
          <a:lstStyle/>
          <a:p>
            <a:fld id="{576FF3D1-0F45-2240-9B47-75654C02E24A}" type="slidenum">
              <a:t>27</a:t>
            </a:fld>
            <a:endParaRPr lang="en-VN"/>
          </a:p>
        </p:txBody>
      </p:sp>
    </p:spTree>
    <p:extLst>
      <p:ext uri="{BB962C8B-B14F-4D97-AF65-F5344CB8AC3E}">
        <p14:creationId xmlns:p14="http://schemas.microsoft.com/office/powerpoint/2010/main" val="24998293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6960F-73FA-98D6-70C9-4945CF2FE3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82C362-B0DC-6278-E597-7FF95DC644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5A2451-7345-FBCA-A07A-8261EF9BCDFF}"/>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9B398C25-0078-8CA0-35C6-046C00DAACC3}"/>
              </a:ext>
            </a:extLst>
          </p:cNvPr>
          <p:cNvSpPr>
            <a:spLocks noGrp="1"/>
          </p:cNvSpPr>
          <p:nvPr>
            <p:ph type="sldNum" sz="quarter" idx="5"/>
          </p:nvPr>
        </p:nvSpPr>
        <p:spPr/>
        <p:txBody>
          <a:bodyPr/>
          <a:lstStyle/>
          <a:p>
            <a:fld id="{576FF3D1-0F45-2240-9B47-75654C02E24A}" type="slidenum">
              <a:t>28</a:t>
            </a:fld>
            <a:endParaRPr lang="en-VN"/>
          </a:p>
        </p:txBody>
      </p:sp>
    </p:spTree>
    <p:extLst>
      <p:ext uri="{BB962C8B-B14F-4D97-AF65-F5344CB8AC3E}">
        <p14:creationId xmlns:p14="http://schemas.microsoft.com/office/powerpoint/2010/main" val="38296503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FAEED-208C-1601-E55F-99384E7C81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E8400D-5158-0693-8114-80596F25C7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04D475-035F-2083-E03D-A9829F5AE952}"/>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94E4BB3D-53BF-6173-3245-DE8F5F20A60A}"/>
              </a:ext>
            </a:extLst>
          </p:cNvPr>
          <p:cNvSpPr>
            <a:spLocks noGrp="1"/>
          </p:cNvSpPr>
          <p:nvPr>
            <p:ph type="sldNum" sz="quarter" idx="5"/>
          </p:nvPr>
        </p:nvSpPr>
        <p:spPr/>
        <p:txBody>
          <a:bodyPr/>
          <a:lstStyle/>
          <a:p>
            <a:fld id="{576FF3D1-0F45-2240-9B47-75654C02E24A}" type="slidenum">
              <a:t>29</a:t>
            </a:fld>
            <a:endParaRPr lang="en-VN"/>
          </a:p>
        </p:txBody>
      </p:sp>
    </p:spTree>
    <p:extLst>
      <p:ext uri="{BB962C8B-B14F-4D97-AF65-F5344CB8AC3E}">
        <p14:creationId xmlns:p14="http://schemas.microsoft.com/office/powerpoint/2010/main" val="18907933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6A72F-7FD7-95AB-AA53-DE75748006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AD11C8-ABB1-209F-B026-A070E5F857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3C1E97-F635-6E10-9733-8815374A64D6}"/>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4B92ADE6-0112-C461-CBDF-E2F80DA6A26A}"/>
              </a:ext>
            </a:extLst>
          </p:cNvPr>
          <p:cNvSpPr>
            <a:spLocks noGrp="1"/>
          </p:cNvSpPr>
          <p:nvPr>
            <p:ph type="sldNum" sz="quarter" idx="5"/>
          </p:nvPr>
        </p:nvSpPr>
        <p:spPr/>
        <p:txBody>
          <a:bodyPr/>
          <a:lstStyle/>
          <a:p>
            <a:fld id="{576FF3D1-0F45-2240-9B47-75654C02E24A}" type="slidenum">
              <a:t>30</a:t>
            </a:fld>
            <a:endParaRPr lang="en-VN"/>
          </a:p>
        </p:txBody>
      </p:sp>
    </p:spTree>
    <p:extLst>
      <p:ext uri="{BB962C8B-B14F-4D97-AF65-F5344CB8AC3E}">
        <p14:creationId xmlns:p14="http://schemas.microsoft.com/office/powerpoint/2010/main" val="30844274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95212-4E51-6154-293C-F9A7941EF9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6E0E06-7A2C-EAC3-9857-0FE1A52AD2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B43E0D-B353-C96E-287F-B6E62230E72D}"/>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26000657-1C4B-58B0-6CD4-B369459D2DDF}"/>
              </a:ext>
            </a:extLst>
          </p:cNvPr>
          <p:cNvSpPr>
            <a:spLocks noGrp="1"/>
          </p:cNvSpPr>
          <p:nvPr>
            <p:ph type="sldNum" sz="quarter" idx="5"/>
          </p:nvPr>
        </p:nvSpPr>
        <p:spPr/>
        <p:txBody>
          <a:bodyPr/>
          <a:lstStyle/>
          <a:p>
            <a:fld id="{576FF3D1-0F45-2240-9B47-75654C02E24A}" type="slidenum">
              <a:t>31</a:t>
            </a:fld>
            <a:endParaRPr lang="en-VN"/>
          </a:p>
        </p:txBody>
      </p:sp>
    </p:spTree>
    <p:extLst>
      <p:ext uri="{BB962C8B-B14F-4D97-AF65-F5344CB8AC3E}">
        <p14:creationId xmlns:p14="http://schemas.microsoft.com/office/powerpoint/2010/main" val="41716548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A1961-E438-247A-8A03-3E49ABBAC2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B2EBC-A807-C7CA-AEA0-EA3A85C56E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9F8338-1460-E25B-655B-FC0F53B042E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AF159B6E-A84B-3A78-DE7B-88576C060249}"/>
              </a:ext>
            </a:extLst>
          </p:cNvPr>
          <p:cNvSpPr>
            <a:spLocks noGrp="1"/>
          </p:cNvSpPr>
          <p:nvPr>
            <p:ph type="sldNum" sz="quarter" idx="5"/>
          </p:nvPr>
        </p:nvSpPr>
        <p:spPr/>
        <p:txBody>
          <a:bodyPr/>
          <a:lstStyle/>
          <a:p>
            <a:fld id="{576FF3D1-0F45-2240-9B47-75654C02E24A}" type="slidenum">
              <a:t>32</a:t>
            </a:fld>
            <a:endParaRPr lang="en-VN"/>
          </a:p>
        </p:txBody>
      </p:sp>
    </p:spTree>
    <p:extLst>
      <p:ext uri="{BB962C8B-B14F-4D97-AF65-F5344CB8AC3E}">
        <p14:creationId xmlns:p14="http://schemas.microsoft.com/office/powerpoint/2010/main" val="2023146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249E1-0E79-E426-382D-1B1213C504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2742DB0-874D-573A-FAF5-E1E1B504C8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497BD1B-AB8B-B662-20BA-8EFCDD6613B2}"/>
              </a:ext>
            </a:extLst>
          </p:cNvPr>
          <p:cNvSpPr>
            <a:spLocks noGrp="1"/>
          </p:cNvSpPr>
          <p:nvPr>
            <p:ph type="dt" sz="half" idx="10"/>
          </p:nvPr>
        </p:nvSpPr>
        <p:spPr/>
        <p:txBody>
          <a:bodyPr/>
          <a:lstStyle/>
          <a:p>
            <a:fld id="{BAA8DE05-51EE-4692-B197-877FA1DAAAED}" type="datetimeFigureOut">
              <a:rPr lang="en-US" smtClean="0"/>
              <a:t>1/12/26</a:t>
            </a:fld>
            <a:endParaRPr lang="en-US"/>
          </a:p>
        </p:txBody>
      </p:sp>
      <p:sp>
        <p:nvSpPr>
          <p:cNvPr id="5" name="Footer Placeholder 4">
            <a:extLst>
              <a:ext uri="{FF2B5EF4-FFF2-40B4-BE49-F238E27FC236}">
                <a16:creationId xmlns:a16="http://schemas.microsoft.com/office/drawing/2014/main" id="{162332DA-B328-C938-C5CC-150A884B99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092F4-C033-8786-943E-2AE1C3273771}"/>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008993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57693-B66D-3FF6-66FB-B2B66B9B59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5D8C97-B2D4-9D9C-F7A8-115F22C5AB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BC4265-6111-645E-966E-B831FDA6AFE9}"/>
              </a:ext>
            </a:extLst>
          </p:cNvPr>
          <p:cNvSpPr>
            <a:spLocks noGrp="1"/>
          </p:cNvSpPr>
          <p:nvPr>
            <p:ph type="dt" sz="half" idx="10"/>
          </p:nvPr>
        </p:nvSpPr>
        <p:spPr/>
        <p:txBody>
          <a:bodyPr/>
          <a:lstStyle/>
          <a:p>
            <a:fld id="{BAA8DE05-51EE-4692-B197-877FA1DAAAED}" type="datetimeFigureOut">
              <a:rPr lang="en-US" smtClean="0"/>
              <a:t>1/12/26</a:t>
            </a:fld>
            <a:endParaRPr lang="en-US"/>
          </a:p>
        </p:txBody>
      </p:sp>
      <p:sp>
        <p:nvSpPr>
          <p:cNvPr id="5" name="Footer Placeholder 4">
            <a:extLst>
              <a:ext uri="{FF2B5EF4-FFF2-40B4-BE49-F238E27FC236}">
                <a16:creationId xmlns:a16="http://schemas.microsoft.com/office/drawing/2014/main" id="{F7DE0A0A-A8A5-760E-E5D5-68A445A849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0C847C-376C-028A-DCDA-F438CA4C2E0A}"/>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1219484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51A4A-1448-BFB4-783B-B383569CF6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A4B3B29-C6AF-4859-0D81-048A8D8E7FD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48660D-702B-4436-92F0-7E362647F91F}"/>
              </a:ext>
            </a:extLst>
          </p:cNvPr>
          <p:cNvSpPr>
            <a:spLocks noGrp="1"/>
          </p:cNvSpPr>
          <p:nvPr>
            <p:ph type="dt" sz="half" idx="10"/>
          </p:nvPr>
        </p:nvSpPr>
        <p:spPr/>
        <p:txBody>
          <a:bodyPr/>
          <a:lstStyle/>
          <a:p>
            <a:fld id="{BAA8DE05-51EE-4692-B197-877FA1DAAAED}" type="datetimeFigureOut">
              <a:rPr lang="en-US" smtClean="0"/>
              <a:t>1/12/26</a:t>
            </a:fld>
            <a:endParaRPr lang="en-US"/>
          </a:p>
        </p:txBody>
      </p:sp>
      <p:sp>
        <p:nvSpPr>
          <p:cNvPr id="5" name="Footer Placeholder 4">
            <a:extLst>
              <a:ext uri="{FF2B5EF4-FFF2-40B4-BE49-F238E27FC236}">
                <a16:creationId xmlns:a16="http://schemas.microsoft.com/office/drawing/2014/main" id="{F121AB1F-50DC-799D-662D-6ABE6F9CF6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3C0759-C06B-BD43-A867-64E4943CB975}"/>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68852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9B286-E109-DF56-3354-9EBB9B5AD3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FBA1BC-FD2E-EC48-7F3D-EAE382EF64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81FB9B-4CC0-59F3-79CE-50BDB1CF57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B6D12A-6B6F-D96F-E37E-60E80B018217}"/>
              </a:ext>
            </a:extLst>
          </p:cNvPr>
          <p:cNvSpPr>
            <a:spLocks noGrp="1"/>
          </p:cNvSpPr>
          <p:nvPr>
            <p:ph type="dt" sz="half" idx="10"/>
          </p:nvPr>
        </p:nvSpPr>
        <p:spPr/>
        <p:txBody>
          <a:bodyPr/>
          <a:lstStyle/>
          <a:p>
            <a:fld id="{BAA8DE05-51EE-4692-B197-877FA1DAAAED}" type="datetimeFigureOut">
              <a:rPr lang="en-US" smtClean="0"/>
              <a:t>1/12/26</a:t>
            </a:fld>
            <a:endParaRPr lang="en-US"/>
          </a:p>
        </p:txBody>
      </p:sp>
      <p:sp>
        <p:nvSpPr>
          <p:cNvPr id="6" name="Footer Placeholder 5">
            <a:extLst>
              <a:ext uri="{FF2B5EF4-FFF2-40B4-BE49-F238E27FC236}">
                <a16:creationId xmlns:a16="http://schemas.microsoft.com/office/drawing/2014/main" id="{6EAB1D1D-9984-1BE0-A9AE-482E21A1F4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A9D570-A79C-057C-6355-694323D92B89}"/>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122252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92E31-2F30-2FBC-B963-E9A07AEB336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ECD35A-8B39-BC77-3C19-54035D8903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408F13-7339-18A8-8571-F9F2D86771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A57706-1749-9278-F728-58B990AE4E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34423B-8211-534A-22EC-BE8E0E770E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59B804-1DE5-9C35-6F81-3A293D1A90F7}"/>
              </a:ext>
            </a:extLst>
          </p:cNvPr>
          <p:cNvSpPr>
            <a:spLocks noGrp="1"/>
          </p:cNvSpPr>
          <p:nvPr>
            <p:ph type="dt" sz="half" idx="10"/>
          </p:nvPr>
        </p:nvSpPr>
        <p:spPr/>
        <p:txBody>
          <a:bodyPr/>
          <a:lstStyle/>
          <a:p>
            <a:fld id="{BAA8DE05-51EE-4692-B197-877FA1DAAAED}" type="datetimeFigureOut">
              <a:rPr lang="en-US" smtClean="0"/>
              <a:t>1/12/26</a:t>
            </a:fld>
            <a:endParaRPr lang="en-US"/>
          </a:p>
        </p:txBody>
      </p:sp>
      <p:sp>
        <p:nvSpPr>
          <p:cNvPr id="8" name="Footer Placeholder 7">
            <a:extLst>
              <a:ext uri="{FF2B5EF4-FFF2-40B4-BE49-F238E27FC236}">
                <a16:creationId xmlns:a16="http://schemas.microsoft.com/office/drawing/2014/main" id="{171D4FF6-84CE-0494-D968-CE07AA6D33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568B0D-5839-7A38-CE68-9BEFDA69F38E}"/>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3705768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6FDC7-1509-15E3-FC6B-805EA76BD5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E55E65-38EA-9E43-0C6D-EB82CBCB3444}"/>
              </a:ext>
            </a:extLst>
          </p:cNvPr>
          <p:cNvSpPr>
            <a:spLocks noGrp="1"/>
          </p:cNvSpPr>
          <p:nvPr>
            <p:ph type="dt" sz="half" idx="10"/>
          </p:nvPr>
        </p:nvSpPr>
        <p:spPr/>
        <p:txBody>
          <a:bodyPr/>
          <a:lstStyle/>
          <a:p>
            <a:fld id="{BAA8DE05-51EE-4692-B197-877FA1DAAAED}" type="datetimeFigureOut">
              <a:rPr lang="en-US" smtClean="0"/>
              <a:t>1/12/26</a:t>
            </a:fld>
            <a:endParaRPr lang="en-US"/>
          </a:p>
        </p:txBody>
      </p:sp>
      <p:sp>
        <p:nvSpPr>
          <p:cNvPr id="4" name="Footer Placeholder 3">
            <a:extLst>
              <a:ext uri="{FF2B5EF4-FFF2-40B4-BE49-F238E27FC236}">
                <a16:creationId xmlns:a16="http://schemas.microsoft.com/office/drawing/2014/main" id="{01EC6B55-0201-1312-335A-069E8331FA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DA86EF-5BE7-951E-E1F1-DB496365FBE5}"/>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291921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377714-1AE4-D06D-041E-70C6F3BE0678}"/>
              </a:ext>
            </a:extLst>
          </p:cNvPr>
          <p:cNvSpPr>
            <a:spLocks noGrp="1"/>
          </p:cNvSpPr>
          <p:nvPr>
            <p:ph type="dt" sz="half" idx="10"/>
          </p:nvPr>
        </p:nvSpPr>
        <p:spPr/>
        <p:txBody>
          <a:bodyPr/>
          <a:lstStyle/>
          <a:p>
            <a:fld id="{BAA8DE05-51EE-4692-B197-877FA1DAAAED}" type="datetimeFigureOut">
              <a:rPr lang="en-US" smtClean="0"/>
              <a:t>1/12/26</a:t>
            </a:fld>
            <a:endParaRPr lang="en-US"/>
          </a:p>
        </p:txBody>
      </p:sp>
      <p:sp>
        <p:nvSpPr>
          <p:cNvPr id="3" name="Footer Placeholder 2">
            <a:extLst>
              <a:ext uri="{FF2B5EF4-FFF2-40B4-BE49-F238E27FC236}">
                <a16:creationId xmlns:a16="http://schemas.microsoft.com/office/drawing/2014/main" id="{964B493B-9D46-0485-1C7C-EC89D1B99D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C5D092-CD68-93A5-D410-D8D9F0F32E3B}"/>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844889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A8FCC-59F7-002F-887A-3AE9E3CA33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5E3BF3-66ED-D5F7-4D10-42A1711BC2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F1EEA8-D320-6867-9BA6-758966E3F6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5F5B38-62A1-CE82-8A74-5434C0A4131B}"/>
              </a:ext>
            </a:extLst>
          </p:cNvPr>
          <p:cNvSpPr>
            <a:spLocks noGrp="1"/>
          </p:cNvSpPr>
          <p:nvPr>
            <p:ph type="dt" sz="half" idx="10"/>
          </p:nvPr>
        </p:nvSpPr>
        <p:spPr/>
        <p:txBody>
          <a:bodyPr/>
          <a:lstStyle/>
          <a:p>
            <a:fld id="{BAA8DE05-51EE-4692-B197-877FA1DAAAED}" type="datetimeFigureOut">
              <a:rPr lang="en-US" smtClean="0"/>
              <a:t>1/12/26</a:t>
            </a:fld>
            <a:endParaRPr lang="en-US"/>
          </a:p>
        </p:txBody>
      </p:sp>
      <p:sp>
        <p:nvSpPr>
          <p:cNvPr id="6" name="Footer Placeholder 5">
            <a:extLst>
              <a:ext uri="{FF2B5EF4-FFF2-40B4-BE49-F238E27FC236}">
                <a16:creationId xmlns:a16="http://schemas.microsoft.com/office/drawing/2014/main" id="{B65B5D93-06AF-21CA-460C-74E6E8B24F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55CCB2-2362-5C44-3188-75821D5703EB}"/>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247508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FF888-87D6-FE2D-6CB5-C363685D34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4AE296-04DC-6316-72BF-93486EDBC0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5E4AC3-BDF1-C463-09B8-B7AACAA77E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38EDC2-B5DC-02FD-C84A-A77A922DA504}"/>
              </a:ext>
            </a:extLst>
          </p:cNvPr>
          <p:cNvSpPr>
            <a:spLocks noGrp="1"/>
          </p:cNvSpPr>
          <p:nvPr>
            <p:ph type="dt" sz="half" idx="10"/>
          </p:nvPr>
        </p:nvSpPr>
        <p:spPr/>
        <p:txBody>
          <a:bodyPr/>
          <a:lstStyle/>
          <a:p>
            <a:fld id="{BAA8DE05-51EE-4692-B197-877FA1DAAAED}" type="datetimeFigureOut">
              <a:rPr lang="en-US" smtClean="0"/>
              <a:t>1/12/26</a:t>
            </a:fld>
            <a:endParaRPr lang="en-US"/>
          </a:p>
        </p:txBody>
      </p:sp>
      <p:sp>
        <p:nvSpPr>
          <p:cNvPr id="6" name="Footer Placeholder 5">
            <a:extLst>
              <a:ext uri="{FF2B5EF4-FFF2-40B4-BE49-F238E27FC236}">
                <a16:creationId xmlns:a16="http://schemas.microsoft.com/office/drawing/2014/main" id="{3193FCE8-2ECF-C3F9-9FBA-7159C1FE7A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2C1A29-C80D-1CF9-8B56-52DE889EC456}"/>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77129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4605A-C9D9-3FEE-4AD7-93E29ECE6F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640FCE-C444-FED9-4D9B-911BEFE9A1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DA9C4A-29FB-8709-12DA-C4B70DE854EC}"/>
              </a:ext>
            </a:extLst>
          </p:cNvPr>
          <p:cNvSpPr>
            <a:spLocks noGrp="1"/>
          </p:cNvSpPr>
          <p:nvPr>
            <p:ph type="dt" sz="half" idx="10"/>
          </p:nvPr>
        </p:nvSpPr>
        <p:spPr/>
        <p:txBody>
          <a:bodyPr/>
          <a:lstStyle/>
          <a:p>
            <a:fld id="{BAA8DE05-51EE-4692-B197-877FA1DAAAED}" type="datetimeFigureOut">
              <a:rPr lang="en-US" smtClean="0"/>
              <a:t>1/12/26</a:t>
            </a:fld>
            <a:endParaRPr lang="en-US"/>
          </a:p>
        </p:txBody>
      </p:sp>
      <p:sp>
        <p:nvSpPr>
          <p:cNvPr id="5" name="Footer Placeholder 4">
            <a:extLst>
              <a:ext uri="{FF2B5EF4-FFF2-40B4-BE49-F238E27FC236}">
                <a16:creationId xmlns:a16="http://schemas.microsoft.com/office/drawing/2014/main" id="{FDDD6E77-31D8-44C9-8C00-C85B1FBD58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B131BB-31B3-265D-7085-74DC5991AAE9}"/>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775320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07958B-44E0-1781-BCCB-A1EADD44A0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CEE1AC-BA82-4227-EF6E-CD4C945281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04FCB6-CEB8-F8B1-0ACF-D57EE7B35017}"/>
              </a:ext>
            </a:extLst>
          </p:cNvPr>
          <p:cNvSpPr>
            <a:spLocks noGrp="1"/>
          </p:cNvSpPr>
          <p:nvPr>
            <p:ph type="dt" sz="half" idx="10"/>
          </p:nvPr>
        </p:nvSpPr>
        <p:spPr/>
        <p:txBody>
          <a:bodyPr/>
          <a:lstStyle/>
          <a:p>
            <a:fld id="{BAA8DE05-51EE-4692-B197-877FA1DAAAED}" type="datetimeFigureOut">
              <a:rPr lang="en-US" smtClean="0"/>
              <a:t>1/12/26</a:t>
            </a:fld>
            <a:endParaRPr lang="en-US"/>
          </a:p>
        </p:txBody>
      </p:sp>
      <p:sp>
        <p:nvSpPr>
          <p:cNvPr id="5" name="Footer Placeholder 4">
            <a:extLst>
              <a:ext uri="{FF2B5EF4-FFF2-40B4-BE49-F238E27FC236}">
                <a16:creationId xmlns:a16="http://schemas.microsoft.com/office/drawing/2014/main" id="{EC264267-9C54-4B02-8EEA-5CA8914115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2CB251-E39D-B765-D0D9-DD43E8D38D45}"/>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986943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C09D87-B60C-2F4C-DA19-BB04307F55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B374F2-0FF1-114D-5529-1A4E236651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6FAB11-252C-AF3A-1868-D64F46A939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A8DE05-51EE-4692-B197-877FA1DAAAED}" type="datetimeFigureOut">
              <a:rPr lang="en-US" smtClean="0"/>
              <a:t>1/12/26</a:t>
            </a:fld>
            <a:endParaRPr lang="en-US"/>
          </a:p>
        </p:txBody>
      </p:sp>
      <p:sp>
        <p:nvSpPr>
          <p:cNvPr id="5" name="Footer Placeholder 4">
            <a:extLst>
              <a:ext uri="{FF2B5EF4-FFF2-40B4-BE49-F238E27FC236}">
                <a16:creationId xmlns:a16="http://schemas.microsoft.com/office/drawing/2014/main" id="{E54987AE-9E20-DF1B-0ECB-89583BCE60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BB754B6-F244-E0B6-9D65-0E3B11C545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72391D-08EA-4D13-AA34-90E6B0650B1C}" type="slidenum">
              <a:rPr lang="en-US" smtClean="0"/>
              <a:t>‹#›</a:t>
            </a:fld>
            <a:endParaRPr lang="en-US"/>
          </a:p>
        </p:txBody>
      </p:sp>
    </p:spTree>
    <p:extLst>
      <p:ext uri="{BB962C8B-B14F-4D97-AF65-F5344CB8AC3E}">
        <p14:creationId xmlns:p14="http://schemas.microsoft.com/office/powerpoint/2010/main" val="7048041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32DBD-CB83-55BD-128C-2C66E47798F8}"/>
              </a:ext>
            </a:extLst>
          </p:cNvPr>
          <p:cNvSpPr>
            <a:spLocks noGrp="1"/>
          </p:cNvSpPr>
          <p:nvPr>
            <p:ph type="ctrTitle"/>
          </p:nvPr>
        </p:nvSpPr>
        <p:spPr/>
        <p:txBody>
          <a:bodyPr/>
          <a:lstStyle/>
          <a:p>
            <a:r>
              <a:rPr lang="en-US"/>
              <a:t>Java SE 17 – Presentation</a:t>
            </a:r>
          </a:p>
        </p:txBody>
      </p:sp>
      <p:sp>
        <p:nvSpPr>
          <p:cNvPr id="3" name="Subtitle 2">
            <a:extLst>
              <a:ext uri="{FF2B5EF4-FFF2-40B4-BE49-F238E27FC236}">
                <a16:creationId xmlns:a16="http://schemas.microsoft.com/office/drawing/2014/main" id="{96DD8BC4-D539-661E-8A88-53AF6C208F93}"/>
              </a:ext>
            </a:extLst>
          </p:cNvPr>
          <p:cNvSpPr>
            <a:spLocks noGrp="1"/>
          </p:cNvSpPr>
          <p:nvPr>
            <p:ph type="subTitle" idx="1"/>
          </p:nvPr>
        </p:nvSpPr>
        <p:spPr/>
        <p:txBody>
          <a:bodyPr/>
          <a:lstStyle/>
          <a:p>
            <a:r>
              <a:rPr lang="en-US"/>
              <a:t>Chapter 14 - IO</a:t>
            </a:r>
          </a:p>
        </p:txBody>
      </p:sp>
    </p:spTree>
    <p:extLst>
      <p:ext uri="{BB962C8B-B14F-4D97-AF65-F5344CB8AC3E}">
        <p14:creationId xmlns:p14="http://schemas.microsoft.com/office/powerpoint/2010/main" val="2437323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DAB38-D48E-0EE4-3D3B-5EA15FFD2C4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F044ECB-DB4F-474E-E686-B7BB6006BEE9}"/>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2D7D3C87-23C8-5412-EC56-7DDC7DDE941F}"/>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NIO stands for ... (people usually call it ...). In the exam, we will talk about ..., there is also a ... version which covers ... (but we don't talk about it here)</a:t>
            </a:r>
          </a:p>
          <a:p>
            <a:pPr algn="l"/>
            <a:r>
              <a:rPr lang="en-US" sz="1800" b="1">
                <a:sym typeface="Wingdings" pitchFamily="2" charset="2"/>
              </a:rPr>
              <a:t>Referencing Files and Directories</a:t>
            </a:r>
          </a:p>
          <a:p>
            <a:pPr algn="l"/>
            <a:r>
              <a:rPr lang="en-US" sz="1800">
                <a:sym typeface="Wingdings" pitchFamily="2" charset="2"/>
              </a:rPr>
              <a:t>- We start this chapter by reviewing what is ... and ... in file .... We will also introduce ... class and ... interface along with how to create ...</a:t>
            </a:r>
          </a:p>
          <a:p>
            <a:pPr algn="l"/>
            <a:r>
              <a:rPr lang="en-US" sz="1800" b="1">
                <a:sym typeface="Wingdings" pitchFamily="2" charset="2"/>
              </a:rPr>
              <a:t>Conceptualizing the File System</a:t>
            </a:r>
          </a:p>
          <a:p>
            <a:pPr algn="l"/>
            <a:r>
              <a:rPr lang="en-US" sz="1800">
                <a:sym typeface="Wingdings" pitchFamily="2" charset="2"/>
              </a:rPr>
              <a:t>- We start with basic topic first. Data is stored in long term ... such as ..., ..., ...</a:t>
            </a:r>
          </a:p>
          <a:p>
            <a:pPr algn="l"/>
            <a:r>
              <a:rPr lang="en-US" sz="1800">
                <a:sym typeface="Wingdings" pitchFamily="2" charset="2"/>
              </a:rPr>
              <a:t>– A ... stores data. ... is organized in a hierarchial structure called ...</a:t>
            </a:r>
          </a:p>
          <a:p>
            <a:pPr algn="l"/>
            <a:r>
              <a:rPr lang="en-US" sz="1800">
                <a:sym typeface="Wingdings" pitchFamily="2" charset="2"/>
              </a:rPr>
              <a:t>- Directory is ... store ... and other ... too. When working with ..., we usually consider it as .... As a matter of fact, we use many same .../... to work with .../... (for example, renaming .../... can be done with the same ... in Java) (note: ... will refer to both .../...)</a:t>
            </a:r>
          </a:p>
          <a:p>
            <a:pPr algn="l"/>
            <a:r>
              <a:rPr lang="en-US" sz="1800">
                <a:sym typeface="Wingdings" pitchFamily="2" charset="2"/>
              </a:rPr>
              <a:t>- To interact with files, we need to connect to .... The ... will responsible for .../... on our computer. Different OS will have different ... (for example, Windows ... Unix ...). In the exam, we just need to know how to use ... Java and JVM will ... OS ... allowing us to ... same ... on different ...</a:t>
            </a:r>
          </a:p>
          <a:p>
            <a:pPr algn="l"/>
            <a:r>
              <a:rPr lang="en-US" sz="1800">
                <a:sym typeface="Wingdings" pitchFamily="2" charset="2"/>
              </a:rPr>
              <a:t>- Root ... is ... (Windows is ... Linux-based is ...0</a:t>
            </a:r>
          </a:p>
          <a:p>
            <a:pPr algn="l"/>
            <a:r>
              <a:rPr lang="en-US" sz="1800">
                <a:sym typeface="Wingdings" pitchFamily="2" charset="2"/>
              </a:rPr>
              <a:t>- Path is ... of a ... in ... Each ... system use different ... (Windows is ... while Linux use ...). The left is ... the right is ... (for example, /user/home/zoo.txt reside in ...)</a:t>
            </a:r>
          </a:p>
        </p:txBody>
      </p:sp>
    </p:spTree>
    <p:extLst>
      <p:ext uri="{BB962C8B-B14F-4D97-AF65-F5344CB8AC3E}">
        <p14:creationId xmlns:p14="http://schemas.microsoft.com/office/powerpoint/2010/main" val="270913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C70FA-4651-9895-25F0-A3F6A0E6257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9B2C301-2C6A-365E-81C9-AFF081094233}"/>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1E7D7733-EE42-C6B3-88F5-805F3A92DBF0}"/>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Operating System File Separators</a:t>
            </a:r>
            <a:endParaRPr lang="en-US" sz="1800">
              <a:sym typeface="Wingdings" pitchFamily="2" charset="2"/>
            </a:endParaRPr>
          </a:p>
          <a:p>
            <a:pPr algn="l"/>
            <a:r>
              <a:rPr lang="en-US" sz="1800">
                <a:sym typeface="Wingdings" pitchFamily="2" charset="2"/>
              </a:rPr>
              <a:t>- Different OS has ... for ... name (For example, with Windows uses ... while Linux uses ...). Despite that, many ... language supports ... when talking about ... name. In Java, it supports a ... property to ...</a:t>
            </a:r>
          </a:p>
          <a:p>
            <a:pPr algn="l"/>
            <a:r>
              <a:rPr lang="en-US" sz="1800">
                <a:sym typeface="Wingdings" pitchFamily="2" charset="2"/>
              </a:rPr>
              <a:t>(code illustration snippet 1)</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F1423E8C-07A4-7763-16B7-47CD362BACE1}"/>
              </a:ext>
            </a:extLst>
          </p:cNvPr>
          <p:cNvPicPr>
            <a:picLocks noChangeAspect="1"/>
          </p:cNvPicPr>
          <p:nvPr/>
        </p:nvPicPr>
        <p:blipFill>
          <a:blip r:embed="rId3"/>
          <a:stretch>
            <a:fillRect/>
          </a:stretch>
        </p:blipFill>
        <p:spPr>
          <a:xfrm>
            <a:off x="3262884" y="2085603"/>
            <a:ext cx="5666232" cy="4043466"/>
          </a:xfrm>
          <a:prstGeom prst="rect">
            <a:avLst/>
          </a:prstGeom>
        </p:spPr>
      </p:pic>
    </p:spTree>
    <p:extLst>
      <p:ext uri="{BB962C8B-B14F-4D97-AF65-F5344CB8AC3E}">
        <p14:creationId xmlns:p14="http://schemas.microsoft.com/office/powerpoint/2010/main" val="1072197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D1EF0-03F8-42FE-43C6-06917EA0CAE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5980922-02AB-51DB-2DD7-C24C4B0422A9}"/>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0577444D-610C-68DE-3270-33D1AEA474CC}"/>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We use both ... and ... path to refer to .../... in the ... system.</a:t>
            </a:r>
          </a:p>
          <a:p>
            <a:pPr algn="l"/>
            <a:r>
              <a:rPr lang="en-US" sz="1800">
                <a:sym typeface="Wingdings" pitchFamily="2" charset="2"/>
              </a:rPr>
              <a:t>- ... path is ...</a:t>
            </a:r>
          </a:p>
          <a:p>
            <a:pPr algn="l"/>
            <a:r>
              <a:rPr lang="en-US" sz="1800">
                <a:sym typeface="Wingdings" pitchFamily="2" charset="2"/>
              </a:rPr>
              <a:t>- ... path is ...</a:t>
            </a:r>
          </a:p>
          <a:p>
            <a:pPr algn="l"/>
            <a:endParaRPr lang="en-US" sz="1800">
              <a:sym typeface="Wingdings" pitchFamily="2" charset="2"/>
            </a:endParaRPr>
          </a:p>
        </p:txBody>
      </p:sp>
      <p:pic>
        <p:nvPicPr>
          <p:cNvPr id="5" name="Picture 4">
            <a:extLst>
              <a:ext uri="{FF2B5EF4-FFF2-40B4-BE49-F238E27FC236}">
                <a16:creationId xmlns:a16="http://schemas.microsoft.com/office/drawing/2014/main" id="{09BF4F5B-F1DF-576D-B070-FB0273E0C5CF}"/>
              </a:ext>
            </a:extLst>
          </p:cNvPr>
          <p:cNvPicPr>
            <a:picLocks noChangeAspect="1"/>
          </p:cNvPicPr>
          <p:nvPr/>
        </p:nvPicPr>
        <p:blipFill>
          <a:blip r:embed="rId3"/>
          <a:stretch>
            <a:fillRect/>
          </a:stretch>
        </p:blipFill>
        <p:spPr>
          <a:xfrm>
            <a:off x="2209800" y="2806601"/>
            <a:ext cx="7772400" cy="1244798"/>
          </a:xfrm>
          <a:prstGeom prst="rect">
            <a:avLst/>
          </a:prstGeom>
        </p:spPr>
      </p:pic>
    </p:spTree>
    <p:extLst>
      <p:ext uri="{BB962C8B-B14F-4D97-AF65-F5344CB8AC3E}">
        <p14:creationId xmlns:p14="http://schemas.microsoft.com/office/powerpoint/2010/main" val="1785968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7EC8C-65C0-F827-69C5-FF076223881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C7E7560-70E7-B900-BE2D-EE248674EE3E}"/>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A478F5A9-CF10-C806-6CEB-FC5304E3F7C8}"/>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Determining whether this is ... or ... path depends on the .... For the exam, we will use the following convention</a:t>
            </a:r>
          </a:p>
          <a:p>
            <a:pPr algn="l"/>
            <a:r>
              <a:rPr lang="en-US" sz="1800">
                <a:sym typeface="Wingdings" pitchFamily="2" charset="2"/>
              </a:rPr>
              <a:t>+) "/" =&gt; ...</a:t>
            </a:r>
          </a:p>
          <a:p>
            <a:pPr algn="l"/>
            <a:r>
              <a:rPr lang="en-US" sz="1800">
                <a:sym typeface="Wingdings" pitchFamily="2" charset="2"/>
              </a:rPr>
              <a:t>+) "C:\" =&gt; ..</a:t>
            </a:r>
          </a:p>
          <a:p>
            <a:pPr algn="l"/>
            <a:r>
              <a:rPr lang="en-US" sz="1800">
                <a:sym typeface="Wingdings" pitchFamily="2" charset="2"/>
              </a:rPr>
              <a:t>+) "bird/zoo.txt" =&gt; ...</a:t>
            </a:r>
          </a:p>
          <a:p>
            <a:pPr algn="l"/>
            <a:r>
              <a:rPr lang="en-US" sz="1800">
                <a:sym typeface="Wingdings" pitchFamily="2" charset="2"/>
              </a:rPr>
              <a:t>- ... and ... path also contain something called ...</a:t>
            </a:r>
          </a:p>
          <a:p>
            <a:pPr algn="l"/>
            <a:r>
              <a:rPr lang="en-US" sz="1800">
                <a:sym typeface="Wingdings" pitchFamily="2" charset="2"/>
              </a:rPr>
              <a:t>– Path symbol is a ... characters that has special ... in ... system ... For the exam, there are 2 types we need to know</a:t>
            </a:r>
          </a:p>
          <a:p>
            <a:pPr algn="l"/>
            <a:endParaRPr lang="en-US" sz="1800">
              <a:sym typeface="Wingdings" pitchFamily="2" charset="2"/>
            </a:endParaRPr>
          </a:p>
          <a:p>
            <a:pPr algn="l"/>
            <a:endParaRPr lang="en-US" sz="1800">
              <a:sym typeface="Wingdings" pitchFamily="2" charset="2"/>
            </a:endParaRPr>
          </a:p>
        </p:txBody>
      </p:sp>
      <p:pic>
        <p:nvPicPr>
          <p:cNvPr id="2" name="Picture 1">
            <a:extLst>
              <a:ext uri="{FF2B5EF4-FFF2-40B4-BE49-F238E27FC236}">
                <a16:creationId xmlns:a16="http://schemas.microsoft.com/office/drawing/2014/main" id="{491573DE-BDED-5986-E991-0E37023386AE}"/>
              </a:ext>
            </a:extLst>
          </p:cNvPr>
          <p:cNvPicPr>
            <a:picLocks noChangeAspect="1"/>
          </p:cNvPicPr>
          <p:nvPr/>
        </p:nvPicPr>
        <p:blipFill>
          <a:blip r:embed="rId3"/>
          <a:stretch>
            <a:fillRect/>
          </a:stretch>
        </p:blipFill>
        <p:spPr>
          <a:xfrm>
            <a:off x="2209800" y="3264054"/>
            <a:ext cx="7772400" cy="2036772"/>
          </a:xfrm>
          <a:prstGeom prst="rect">
            <a:avLst/>
          </a:prstGeom>
        </p:spPr>
      </p:pic>
      <p:sp>
        <p:nvSpPr>
          <p:cNvPr id="6" name="Rectangle 5">
            <a:extLst>
              <a:ext uri="{FF2B5EF4-FFF2-40B4-BE49-F238E27FC236}">
                <a16:creationId xmlns:a16="http://schemas.microsoft.com/office/drawing/2014/main" id="{C9902B9B-1DA5-EAEF-1CAE-5C032CCC4365}"/>
              </a:ext>
            </a:extLst>
          </p:cNvPr>
          <p:cNvSpPr/>
          <p:nvPr/>
        </p:nvSpPr>
        <p:spPr>
          <a:xfrm>
            <a:off x="4352544" y="4218432"/>
            <a:ext cx="3925824" cy="7680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53620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DEC72-F0AE-9CB6-2B74-3ABEFCCD01C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CA0FDA1-FB8A-D38C-4BC7-BDB72F6E3AB2}"/>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67DED20A-1FC3-80A3-01BF-990E892581D5}"/>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Sometime, we will encounter redundant ... (such as ﻿/fish/clownfish/../shark/./swim.txt, which can be ... as swim.txt). We will learn how to ... this in the chapter</a:t>
            </a:r>
          </a:p>
          <a:p>
            <a:pPr algn="l"/>
            <a:endParaRPr lang="en-US" sz="1800">
              <a:sym typeface="Wingdings" pitchFamily="2" charset="2"/>
            </a:endParaRPr>
          </a:p>
        </p:txBody>
      </p:sp>
      <p:pic>
        <p:nvPicPr>
          <p:cNvPr id="5" name="Picture 4">
            <a:extLst>
              <a:ext uri="{FF2B5EF4-FFF2-40B4-BE49-F238E27FC236}">
                <a16:creationId xmlns:a16="http://schemas.microsoft.com/office/drawing/2014/main" id="{BFF3A575-ECEE-390E-D94F-AE08420FE03B}"/>
              </a:ext>
            </a:extLst>
          </p:cNvPr>
          <p:cNvPicPr>
            <a:picLocks noChangeAspect="1"/>
          </p:cNvPicPr>
          <p:nvPr/>
        </p:nvPicPr>
        <p:blipFill>
          <a:blip r:embed="rId3"/>
          <a:stretch>
            <a:fillRect/>
          </a:stretch>
        </p:blipFill>
        <p:spPr>
          <a:xfrm>
            <a:off x="2425700" y="1805432"/>
            <a:ext cx="7340600" cy="3759200"/>
          </a:xfrm>
          <a:prstGeom prst="rect">
            <a:avLst/>
          </a:prstGeom>
        </p:spPr>
      </p:pic>
    </p:spTree>
    <p:extLst>
      <p:ext uri="{BB962C8B-B14F-4D97-AF65-F5344CB8AC3E}">
        <p14:creationId xmlns:p14="http://schemas.microsoft.com/office/powerpoint/2010/main" val="3744188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421D5-4C3A-57D8-7979-B6B198885C3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60084E7-4A8D-E4A5-8E3D-3E3DFF01555B}"/>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2D090339-79C5-29D3-104F-0D35F2C92ED5}"/>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(Note: ".." will ...) </a:t>
            </a:r>
          </a:p>
          <a:p>
            <a:pPr algn="l"/>
            <a:r>
              <a:rPr lang="en-US" sz="1800">
                <a:sym typeface="Wingdings" pitchFamily="2" charset="2"/>
              </a:rPr>
              <a:t>- Symbolic link is a special ... in ... system ... pointer to ... (favorite is symbolic link and shark is the original)</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F99B5826-D6AD-0425-6C88-7A0FAB89A585}"/>
              </a:ext>
            </a:extLst>
          </p:cNvPr>
          <p:cNvPicPr>
            <a:picLocks noChangeAspect="1"/>
          </p:cNvPicPr>
          <p:nvPr/>
        </p:nvPicPr>
        <p:blipFill>
          <a:blip r:embed="rId3"/>
          <a:stretch>
            <a:fillRect/>
          </a:stretch>
        </p:blipFill>
        <p:spPr>
          <a:xfrm>
            <a:off x="3652012" y="1694688"/>
            <a:ext cx="4887976" cy="1036320"/>
          </a:xfrm>
          <a:prstGeom prst="rect">
            <a:avLst/>
          </a:prstGeom>
        </p:spPr>
      </p:pic>
    </p:spTree>
    <p:extLst>
      <p:ext uri="{BB962C8B-B14F-4D97-AF65-F5344CB8AC3E}">
        <p14:creationId xmlns:p14="http://schemas.microsoft.com/office/powerpoint/2010/main" val="1661492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9F1F0-5DD8-89E8-72AD-E86F142D066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2C87632-0B2E-058B-505C-7C221919B9E8}"/>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1941DB9C-2629-723B-1BC6-2AE27E8D141A}"/>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Elements in ... can be ... directly or through the ...</a:t>
            </a:r>
          </a:p>
          <a:p>
            <a:pPr algn="l"/>
            <a:r>
              <a:rPr lang="en-US" sz="1800">
                <a:sym typeface="Wingdings" pitchFamily="2" charset="2"/>
              </a:rPr>
              <a:t>- In general, ... pretty easy to understand ... because OS has handled .... While I/O ... not ..., NIO.2 fully ... from .../.../... symbolic link in ... system</a:t>
            </a:r>
          </a:p>
          <a:p>
            <a:pPr algn="l"/>
            <a:r>
              <a:rPr lang="en-US" sz="1800" b="1">
                <a:sym typeface="Wingdings" pitchFamily="2" charset="2"/>
              </a:rPr>
              <a:t>Creating a File or Path</a:t>
            </a:r>
          </a:p>
          <a:p>
            <a:pPr algn="l"/>
            <a:r>
              <a:rPr lang="en-US" sz="1800">
                <a:sym typeface="Wingdings" pitchFamily="2" charset="2"/>
              </a:rPr>
              <a:t>- To do something useful, we need ... to represent .../... in the ... system. By using the legacy ... class or NIO.2 with ... interface. The ... class and ... interface cant modify ... although they are passed in as ... file ...</a:t>
            </a:r>
          </a:p>
          <a:p>
            <a:pPr algn="l"/>
            <a:r>
              <a:rPr lang="en-US" sz="1800">
                <a:sym typeface="Wingdings" pitchFamily="2" charset="2"/>
              </a:rPr>
              <a:t>- Remember that a ... is also a ...</a:t>
            </a:r>
          </a:p>
          <a:p>
            <a:pPr algn="l"/>
            <a:r>
              <a:rPr lang="en-US" sz="1800" b="1">
                <a:sym typeface="Wingdings" pitchFamily="2" charset="2"/>
              </a:rPr>
              <a:t>Creating a File</a:t>
            </a:r>
          </a:p>
          <a:p>
            <a:pPr algn="l"/>
            <a:r>
              <a:rPr lang="en-US" sz="1800">
                <a:sym typeface="Wingdings" pitchFamily="2" charset="2"/>
              </a:rPr>
              <a:t>- There are 3 different ...</a:t>
            </a:r>
          </a:p>
          <a:p>
            <a:pPr algn="l"/>
            <a:r>
              <a:rPr lang="en-US" sz="1800">
                <a:sym typeface="Wingdings" pitchFamily="2" charset="2"/>
              </a:rPr>
              <a:t>(code illustration snippet 2)</a:t>
            </a:r>
          </a:p>
          <a:p>
            <a:pPr algn="l"/>
            <a:r>
              <a:rPr lang="en-US" sz="1800">
                <a:sym typeface="Wingdings" pitchFamily="2" charset="2"/>
              </a:rPr>
              <a:t>- All 3 constructors create the same ... with the same ... in ... system. If we pass null in the ...=&gt; Then it will be ... and treated as a ... constructor..</a:t>
            </a:r>
          </a:p>
          <a:p>
            <a:pPr algn="l"/>
            <a:r>
              <a:rPr lang="en-US" sz="1800" b="1">
                <a:sym typeface="Wingdings" pitchFamily="2" charset="2"/>
              </a:rPr>
              <a:t>Creating a Path</a:t>
            </a:r>
            <a:endParaRPr lang="en-US" sz="1800">
              <a:sym typeface="Wingdings" pitchFamily="2" charset="2"/>
            </a:endParaRPr>
          </a:p>
          <a:p>
            <a:pPr algn="l"/>
            <a:r>
              <a:rPr lang="en-US" sz="1800">
                <a:sym typeface="Wingdings" pitchFamily="2" charset="2"/>
              </a:rPr>
              <a:t>- Since ... is an Interface =&gt; ... instance immediately (after all, interface ...). Java provides some .../... used to get the ... instance. The easiest way to do this is to use ... from ... interface or ... from ... class</a:t>
            </a:r>
          </a:p>
          <a:p>
            <a:pPr algn="l"/>
            <a:r>
              <a:rPr lang="en-US" sz="1800">
                <a:sym typeface="Wingdings" pitchFamily="2" charset="2"/>
              </a:rPr>
              <a:t>(code illustration snippet 3)</a:t>
            </a:r>
          </a:p>
          <a:p>
            <a:pPr algn="l"/>
            <a:endParaRPr lang="en-US" sz="1800">
              <a:sym typeface="Wingdings" pitchFamily="2" charset="2"/>
            </a:endParaRPr>
          </a:p>
        </p:txBody>
      </p:sp>
    </p:spTree>
    <p:extLst>
      <p:ext uri="{BB962C8B-B14F-4D97-AF65-F5344CB8AC3E}">
        <p14:creationId xmlns:p14="http://schemas.microsoft.com/office/powerpoint/2010/main" val="2992284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44F46-A43D-B617-7D99-467E8AD29BD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1B36208-598B-AF94-351F-8FB38C3C3B3C}"/>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54FEA1BB-EBC0-A14D-7518-137325DD90C2}"/>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Both methods allow varargs to ... element. Then, it will be ... together with ... character from OS</a:t>
            </a:r>
          </a:p>
          <a:p>
            <a:pPr algn="l"/>
            <a:r>
              <a:rPr lang="en-US" sz="1800">
                <a:sym typeface="Wingdings" pitchFamily="2" charset="2"/>
              </a:rPr>
              <a:t>- We also have a ... class called ... </a:t>
            </a:r>
          </a:p>
          <a:p>
            <a:pPr algn="l"/>
            <a:r>
              <a:rPr lang="en-US" sz="1800">
                <a:sym typeface="Wingdings" pitchFamily="2" charset="2"/>
              </a:rPr>
              <a:t>- We can see in the example is that we use ... method from ... and ... method from ... (we will use both ... in the chapter)</a:t>
            </a:r>
          </a:p>
          <a:p>
            <a:pPr algn="l"/>
            <a:r>
              <a:rPr lang="en-US" sz="1800">
                <a:sym typeface="Wingdings" pitchFamily="2" charset="2"/>
              </a:rPr>
              <a:t>- We can see that both I/O and NIO.2 can interact with something called ... (...). This is a String used to identify .... It starts with a ... used to identify the type of ..., followed by a path ... like file:// for ... and ...,...,... for remote ...</a:t>
            </a:r>
          </a:p>
          <a:p>
            <a:pPr algn="l"/>
            <a:r>
              <a:rPr lang="en-US" sz="1800" b="1">
                <a:sym typeface="Wingdings" pitchFamily="2" charset="2"/>
              </a:rPr>
              <a:t>Switiching between File and Path</a:t>
            </a:r>
          </a:p>
          <a:p>
            <a:pPr algn="l"/>
            <a:r>
              <a:rPr lang="en-US" sz="1800">
                <a:sym typeface="Wingdings" pitchFamily="2" charset="2"/>
              </a:rPr>
              <a:t>- Because both .../... reference to a position on ..., it will be very useful if we can ... between each other ... =&gt; Java support this very ... by ...</a:t>
            </a:r>
          </a:p>
          <a:p>
            <a:pPr algn="l"/>
            <a:r>
              <a:rPr lang="en-US" sz="1800">
                <a:sym typeface="Wingdings" pitchFamily="2" charset="2"/>
              </a:rPr>
              <a:t>(code illustration snippet 4)</a:t>
            </a:r>
          </a:p>
          <a:p>
            <a:pPr algn="l"/>
            <a:r>
              <a:rPr lang="en-US" sz="1800">
                <a:sym typeface="Wingdings" pitchFamily="2" charset="2"/>
              </a:rPr>
              <a:t>- Many old ... depends on the ... class =&gt; This makes it easier to get ... from ... and vice versa. </a:t>
            </a:r>
          </a:p>
          <a:p>
            <a:pPr algn="l"/>
            <a:r>
              <a:rPr lang="en-US" sz="1800">
                <a:sym typeface="Wingdings" pitchFamily="2" charset="2"/>
              </a:rPr>
              <a:t>- When working with new ..., we should use the newer ... interface because it has more ... and also ... FileSystem</a:t>
            </a:r>
          </a:p>
          <a:p>
            <a:pPr algn="l"/>
            <a:r>
              <a:rPr lang="en-US" sz="1800" b="1">
                <a:sym typeface="Wingdings" pitchFamily="2" charset="2"/>
              </a:rPr>
              <a:t>Obtaining a Path from the FileSystems Class</a:t>
            </a:r>
          </a:p>
          <a:p>
            <a:pPr algn="l"/>
            <a:r>
              <a:rPr lang="en-US" sz="1800">
                <a:sym typeface="Wingdings" pitchFamily="2" charset="2"/>
              </a:rPr>
              <a:t>- NIO.2 use a lot of ... method to ... objects. ... class creates instances of ... class. The ... class has methods to work directly with ... system. Both ... method from ... and ... method from ... are the shortcuts for the methods in ... class</a:t>
            </a:r>
          </a:p>
          <a:p>
            <a:pPr algn="l"/>
            <a:r>
              <a:rPr lang="en-US" sz="1800">
                <a:sym typeface="Wingdings" pitchFamily="2" charset="2"/>
              </a:rPr>
              <a:t>(code illustration snippet 5)</a:t>
            </a:r>
          </a:p>
          <a:p>
            <a:pPr algn="l"/>
            <a:endParaRPr lang="en-US" sz="1800">
              <a:sym typeface="Wingdings" pitchFamily="2" charset="2"/>
            </a:endParaRPr>
          </a:p>
        </p:txBody>
      </p:sp>
    </p:spTree>
    <p:extLst>
      <p:ext uri="{BB962C8B-B14F-4D97-AF65-F5344CB8AC3E}">
        <p14:creationId xmlns:p14="http://schemas.microsoft.com/office/powerpoint/2010/main" val="819050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C21AB-5EA9-0B2D-C5A7-AF425E7FFFD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62B9A17-6A1F-832B-A50F-DEAD88063B45}"/>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4B3B1EBC-1720-7185-504E-EE0FD70F914E}"/>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Reviewing IO and NIO.2 relationships</a:t>
            </a:r>
          </a:p>
          <a:p>
            <a:pPr algn="l"/>
            <a:r>
              <a:rPr lang="en-US" sz="1800">
                <a:sym typeface="Wingdings" pitchFamily="2" charset="2"/>
              </a:rPr>
              <a:t>- The model of ... library is much smaller and we just need to understand the ... class. On the other hand, NIO.2 has more ... and uses a lot of ... method. Many interactions in the ... library are related to .../... and .../factory class</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24059CAF-7E5A-5D73-5E90-A536EC213C52}"/>
              </a:ext>
            </a:extLst>
          </p:cNvPr>
          <p:cNvPicPr>
            <a:picLocks noChangeAspect="1"/>
          </p:cNvPicPr>
          <p:nvPr/>
        </p:nvPicPr>
        <p:blipFill>
          <a:blip r:embed="rId3"/>
          <a:stretch>
            <a:fillRect/>
          </a:stretch>
        </p:blipFill>
        <p:spPr>
          <a:xfrm>
            <a:off x="2209800" y="2059231"/>
            <a:ext cx="7772400" cy="2739537"/>
          </a:xfrm>
          <a:prstGeom prst="rect">
            <a:avLst/>
          </a:prstGeom>
        </p:spPr>
      </p:pic>
    </p:spTree>
    <p:extLst>
      <p:ext uri="{BB962C8B-B14F-4D97-AF65-F5344CB8AC3E}">
        <p14:creationId xmlns:p14="http://schemas.microsoft.com/office/powerpoint/2010/main" val="3271620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5C1B7-0BF4-4FF1-30DE-73B1A14F96A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249D6F9-5093-66C1-EA8C-31290210395C}"/>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C6436582-52FE-E0A9-E1E3-8F40FCDF1A24}"/>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An easy way to remember this is that ... plural ... singular ...</a:t>
            </a:r>
          </a:p>
          <a:p>
            <a:pPr algn="l"/>
            <a:r>
              <a:rPr lang="en-US" sz="1800">
                <a:sym typeface="Wingdings" pitchFamily="2" charset="2"/>
              </a:rPr>
              <a:t>– ... is an IO class while ... is a helper class (... works with ... interface, not with ... instance). These 2 APIs are completely different</a:t>
            </a:r>
          </a:p>
          <a:p>
            <a:pPr algn="l"/>
            <a:r>
              <a:rPr lang="en-US" sz="1800">
                <a:sym typeface="Wingdings" pitchFamily="2" charset="2"/>
              </a:rPr>
              <a:t>- Remember that ... method works with ... and ... method must have ...</a:t>
            </a:r>
          </a:p>
        </p:txBody>
      </p:sp>
    </p:spTree>
    <p:extLst>
      <p:ext uri="{BB962C8B-B14F-4D97-AF65-F5344CB8AC3E}">
        <p14:creationId xmlns:p14="http://schemas.microsoft.com/office/powerpoint/2010/main" val="1715050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1135B-5AAA-043D-F580-EB8BC675E92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1B088F2-BE5C-5F11-3218-0DAA6FB02E7E}"/>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D655FAD7-B01D-FF44-9D21-9C2CFD7E94C3}"/>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b="1">
              <a:sym typeface="Wingdings" pitchFamily="2" charset="2"/>
            </a:endParaRPr>
          </a:p>
        </p:txBody>
      </p:sp>
      <p:pic>
        <p:nvPicPr>
          <p:cNvPr id="2" name="Picture 1">
            <a:extLst>
              <a:ext uri="{FF2B5EF4-FFF2-40B4-BE49-F238E27FC236}">
                <a16:creationId xmlns:a16="http://schemas.microsoft.com/office/drawing/2014/main" id="{C19369E6-C4BB-6DDD-8839-C23C4F9372FD}"/>
              </a:ext>
            </a:extLst>
          </p:cNvPr>
          <p:cNvPicPr>
            <a:picLocks noChangeAspect="1"/>
          </p:cNvPicPr>
          <p:nvPr/>
        </p:nvPicPr>
        <p:blipFill>
          <a:blip r:embed="rId3"/>
          <a:stretch>
            <a:fillRect/>
          </a:stretch>
        </p:blipFill>
        <p:spPr>
          <a:xfrm>
            <a:off x="1877784" y="520700"/>
            <a:ext cx="7772400" cy="6144480"/>
          </a:xfrm>
          <a:prstGeom prst="rect">
            <a:avLst/>
          </a:prstGeom>
        </p:spPr>
      </p:pic>
    </p:spTree>
    <p:extLst>
      <p:ext uri="{BB962C8B-B14F-4D97-AF65-F5344CB8AC3E}">
        <p14:creationId xmlns:p14="http://schemas.microsoft.com/office/powerpoint/2010/main" val="1342539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B75FB-5A6A-2814-E234-88D66B79254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7E3ACFA-ED07-5E35-C540-B706E329BE92}"/>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E1E41E1D-060E-D5F9-776E-F433D00BB51D}"/>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Operating on File and Path</a:t>
            </a:r>
            <a:endParaRPr lang="en-US" sz="1800">
              <a:sym typeface="Wingdings" pitchFamily="2" charset="2"/>
            </a:endParaRPr>
          </a:p>
          <a:p>
            <a:pPr algn="l"/>
            <a:r>
              <a:rPr lang="en-US" sz="1800">
                <a:sym typeface="Wingdings" pitchFamily="2" charset="2"/>
              </a:rPr>
              <a:t>- Now we know how to create ... and .., now we will learn how ...</a:t>
            </a:r>
          </a:p>
          <a:p>
            <a:pPr algn="l"/>
            <a:r>
              <a:rPr lang="en-US" sz="1800" b="1">
                <a:sym typeface="Wingdings" pitchFamily="2" charset="2"/>
              </a:rPr>
              <a:t>Using shared functionality</a:t>
            </a:r>
          </a:p>
          <a:p>
            <a:pPr algn="l"/>
            <a:r>
              <a:rPr lang="en-US" sz="1800">
                <a:sym typeface="Wingdings" pitchFamily="2" charset="2"/>
              </a:rPr>
              <a:t>- There are many operations ... both ... and ... library</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B4C05EC4-ED2A-C239-1B49-8F460E11A8E8}"/>
              </a:ext>
            </a:extLst>
          </p:cNvPr>
          <p:cNvPicPr>
            <a:picLocks noChangeAspect="1"/>
          </p:cNvPicPr>
          <p:nvPr/>
        </p:nvPicPr>
        <p:blipFill>
          <a:blip r:embed="rId3"/>
          <a:stretch>
            <a:fillRect/>
          </a:stretch>
        </p:blipFill>
        <p:spPr>
          <a:xfrm>
            <a:off x="2209800" y="2338490"/>
            <a:ext cx="7772400" cy="2815003"/>
          </a:xfrm>
          <a:prstGeom prst="rect">
            <a:avLst/>
          </a:prstGeom>
        </p:spPr>
      </p:pic>
      <p:sp>
        <p:nvSpPr>
          <p:cNvPr id="5" name="Rectangle 4">
            <a:extLst>
              <a:ext uri="{FF2B5EF4-FFF2-40B4-BE49-F238E27FC236}">
                <a16:creationId xmlns:a16="http://schemas.microsoft.com/office/drawing/2014/main" id="{86B552BE-6C29-BEB1-5E25-262EBB8528E3}"/>
              </a:ext>
            </a:extLst>
          </p:cNvPr>
          <p:cNvSpPr/>
          <p:nvPr/>
        </p:nvSpPr>
        <p:spPr>
          <a:xfrm>
            <a:off x="2316480" y="3535680"/>
            <a:ext cx="3108960" cy="1304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3803254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418AE-FE69-78E0-04CC-91F53898BA8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02BAA4D-169C-3C0D-6496-76B476CDF833}"/>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2BF920B4-278A-BD14-1174-7ED6C8CDDE78}"/>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6" name="Picture 5">
            <a:extLst>
              <a:ext uri="{FF2B5EF4-FFF2-40B4-BE49-F238E27FC236}">
                <a16:creationId xmlns:a16="http://schemas.microsoft.com/office/drawing/2014/main" id="{75B0E27F-D4AB-4A04-1349-5BA32D850481}"/>
              </a:ext>
            </a:extLst>
          </p:cNvPr>
          <p:cNvPicPr>
            <a:picLocks noChangeAspect="1"/>
          </p:cNvPicPr>
          <p:nvPr/>
        </p:nvPicPr>
        <p:blipFill>
          <a:blip r:embed="rId3"/>
          <a:stretch>
            <a:fillRect/>
          </a:stretch>
        </p:blipFill>
        <p:spPr>
          <a:xfrm>
            <a:off x="2209800" y="1087395"/>
            <a:ext cx="7772400" cy="4683210"/>
          </a:xfrm>
          <a:prstGeom prst="rect">
            <a:avLst/>
          </a:prstGeom>
        </p:spPr>
      </p:pic>
      <p:sp>
        <p:nvSpPr>
          <p:cNvPr id="7" name="Rectangle 6">
            <a:extLst>
              <a:ext uri="{FF2B5EF4-FFF2-40B4-BE49-F238E27FC236}">
                <a16:creationId xmlns:a16="http://schemas.microsoft.com/office/drawing/2014/main" id="{52BDEB29-7422-B797-AF74-3C42AF0FFBEA}"/>
              </a:ext>
            </a:extLst>
          </p:cNvPr>
          <p:cNvSpPr/>
          <p:nvPr/>
        </p:nvSpPr>
        <p:spPr>
          <a:xfrm>
            <a:off x="2267712" y="2097024"/>
            <a:ext cx="1548384" cy="3291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28258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C97AA-E7C0-7951-6D2D-453F3B5BCDB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E0CCC13-96AF-F839-AEA1-8D8FF1935390}"/>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D66F3630-B3BB-8E7A-909B-6A54FE3E29C0}"/>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2" name="Picture 1">
            <a:extLst>
              <a:ext uri="{FF2B5EF4-FFF2-40B4-BE49-F238E27FC236}">
                <a16:creationId xmlns:a16="http://schemas.microsoft.com/office/drawing/2014/main" id="{163BF6A9-CC96-67D4-D6AF-ED4D4E74A370}"/>
              </a:ext>
            </a:extLst>
          </p:cNvPr>
          <p:cNvPicPr>
            <a:picLocks noChangeAspect="1"/>
          </p:cNvPicPr>
          <p:nvPr/>
        </p:nvPicPr>
        <p:blipFill>
          <a:blip r:embed="rId3"/>
          <a:stretch>
            <a:fillRect/>
          </a:stretch>
        </p:blipFill>
        <p:spPr>
          <a:xfrm>
            <a:off x="1877784" y="520700"/>
            <a:ext cx="7772400" cy="6027063"/>
          </a:xfrm>
          <a:prstGeom prst="rect">
            <a:avLst/>
          </a:prstGeom>
        </p:spPr>
      </p:pic>
      <p:sp>
        <p:nvSpPr>
          <p:cNvPr id="5" name="Rectangle 4">
            <a:extLst>
              <a:ext uri="{FF2B5EF4-FFF2-40B4-BE49-F238E27FC236}">
                <a16:creationId xmlns:a16="http://schemas.microsoft.com/office/drawing/2014/main" id="{5803CE3A-FFBB-C390-5E3B-01001B79A69A}"/>
              </a:ext>
            </a:extLst>
          </p:cNvPr>
          <p:cNvSpPr/>
          <p:nvPr/>
        </p:nvSpPr>
        <p:spPr>
          <a:xfrm>
            <a:off x="1975104" y="1572768"/>
            <a:ext cx="1511808" cy="44644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385138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009F2-E6D4-8C72-CEF3-0B6C0EB254A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AEE3D08-42F6-94C4-AF68-810FB1E5C32D}"/>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754B49A0-EAAD-25E2-6A83-2E66E0894246}"/>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6)</a:t>
            </a:r>
          </a:p>
          <a:p>
            <a:pPr algn="l"/>
            <a:r>
              <a:rPr lang="en-US" sz="1800">
                <a:sym typeface="Wingdings" pitchFamily="2" charset="2"/>
              </a:rPr>
              <a:t>- On Windows, the ... system use "\" for ... so in Java we have to use "\\" because of ... But Java ... will read this as "\"</a:t>
            </a:r>
          </a:p>
          <a:p>
            <a:pPr algn="l"/>
            <a:r>
              <a:rPr lang="en-US" sz="1800">
                <a:sym typeface="Wingdings" pitchFamily="2" charset="2"/>
              </a:rPr>
              <a:t>- Now, we will rewrite ...</a:t>
            </a:r>
          </a:p>
          <a:p>
            <a:pPr algn="l"/>
            <a:r>
              <a:rPr lang="en-US" sz="1800">
                <a:sym typeface="Wingdings" pitchFamily="2" charset="2"/>
              </a:rPr>
              <a:t>(code illustration snippet 7)</a:t>
            </a:r>
          </a:p>
          <a:p>
            <a:pPr algn="l"/>
            <a:r>
              <a:rPr lang="en-US" sz="1800" b="1">
                <a:sym typeface="Wingdings" pitchFamily="2" charset="2"/>
              </a:rPr>
              <a:t>Closing the Stream</a:t>
            </a:r>
          </a:p>
          <a:p>
            <a:pPr algn="l"/>
            <a:r>
              <a:rPr lang="en-US" sz="1800">
                <a:sym typeface="Wingdings" pitchFamily="2" charset="2"/>
              </a:rPr>
              <a:t>- We can see that our previous example, we put the ... object in try .... NIO.2 ...-based method will open a ... to the ... system and this connection must be ... or else a ... event might happen.</a:t>
            </a:r>
          </a:p>
          <a:p>
            <a:pPr algn="l"/>
            <a:r>
              <a:rPr lang="en-US" sz="1800">
                <a:sym typeface="Wingdings" pitchFamily="2" charset="2"/>
              </a:rPr>
              <a:t>- Resource leak in ... system means other ... can't ... until ....</a:t>
            </a:r>
          </a:p>
          <a:p>
            <a:pPr algn="l"/>
            <a:r>
              <a:rPr lang="en-US" sz="1800">
                <a:sym typeface="Wingdings" pitchFamily="2" charset="2"/>
              </a:rPr>
              <a:t>- If we assume that the ... operation on the ... will close the ... then we are making a mistake. There are many debates around this and the side who supports mannual ... won</a:t>
            </a:r>
          </a:p>
          <a:p>
            <a:pPr algn="l"/>
            <a:r>
              <a:rPr lang="en-US" sz="1800">
                <a:sym typeface="Wingdings" pitchFamily="2" charset="2"/>
              </a:rPr>
              <a:t>– On the bright side, only Stream that ... will need to be, all Stream that we ... </a:t>
            </a:r>
          </a:p>
          <a:p>
            <a:pPr algn="l"/>
            <a:r>
              <a:rPr lang="en-US" sz="1800">
                <a:sym typeface="Wingdings" pitchFamily="2" charset="2"/>
              </a:rPr>
              <a:t>- Finally, exams will never close ... properly, we just need to know to put ... in the try ...</a:t>
            </a:r>
          </a:p>
          <a:p>
            <a:pPr algn="l"/>
            <a:r>
              <a:rPr lang="en-US" sz="1800" b="1">
                <a:sym typeface="Wingdings" pitchFamily="2" charset="2"/>
              </a:rPr>
              <a:t>Handling methods that declare IOException</a:t>
            </a:r>
          </a:p>
          <a:p>
            <a:pPr algn="l"/>
            <a:r>
              <a:rPr lang="en-US" sz="1800">
                <a:sym typeface="Wingdings" pitchFamily="2" charset="2"/>
              </a:rPr>
              <a:t>- There are many methods in this chapter ..., here are some of the common</a:t>
            </a:r>
          </a:p>
          <a:p>
            <a:pPr algn="l"/>
            <a:r>
              <a:rPr lang="en-US" sz="1800">
                <a:sym typeface="Wingdings" pitchFamily="2" charset="2"/>
              </a:rPr>
              <a:t>+) Loss of ... to the ... system 	+) ... exists but can't be....</a:t>
            </a:r>
          </a:p>
          <a:p>
            <a:pPr algn="l"/>
            <a:r>
              <a:rPr lang="en-US" sz="1800">
                <a:sym typeface="Wingdings" pitchFamily="2" charset="2"/>
              </a:rPr>
              <a:t>+) .../... exists but ...		+) .../... required but not ...</a:t>
            </a:r>
          </a:p>
        </p:txBody>
      </p:sp>
    </p:spTree>
    <p:extLst>
      <p:ext uri="{BB962C8B-B14F-4D97-AF65-F5344CB8AC3E}">
        <p14:creationId xmlns:p14="http://schemas.microsoft.com/office/powerpoint/2010/main" val="3766493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CDAD-E9E6-FAB2-2207-27009E7D800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E391D48-0CE4-4533-714F-4348BA694C16}"/>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9CEA30B9-3D52-948B-3D89-E040E1C2726A}"/>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All methods that .../... the .../... in the ... class usually throws. But there are exceptions to this case (for example, method ...() doesn't throws be cause if it throws ...)</a:t>
            </a:r>
          </a:p>
          <a:p>
            <a:pPr algn="l"/>
            <a:r>
              <a:rPr lang="en-US" sz="1800">
                <a:sym typeface="Wingdings" pitchFamily="2" charset="2"/>
              </a:rPr>
              <a:t>– Just remember that if a method throws ..., it means that the ... must be ...</a:t>
            </a:r>
          </a:p>
          <a:p>
            <a:pPr algn="l"/>
            <a:r>
              <a:rPr lang="en-US" sz="1800" b="1">
                <a:sym typeface="Wingdings" pitchFamily="2" charset="2"/>
              </a:rPr>
              <a:t>Providing NIO.2 optional Parameters</a:t>
            </a:r>
          </a:p>
          <a:p>
            <a:pPr algn="l"/>
            <a:r>
              <a:rPr lang="en-US" sz="1800">
                <a:sym typeface="Wingdings" pitchFamily="2" charset="2"/>
              </a:rPr>
              <a:t>- Many methods in NIO.2 has varargs to ...</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9D43ED13-AC0F-E670-F008-8291D237941C}"/>
              </a:ext>
            </a:extLst>
          </p:cNvPr>
          <p:cNvPicPr>
            <a:picLocks noChangeAspect="1"/>
          </p:cNvPicPr>
          <p:nvPr/>
        </p:nvPicPr>
        <p:blipFill>
          <a:blip r:embed="rId3"/>
          <a:stretch>
            <a:fillRect/>
          </a:stretch>
        </p:blipFill>
        <p:spPr>
          <a:xfrm>
            <a:off x="2209800" y="2547335"/>
            <a:ext cx="7772400" cy="3714049"/>
          </a:xfrm>
          <a:prstGeom prst="rect">
            <a:avLst/>
          </a:prstGeom>
        </p:spPr>
      </p:pic>
      <p:sp>
        <p:nvSpPr>
          <p:cNvPr id="5" name="Rectangle 4">
            <a:extLst>
              <a:ext uri="{FF2B5EF4-FFF2-40B4-BE49-F238E27FC236}">
                <a16:creationId xmlns:a16="http://schemas.microsoft.com/office/drawing/2014/main" id="{B50E6D8C-23B0-665D-711B-B4DED61B0DAF}"/>
              </a:ext>
            </a:extLst>
          </p:cNvPr>
          <p:cNvSpPr/>
          <p:nvPr/>
        </p:nvSpPr>
        <p:spPr>
          <a:xfrm>
            <a:off x="7827264" y="3429000"/>
            <a:ext cx="1816608" cy="26082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455901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DE0AC-C85C-E0F6-4E05-2BAF58F6B2E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621D79B-CDDE-5A4E-B74D-80818F05F470}"/>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48B0A13D-427C-5F7A-CEC4-0FE80C3CEB6D}"/>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6" name="Picture 5">
            <a:extLst>
              <a:ext uri="{FF2B5EF4-FFF2-40B4-BE49-F238E27FC236}">
                <a16:creationId xmlns:a16="http://schemas.microsoft.com/office/drawing/2014/main" id="{B7F8B488-B5C1-F37F-B491-3D28F9E5A28C}"/>
              </a:ext>
            </a:extLst>
          </p:cNvPr>
          <p:cNvPicPr>
            <a:picLocks noChangeAspect="1"/>
          </p:cNvPicPr>
          <p:nvPr/>
        </p:nvPicPr>
        <p:blipFill>
          <a:blip r:embed="rId3"/>
          <a:stretch>
            <a:fillRect/>
          </a:stretch>
        </p:blipFill>
        <p:spPr>
          <a:xfrm>
            <a:off x="1877784" y="820738"/>
            <a:ext cx="7772400" cy="5513753"/>
          </a:xfrm>
          <a:prstGeom prst="rect">
            <a:avLst/>
          </a:prstGeom>
        </p:spPr>
      </p:pic>
      <p:sp>
        <p:nvSpPr>
          <p:cNvPr id="7" name="Rectangle 6">
            <a:extLst>
              <a:ext uri="{FF2B5EF4-FFF2-40B4-BE49-F238E27FC236}">
                <a16:creationId xmlns:a16="http://schemas.microsoft.com/office/drawing/2014/main" id="{C6E14CE3-CB21-4ABB-C891-B9E0951ED73A}"/>
              </a:ext>
            </a:extLst>
          </p:cNvPr>
          <p:cNvSpPr/>
          <p:nvPr/>
        </p:nvSpPr>
        <p:spPr>
          <a:xfrm>
            <a:off x="7144512" y="1865376"/>
            <a:ext cx="1877568" cy="41718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3754932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C874D-6533-A35F-7B74-0B7A0DA2A1E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7F447A4-6469-C3DC-F994-E560D9D5E2D0}"/>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10C6DEB8-5D9A-CA72-24EF-E8B4BEB83D67}"/>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Except the ...() and ...() methods, we won't discuss about the ... when introducing new ...</a:t>
            </a:r>
          </a:p>
          <a:p>
            <a:pPr algn="l"/>
            <a:r>
              <a:rPr lang="en-US" sz="1800">
                <a:sym typeface="Wingdings" pitchFamily="2" charset="2"/>
              </a:rPr>
              <a:t>(code illustration snippet 8)</a:t>
            </a:r>
          </a:p>
          <a:p>
            <a:pPr algn="l"/>
            <a:r>
              <a:rPr lang="en-US" sz="1800">
                <a:sym typeface="Wingdings" pitchFamily="2" charset="2"/>
              </a:rPr>
              <a:t>- If we don't use ... enum =&gt; if the path is the ... =&gt; ..., if the path is the ... =&gt; ...</a:t>
            </a:r>
          </a:p>
          <a:p>
            <a:pPr algn="l"/>
            <a:r>
              <a:rPr lang="en-US" sz="1800">
                <a:sym typeface="Wingdings" pitchFamily="2" charset="2"/>
              </a:rPr>
              <a:t>– If we use ... enum =&gt; it will check whether ...</a:t>
            </a:r>
          </a:p>
          <a:p>
            <a:pPr algn="l"/>
            <a:r>
              <a:rPr lang="en-US" sz="1800">
                <a:sym typeface="Wingdings" pitchFamily="2" charset="2"/>
              </a:rPr>
              <a:t>– Notice that there are some ... that implement ... =&gt; It means that some methods can be used with multiple ... (for example, the method move() accept 1 CopyOption ... =&gt; we can use multiple ...)</a:t>
            </a:r>
          </a:p>
          <a:p>
            <a:pPr algn="l"/>
            <a:r>
              <a:rPr lang="en-US" sz="1800">
                <a:sym typeface="Wingdings" pitchFamily="2" charset="2"/>
              </a:rPr>
              <a:t>(code illustration snippet 9)</a:t>
            </a:r>
          </a:p>
          <a:p>
            <a:pPr algn="l"/>
            <a:r>
              <a:rPr lang="en-US" sz="1800" b="1">
                <a:sym typeface="Wingdings" pitchFamily="2" charset="2"/>
              </a:rPr>
              <a:t>Interacting with NIO.2 Path</a:t>
            </a:r>
          </a:p>
          <a:p>
            <a:pPr algn="l"/>
            <a:r>
              <a:rPr lang="en-US" sz="1800">
                <a:sym typeface="Wingdings" pitchFamily="2" charset="2"/>
              </a:rPr>
              <a:t>- Just like String, Path is ... =&gt; the following example shows lost ... because ...</a:t>
            </a:r>
          </a:p>
          <a:p>
            <a:pPr algn="l"/>
            <a:r>
              <a:rPr lang="en-US" sz="1800">
                <a:sym typeface="Wingdings" pitchFamily="2" charset="2"/>
              </a:rPr>
              <a:t>(code illustration snippet 10)</a:t>
            </a:r>
          </a:p>
          <a:p>
            <a:pPr algn="l"/>
            <a:r>
              <a:rPr lang="en-US" sz="1800">
                <a:sym typeface="Wingdings" pitchFamily="2" charset="2"/>
              </a:rPr>
              <a:t>- Methods in the ... interface will mutate the ... in some way and return a ... =&gt; allowing to be ...</a:t>
            </a:r>
          </a:p>
          <a:p>
            <a:pPr algn="l"/>
            <a:r>
              <a:rPr lang="en-US" sz="1800">
                <a:sym typeface="Wingdings" pitchFamily="2" charset="2"/>
              </a:rPr>
              <a:t>(code illustration snippet 11)</a:t>
            </a:r>
          </a:p>
          <a:p>
            <a:pPr algn="l"/>
            <a:r>
              <a:rPr lang="en-US" sz="1800" b="1">
                <a:sym typeface="Wingdings" pitchFamily="2" charset="2"/>
              </a:rPr>
              <a:t>Viewing the Path</a:t>
            </a:r>
          </a:p>
          <a:p>
            <a:pPr algn="l"/>
            <a:r>
              <a:rPr lang="en-US" sz="1800">
                <a:sym typeface="Wingdings" pitchFamily="2" charset="2"/>
              </a:rPr>
              <a:t>- ... interface has 3 methods</a:t>
            </a:r>
          </a:p>
          <a:p>
            <a:pPr algn="l"/>
            <a:r>
              <a:rPr lang="en-US" sz="1800">
                <a:sym typeface="Wingdings" pitchFamily="2" charset="2"/>
              </a:rPr>
              <a:t>+) ... is used to return a String .... In fact, it is the only method in the ... to return a String, other will return ...</a:t>
            </a:r>
          </a:p>
          <a:p>
            <a:pPr algn="l"/>
            <a:r>
              <a:rPr lang="en-US" sz="1800">
                <a:sym typeface="Wingdings" pitchFamily="2" charset="2"/>
              </a:rPr>
              <a:t>+) ... used to return a ... 	+) ... used to return ... using index ...</a:t>
            </a:r>
          </a:p>
        </p:txBody>
      </p:sp>
    </p:spTree>
    <p:extLst>
      <p:ext uri="{BB962C8B-B14F-4D97-AF65-F5344CB8AC3E}">
        <p14:creationId xmlns:p14="http://schemas.microsoft.com/office/powerpoint/2010/main" val="2993944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D8395-8CFA-3775-7671-26CFA7AA59E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F46827D-3EE1-36F9-8B08-E7766C01265E}"/>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5E9D993A-3176-0646-7C70-DC4AA1A1A7B3}"/>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12)</a:t>
            </a:r>
          </a:p>
          <a:p>
            <a:pPr algn="l"/>
            <a:r>
              <a:rPr lang="en-US" sz="1800">
                <a:sym typeface="Wingdings" pitchFamily="2" charset="2"/>
              </a:rPr>
              <a:t>- Although using ... path, the ... directory is not ... in the list ...</a:t>
            </a:r>
          </a:p>
          <a:p>
            <a:pPr algn="l"/>
            <a:r>
              <a:rPr lang="en-US" sz="1800">
                <a:sym typeface="Wingdings" pitchFamily="2" charset="2"/>
              </a:rPr>
              <a:t>(code illustration snippet 13)</a:t>
            </a:r>
          </a:p>
          <a:p>
            <a:pPr algn="l"/>
            <a:r>
              <a:rPr lang="en-US" sz="1800">
                <a:sym typeface="Wingdings" pitchFamily="2" charset="2"/>
              </a:rPr>
              <a:t>- The output of ... depends ...</a:t>
            </a:r>
          </a:p>
          <a:p>
            <a:pPr algn="l"/>
            <a:r>
              <a:rPr lang="en-US" sz="1800" b="1">
                <a:sym typeface="Wingdings" pitchFamily="2" charset="2"/>
              </a:rPr>
              <a:t>Creating Part of the Path</a:t>
            </a:r>
          </a:p>
          <a:p>
            <a:pPr algn="l"/>
            <a:r>
              <a:rPr lang="en-US" sz="1800">
                <a:sym typeface="Wingdings" pitchFamily="2" charset="2"/>
              </a:rPr>
              <a:t>- The ... interface also include a method ... used to create a part of .... It has 2 parameters, 1 is ... and 1 is ... (sounds like ...)</a:t>
            </a:r>
          </a:p>
          <a:p>
            <a:pPr algn="l"/>
            <a:r>
              <a:rPr lang="en-US" sz="1800">
                <a:sym typeface="Wingdings" pitchFamily="2" charset="2"/>
              </a:rPr>
              <a:t>(code illustration snippet 14)</a:t>
            </a:r>
          </a:p>
          <a:p>
            <a:pPr algn="l"/>
            <a:r>
              <a:rPr lang="en-US" sz="1800">
                <a:sym typeface="Wingdings" pitchFamily="2" charset="2"/>
              </a:rPr>
              <a:t>- If we have invalid (even if ... same) ... =&gt; ...</a:t>
            </a:r>
          </a:p>
          <a:p>
            <a:pPr algn="l"/>
            <a:r>
              <a:rPr lang="en-US" sz="1800">
                <a:sym typeface="Wingdings" pitchFamily="2" charset="2"/>
              </a:rPr>
              <a:t>(code illustration snippet 15)</a:t>
            </a:r>
          </a:p>
          <a:p>
            <a:pPr algn="l"/>
            <a:r>
              <a:rPr lang="en-US" sz="1800" b="1">
                <a:sym typeface="Wingdings" pitchFamily="2" charset="2"/>
              </a:rPr>
              <a:t>Accessing Path elements</a:t>
            </a:r>
          </a:p>
          <a:p>
            <a:pPr algn="l"/>
            <a:r>
              <a:rPr lang="en-US" sz="1800">
                <a:sym typeface="Wingdings" pitchFamily="2" charset="2"/>
              </a:rPr>
              <a:t>- ... interface includes a lot of method to get ... part of the ... and return a ...</a:t>
            </a:r>
          </a:p>
          <a:p>
            <a:pPr algn="l"/>
            <a:r>
              <a:rPr lang="en-US" sz="1800">
                <a:sym typeface="Wingdings" pitchFamily="2" charset="2"/>
              </a:rPr>
              <a:t>getFileName()</a:t>
            </a:r>
          </a:p>
          <a:p>
            <a:pPr algn="l"/>
            <a:r>
              <a:rPr lang="en-US" sz="1800">
                <a:sym typeface="Wingdings" pitchFamily="2" charset="2"/>
              </a:rPr>
              <a:t>getParent() will return the full ... (null if ... highest or ...)</a:t>
            </a:r>
          </a:p>
          <a:p>
            <a:pPr algn="l"/>
            <a:r>
              <a:rPr lang="en-US" sz="1800">
                <a:sym typeface="Wingdings" pitchFamily="2" charset="2"/>
              </a:rPr>
              <a:t>getRoot()</a:t>
            </a:r>
          </a:p>
          <a:p>
            <a:pPr algn="l"/>
            <a:r>
              <a:rPr lang="en-US" sz="1800">
                <a:sym typeface="Wingdings" pitchFamily="2" charset="2"/>
              </a:rPr>
              <a:t>(code illustration snippet 15)</a:t>
            </a:r>
          </a:p>
          <a:p>
            <a:pPr algn="l"/>
            <a:r>
              <a:rPr lang="en-US" sz="1800">
                <a:sym typeface="Wingdings" pitchFamily="2" charset="2"/>
              </a:rPr>
              <a:t>- We can see that the first and third examples passed in a ... and the method didnt ... further away ...</a:t>
            </a:r>
          </a:p>
        </p:txBody>
      </p:sp>
    </p:spTree>
    <p:extLst>
      <p:ext uri="{BB962C8B-B14F-4D97-AF65-F5344CB8AC3E}">
        <p14:creationId xmlns:p14="http://schemas.microsoft.com/office/powerpoint/2010/main" val="1208848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F88FD-9354-451E-970F-1E24CC4BA3D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2282607-A4C8-ADA7-FBC8-25EC25B5245B}"/>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47964531-2A06-3B92-C830-C14E4822E617}"/>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We can see that this method didnt handle ... and consider it as a part .... While most of the methods in ... will consider ..., some of the method we ... will clean ...</a:t>
            </a:r>
          </a:p>
          <a:p>
            <a:pPr algn="l"/>
            <a:r>
              <a:rPr lang="en-US" sz="1800" b="1">
                <a:sym typeface="Wingdings" pitchFamily="2" charset="2"/>
              </a:rPr>
              <a:t>Resolving Path</a:t>
            </a:r>
          </a:p>
          <a:p>
            <a:pPr algn="l"/>
            <a:r>
              <a:rPr lang="en-US" sz="1800">
                <a:sym typeface="Wingdings" pitchFamily="2" charset="2"/>
              </a:rPr>
              <a:t>- Assume that we want to concatenate ... just like how we do it with ... We have the method ..., the overloaded version allows us to ... or ... </a:t>
            </a:r>
          </a:p>
          <a:p>
            <a:pPr algn="l"/>
            <a:r>
              <a:rPr lang="en-US" sz="1800">
                <a:sym typeface="Wingdings" pitchFamily="2" charset="2"/>
              </a:rPr>
              <a:t>- Objects that invokes ... will merge with ... </a:t>
            </a:r>
          </a:p>
          <a:p>
            <a:pPr algn="l"/>
            <a:r>
              <a:rPr lang="en-US" sz="1800">
                <a:sym typeface="Wingdings" pitchFamily="2" charset="2"/>
              </a:rPr>
              <a:t>(code illustration snippet 17)</a:t>
            </a:r>
          </a:p>
          <a:p>
            <a:pPr algn="l"/>
            <a:r>
              <a:rPr lang="en-US" sz="1800">
                <a:sym typeface="Wingdings" pitchFamily="2" charset="2"/>
              </a:rPr>
              <a:t>- What if the argument is a ...</a:t>
            </a:r>
          </a:p>
          <a:p>
            <a:pPr algn="l"/>
            <a:r>
              <a:rPr lang="en-US" sz="1800">
                <a:sym typeface="Wingdings" pitchFamily="2" charset="2"/>
              </a:rPr>
              <a:t>(code illustration snippet 18)</a:t>
            </a:r>
          </a:p>
          <a:p>
            <a:pPr algn="l"/>
            <a:r>
              <a:rPr lang="en-US" sz="1800">
                <a:sym typeface="Wingdings" pitchFamily="2" charset="2"/>
              </a:rPr>
              <a:t>- It is very simple, if both ... are ... path =&gt; only ... is returned because ... can't ...</a:t>
            </a:r>
          </a:p>
          <a:p>
            <a:pPr algn="l"/>
            <a:r>
              <a:rPr lang="en-US" sz="1800">
                <a:sym typeface="Wingdings" pitchFamily="2" charset="2"/>
              </a:rPr>
              <a:t>– On the exam, just think ... is like String ... (although this method serves for a better purpose)</a:t>
            </a:r>
          </a:p>
          <a:p>
            <a:pPr algn="l"/>
            <a:r>
              <a:rPr lang="en-US" sz="1800" b="1">
                <a:sym typeface="Wingdings" pitchFamily="2" charset="2"/>
              </a:rPr>
              <a:t>Relativizing a Path</a:t>
            </a:r>
          </a:p>
          <a:p>
            <a:pPr algn="l"/>
            <a:r>
              <a:rPr lang="en-US" sz="1800">
                <a:sym typeface="Wingdings" pitchFamily="2" charset="2"/>
              </a:rPr>
              <a:t>- Path interface also include a method called ... to build a ... from a path to other path ... (it will use path ...)</a:t>
            </a:r>
          </a:p>
          <a:p>
            <a:pPr algn="l"/>
            <a:r>
              <a:rPr lang="en-US" sz="1800">
                <a:sym typeface="Wingdings" pitchFamily="2" charset="2"/>
              </a:rPr>
              <a:t>(code illustration snippet 19)</a:t>
            </a:r>
          </a:p>
        </p:txBody>
      </p:sp>
    </p:spTree>
    <p:extLst>
      <p:ext uri="{BB962C8B-B14F-4D97-AF65-F5344CB8AC3E}">
        <p14:creationId xmlns:p14="http://schemas.microsoft.com/office/powerpoint/2010/main" val="4035622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3D24D-16A9-D687-10BE-FA1D0DB7D9C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050ACF6-0E16-A267-33DC-EF8EBE738D9E}"/>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91239AB6-532C-8105-10EB-C5CFA0904A24}"/>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This is the idea, if we have a path in ... system and we have another ..., how much step do we need to ... (for example, from fish.txt to friendly.txt, we need ... steps to ...) (I found this way quite stupid and the most formal way to describe this method is that it will create a ... so that when A.resolve(..) = ... where A,..,... is ...)</a:t>
            </a:r>
          </a:p>
          <a:p>
            <a:pPr algn="l"/>
            <a:r>
              <a:rPr lang="en-US" sz="1800">
                <a:sym typeface="Wingdings" pitchFamily="2" charset="2"/>
              </a:rPr>
              <a:t>- If both paths are ..., then ... will consider both ... are in the same ...</a:t>
            </a:r>
          </a:p>
          <a:p>
            <a:pPr algn="l"/>
            <a:r>
              <a:rPr lang="en-US" sz="1800">
                <a:sym typeface="Wingdings" pitchFamily="2" charset="2"/>
              </a:rPr>
              <a:t>(code illustration snippet 20)</a:t>
            </a:r>
          </a:p>
          <a:p>
            <a:pPr algn="l"/>
            <a:r>
              <a:rPr lang="en-US" sz="1800">
                <a:sym typeface="Wingdings" pitchFamily="2" charset="2"/>
              </a:rPr>
              <a:t>- The ... method requires that both ... must be ... or ... or else ... </a:t>
            </a:r>
          </a:p>
          <a:p>
            <a:pPr algn="l"/>
            <a:r>
              <a:rPr lang="en-US" sz="1800">
                <a:sym typeface="Wingdings" pitchFamily="2" charset="2"/>
              </a:rPr>
              <a:t>(code illustration snippet 21)</a:t>
            </a:r>
          </a:p>
          <a:p>
            <a:pPr algn="l"/>
            <a:r>
              <a:rPr lang="en-US" sz="1800">
                <a:sym typeface="Wingdings" pitchFamily="2" charset="2"/>
              </a:rPr>
              <a:t>- If we are using Windows, then another requirement is ...</a:t>
            </a:r>
          </a:p>
          <a:p>
            <a:pPr algn="l"/>
            <a:r>
              <a:rPr lang="en-US" sz="1800">
                <a:sym typeface="Wingdings" pitchFamily="2" charset="2"/>
              </a:rPr>
              <a:t>(code illustration snippet 22)</a:t>
            </a:r>
          </a:p>
          <a:p>
            <a:pPr algn="l"/>
            <a:r>
              <a:rPr lang="en-US" sz="1800" b="1">
                <a:sym typeface="Wingdings" pitchFamily="2" charset="2"/>
              </a:rPr>
              <a:t>Normalizing a Path</a:t>
            </a:r>
          </a:p>
          <a:p>
            <a:pPr algn="l"/>
            <a:r>
              <a:rPr lang="en-US" sz="1800">
                <a:sym typeface="Wingdings" pitchFamily="2" charset="2"/>
              </a:rPr>
              <a:t>- Up until now, we have many examples that have redundant .... Luckily, Java provides a method called ... to remove the ... According to its official definition, any occurence of ... will be .... Moreover, any occurence of ... followed by a non ... will also be considered as ... =&gt; this method will ... until it can't ...</a:t>
            </a:r>
          </a:p>
          <a:p>
            <a:pPr algn="l"/>
            <a:r>
              <a:rPr lang="en-US" sz="1800">
                <a:sym typeface="Wingdings" pitchFamily="2" charset="2"/>
              </a:rPr>
              <a:t>– This method also warns the user that the final ... might lead to another ...</a:t>
            </a:r>
          </a:p>
          <a:p>
            <a:pPr algn="l"/>
            <a:r>
              <a:rPr lang="en-US" sz="1800">
                <a:sym typeface="Wingdings" pitchFamily="2" charset="2"/>
              </a:rPr>
              <a:t>(code illustration snippet 23)</a:t>
            </a:r>
          </a:p>
          <a:p>
            <a:pPr algn="l"/>
            <a:r>
              <a:rPr lang="en-US" sz="1800">
                <a:sym typeface="Wingdings" pitchFamily="2" charset="2"/>
              </a:rPr>
              <a:t>- However, ... will only remove ... not all</a:t>
            </a:r>
          </a:p>
          <a:p>
            <a:pPr algn="l"/>
            <a:r>
              <a:rPr lang="en-US" sz="1800">
                <a:sym typeface="Wingdings" pitchFamily="2" charset="2"/>
              </a:rPr>
              <a:t>– ... also help us in comparing ... (code illustration snippet 24)</a:t>
            </a:r>
          </a:p>
        </p:txBody>
      </p:sp>
    </p:spTree>
    <p:extLst>
      <p:ext uri="{BB962C8B-B14F-4D97-AF65-F5344CB8AC3E}">
        <p14:creationId xmlns:p14="http://schemas.microsoft.com/office/powerpoint/2010/main" val="1426204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8449D-EFF0-0346-3D7A-B83735F7FFD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D10D318-705C-2DD6-5684-3F6FB9083A9F}"/>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9E4B44C4-DC75-3524-4489-AA6193AF8A3E}"/>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Retrieving the real File System Path</a:t>
            </a:r>
          </a:p>
          <a:p>
            <a:pPr algn="l"/>
            <a:r>
              <a:rPr lang="en-US" sz="1800">
                <a:sym typeface="Wingdings" pitchFamily="2" charset="2"/>
              </a:rPr>
              <a:t>- When working with ... in theory, it might looks useful. However, we might actually want to confirm whether the ... is exist or not ... in the ... system</a:t>
            </a:r>
          </a:p>
          <a:p>
            <a:pPr algn="l"/>
            <a:r>
              <a:rPr lang="en-US" sz="1800">
                <a:sym typeface="Wingdings" pitchFamily="2" charset="2"/>
              </a:rPr>
              <a:t>– If we want to do this, we need to use ... </a:t>
            </a:r>
          </a:p>
          <a:p>
            <a:pPr algn="l"/>
            <a:r>
              <a:rPr lang="en-US" sz="1800">
                <a:sym typeface="Wingdings" pitchFamily="2" charset="2"/>
              </a:rPr>
              <a:t>- This method is a combination of ... and ... </a:t>
            </a:r>
          </a:p>
          <a:p>
            <a:pPr algn="l"/>
            <a:r>
              <a:rPr lang="en-US" sz="1800">
                <a:sym typeface="Wingdings" pitchFamily="2" charset="2"/>
              </a:rPr>
              <a:t>- But unlike the ... it will throw ... if ... and also resolve ... if the argument is a ...</a:t>
            </a:r>
          </a:p>
          <a:p>
            <a:pPr algn="l"/>
            <a:r>
              <a:rPr lang="en-US" sz="1800">
                <a:sym typeface="Wingdings" pitchFamily="2" charset="2"/>
              </a:rPr>
              <a:t>(code illustration snippet 25)</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BF9DF909-CDAE-6BAE-28D3-7B1FB9C73C03}"/>
              </a:ext>
            </a:extLst>
          </p:cNvPr>
          <p:cNvPicPr>
            <a:picLocks noChangeAspect="1"/>
          </p:cNvPicPr>
          <p:nvPr/>
        </p:nvPicPr>
        <p:blipFill>
          <a:blip r:embed="rId3"/>
          <a:stretch>
            <a:fillRect/>
          </a:stretch>
        </p:blipFill>
        <p:spPr>
          <a:xfrm>
            <a:off x="2781300" y="3540506"/>
            <a:ext cx="6629400" cy="1435100"/>
          </a:xfrm>
          <a:prstGeom prst="rect">
            <a:avLst/>
          </a:prstGeom>
        </p:spPr>
      </p:pic>
    </p:spTree>
    <p:extLst>
      <p:ext uri="{BB962C8B-B14F-4D97-AF65-F5344CB8AC3E}">
        <p14:creationId xmlns:p14="http://schemas.microsoft.com/office/powerpoint/2010/main" val="3571435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2A117-65BE-BCCA-0584-86F5D42F780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2E31E2D-D6CB-6242-0B32-F39D8366A3AC}"/>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A0EC2E30-3FDE-946F-6013-E8024292AA02}"/>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Reviewing NIO.2 Path APIs</a:t>
            </a:r>
          </a:p>
          <a:p>
            <a:pPr algn="l"/>
            <a:endParaRPr lang="en-US" sz="1800" b="1">
              <a:sym typeface="Wingdings" pitchFamily="2" charset="2"/>
            </a:endParaRPr>
          </a:p>
        </p:txBody>
      </p:sp>
      <p:pic>
        <p:nvPicPr>
          <p:cNvPr id="5" name="Picture 4">
            <a:extLst>
              <a:ext uri="{FF2B5EF4-FFF2-40B4-BE49-F238E27FC236}">
                <a16:creationId xmlns:a16="http://schemas.microsoft.com/office/drawing/2014/main" id="{4484A0DC-B76D-8E8D-07C5-F86269ED6F18}"/>
              </a:ext>
            </a:extLst>
          </p:cNvPr>
          <p:cNvPicPr>
            <a:picLocks noChangeAspect="1"/>
          </p:cNvPicPr>
          <p:nvPr/>
        </p:nvPicPr>
        <p:blipFill>
          <a:blip r:embed="rId3"/>
          <a:stretch>
            <a:fillRect/>
          </a:stretch>
        </p:blipFill>
        <p:spPr>
          <a:xfrm>
            <a:off x="3087624" y="520700"/>
            <a:ext cx="7772400" cy="6359236"/>
          </a:xfrm>
          <a:prstGeom prst="rect">
            <a:avLst/>
          </a:prstGeom>
        </p:spPr>
      </p:pic>
      <p:sp>
        <p:nvSpPr>
          <p:cNvPr id="6" name="Rectangle 5">
            <a:extLst>
              <a:ext uri="{FF2B5EF4-FFF2-40B4-BE49-F238E27FC236}">
                <a16:creationId xmlns:a16="http://schemas.microsoft.com/office/drawing/2014/main" id="{2B96DF48-289F-EAAC-7957-5A8EB0257481}"/>
              </a:ext>
            </a:extLst>
          </p:cNvPr>
          <p:cNvSpPr/>
          <p:nvPr/>
        </p:nvSpPr>
        <p:spPr>
          <a:xfrm>
            <a:off x="3194304" y="1499616"/>
            <a:ext cx="3206496" cy="50231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4192395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00CB1-186C-5286-817A-11916D016E8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C493F41-4A43-62BF-8167-8AEA52B78293}"/>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E49C3110-BEE0-059D-C857-E3AE66A69F2A}"/>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Creating, Moving, and Deleting Files and Directories</a:t>
            </a:r>
          </a:p>
          <a:p>
            <a:pPr algn="l"/>
            <a:r>
              <a:rPr lang="en-US" sz="1800" b="1">
                <a:sym typeface="Wingdings" pitchFamily="2" charset="2"/>
              </a:rPr>
              <a:t>Making Directories</a:t>
            </a:r>
          </a:p>
          <a:p>
            <a:pPr algn="l"/>
            <a:r>
              <a:rPr lang="en-US" sz="1800">
                <a:sym typeface="Wingdings" pitchFamily="2" charset="2"/>
              </a:rPr>
              <a:t>- To ..., we use the following ... from the ... class</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34323D1C-1F65-43BF-BBA0-4E790919EED8}"/>
              </a:ext>
            </a:extLst>
          </p:cNvPr>
          <p:cNvPicPr>
            <a:picLocks noChangeAspect="1"/>
          </p:cNvPicPr>
          <p:nvPr/>
        </p:nvPicPr>
        <p:blipFill>
          <a:blip r:embed="rId3"/>
          <a:stretch>
            <a:fillRect/>
          </a:stretch>
        </p:blipFill>
        <p:spPr>
          <a:xfrm>
            <a:off x="3530600" y="2364994"/>
            <a:ext cx="5130800" cy="1689100"/>
          </a:xfrm>
          <a:prstGeom prst="rect">
            <a:avLst/>
          </a:prstGeom>
        </p:spPr>
      </p:pic>
    </p:spTree>
    <p:extLst>
      <p:ext uri="{BB962C8B-B14F-4D97-AF65-F5344CB8AC3E}">
        <p14:creationId xmlns:p14="http://schemas.microsoft.com/office/powerpoint/2010/main" val="1390158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BFABB-F512-1DDE-BF4E-EBB074E101B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19296C8-32F1-16ED-6506-36D37708098C}"/>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9B8EAEC1-ACF6-3BC9-2B79-C7FAE3A692BA}"/>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The method ... will create ... and throws ... if ... or ... that contain doesn't ...</a:t>
            </a:r>
          </a:p>
          <a:p>
            <a:pPr algn="l"/>
            <a:r>
              <a:rPr lang="en-US" sz="1800">
                <a:sym typeface="Wingdings" pitchFamily="2" charset="2"/>
              </a:rPr>
              <a:t>– The method ... will create ... along with ... if they aren't ... (if all ... then the method will ...)</a:t>
            </a:r>
          </a:p>
          <a:p>
            <a:pPr algn="l"/>
            <a:r>
              <a:rPr lang="en-US" sz="1800">
                <a:sym typeface="Wingdings" pitchFamily="2" charset="2"/>
              </a:rPr>
              <a:t>- The method ... will useful when we need to make sure a ... is ... and ... if it is not ...</a:t>
            </a:r>
          </a:p>
          <a:p>
            <a:pPr algn="l"/>
            <a:r>
              <a:rPr lang="en-US" sz="1800">
                <a:sym typeface="Wingdings" pitchFamily="2" charset="2"/>
              </a:rPr>
              <a:t>- Both method recieve a FileAttribute&lt;?&gt; to ...</a:t>
            </a:r>
          </a:p>
          <a:p>
            <a:pPr algn="l"/>
            <a:r>
              <a:rPr lang="en-US" sz="1800">
                <a:sym typeface="Wingdings" pitchFamily="2" charset="2"/>
              </a:rPr>
              <a:t>(code illustration snippet 26)</a:t>
            </a:r>
          </a:p>
          <a:p>
            <a:pPr algn="l"/>
            <a:r>
              <a:rPr lang="en-US" sz="1800" b="1">
                <a:sym typeface="Wingdings" pitchFamily="2" charset="2"/>
              </a:rPr>
              <a:t>Copying Files</a:t>
            </a:r>
          </a:p>
          <a:p>
            <a:pPr algn="l"/>
            <a:r>
              <a:rPr lang="en-US" sz="1800">
                <a:sym typeface="Wingdings" pitchFamily="2" charset="2"/>
              </a:rPr>
              <a:t>- The ... class also includes a ... to copy .../... from ... to ... (note: the copy path must be ...)</a:t>
            </a:r>
          </a:p>
          <a:p>
            <a:pPr algn="l"/>
            <a:endParaRPr lang="en-US" sz="1800">
              <a:sym typeface="Wingdings" pitchFamily="2" charset="2"/>
            </a:endParaRPr>
          </a:p>
        </p:txBody>
      </p:sp>
      <p:pic>
        <p:nvPicPr>
          <p:cNvPr id="5" name="Picture 4">
            <a:extLst>
              <a:ext uri="{FF2B5EF4-FFF2-40B4-BE49-F238E27FC236}">
                <a16:creationId xmlns:a16="http://schemas.microsoft.com/office/drawing/2014/main" id="{6C0E7644-489C-4E32-7BE2-87C63FBEB803}"/>
              </a:ext>
            </a:extLst>
          </p:cNvPr>
          <p:cNvPicPr>
            <a:picLocks noChangeAspect="1"/>
          </p:cNvPicPr>
          <p:nvPr/>
        </p:nvPicPr>
        <p:blipFill>
          <a:blip r:embed="rId3"/>
          <a:stretch>
            <a:fillRect/>
          </a:stretch>
        </p:blipFill>
        <p:spPr>
          <a:xfrm>
            <a:off x="3403600" y="3502819"/>
            <a:ext cx="5384800" cy="673100"/>
          </a:xfrm>
          <a:prstGeom prst="rect">
            <a:avLst/>
          </a:prstGeom>
        </p:spPr>
      </p:pic>
    </p:spTree>
    <p:extLst>
      <p:ext uri="{BB962C8B-B14F-4D97-AF65-F5344CB8AC3E}">
        <p14:creationId xmlns:p14="http://schemas.microsoft.com/office/powerpoint/2010/main" val="3197557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73BE8-FC2E-9AE5-B524-1224361DE34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D6617B2-8421-0DC5-E232-ECB6EAF3D229}"/>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591B2C1B-8D39-4443-B8F7-AAD36CADCA95}"/>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27)</a:t>
            </a:r>
          </a:p>
          <a:p>
            <a:pPr algn="l"/>
            <a:r>
              <a:rPr lang="en-US" sz="1800">
                <a:sym typeface="Wingdings" pitchFamily="2" charset="2"/>
              </a:rPr>
              <a:t>- When directory is copied, this copy is ... (it means ...)</a:t>
            </a:r>
          </a:p>
          <a:p>
            <a:pPr algn="l"/>
            <a:r>
              <a:rPr lang="en-US" sz="1800">
                <a:sym typeface="Wingdings" pitchFamily="2" charset="2"/>
              </a:rPr>
              <a:t>- A ... copy means all ... (it means ...). ... copy requires ...</a:t>
            </a:r>
          </a:p>
          <a:p>
            <a:pPr algn="l"/>
            <a:r>
              <a:rPr lang="en-US" sz="1800">
                <a:sym typeface="Wingdings" pitchFamily="2" charset="2"/>
              </a:rPr>
              <a:t>(code illustration snippet 28)</a:t>
            </a:r>
          </a:p>
          <a:p>
            <a:pPr algn="l"/>
            <a:r>
              <a:rPr lang="en-US" sz="1800" b="1">
                <a:sym typeface="Wingdings" pitchFamily="2" charset="2"/>
              </a:rPr>
              <a:t>Copying and replacing files</a:t>
            </a:r>
          </a:p>
          <a:p>
            <a:pPr algn="l"/>
            <a:r>
              <a:rPr lang="en-US" sz="1800">
                <a:sym typeface="Wingdings" pitchFamily="2" charset="2"/>
              </a:rPr>
              <a:t>- By default, if ... existed then the method ... will ..., but we can this behavior by ... StandardCopyOption ... </a:t>
            </a:r>
          </a:p>
          <a:p>
            <a:pPr algn="l"/>
            <a:r>
              <a:rPr lang="en-US" sz="1800">
                <a:sym typeface="Wingdings" pitchFamily="2" charset="2"/>
              </a:rPr>
              <a:t>- This option will ... </a:t>
            </a:r>
          </a:p>
          <a:p>
            <a:pPr algn="l"/>
            <a:r>
              <a:rPr lang="en-US" sz="1800">
                <a:sym typeface="Wingdings" pitchFamily="2" charset="2"/>
              </a:rPr>
              <a:t>(code illustration snippet 29)</a:t>
            </a:r>
          </a:p>
          <a:p>
            <a:pPr algn="l"/>
            <a:r>
              <a:rPr lang="en-US" sz="1800" b="1">
                <a:sym typeface="Wingdings" pitchFamily="2" charset="2"/>
              </a:rPr>
              <a:t>Copying Files with IO Streams</a:t>
            </a:r>
          </a:p>
          <a:p>
            <a:pPr algn="l"/>
            <a:r>
              <a:rPr lang="en-US" sz="1800">
                <a:sym typeface="Wingdings" pitchFamily="2" charset="2"/>
              </a:rPr>
              <a:t>- The ... class has 2 methods ... working based on ...</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CECF22F2-769C-361B-47CA-CC3F81613685}"/>
              </a:ext>
            </a:extLst>
          </p:cNvPr>
          <p:cNvPicPr>
            <a:picLocks noChangeAspect="1"/>
          </p:cNvPicPr>
          <p:nvPr/>
        </p:nvPicPr>
        <p:blipFill>
          <a:blip r:embed="rId3"/>
          <a:stretch>
            <a:fillRect/>
          </a:stretch>
        </p:blipFill>
        <p:spPr>
          <a:xfrm>
            <a:off x="3117850" y="4697158"/>
            <a:ext cx="5956300" cy="1498600"/>
          </a:xfrm>
          <a:prstGeom prst="rect">
            <a:avLst/>
          </a:prstGeom>
        </p:spPr>
      </p:pic>
    </p:spTree>
    <p:extLst>
      <p:ext uri="{BB962C8B-B14F-4D97-AF65-F5344CB8AC3E}">
        <p14:creationId xmlns:p14="http://schemas.microsoft.com/office/powerpoint/2010/main" val="149882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C16EC-7AC3-414A-CCA2-9070C81549B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80ACF0E-FA2B-2185-CF00-D06B76841C40}"/>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734AE6C6-53A2-0B1E-DEC0-01741F5BBC5E}"/>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The first method will ... </a:t>
            </a:r>
          </a:p>
          <a:p>
            <a:pPr algn="l"/>
            <a:r>
              <a:rPr lang="en-US" sz="1800">
                <a:sym typeface="Wingdings" pitchFamily="2" charset="2"/>
              </a:rPr>
              <a:t>– The second method will ...</a:t>
            </a:r>
          </a:p>
          <a:p>
            <a:pPr algn="l"/>
            <a:r>
              <a:rPr lang="en-US" sz="1800">
                <a:sym typeface="Wingdings" pitchFamily="2" charset="2"/>
              </a:rPr>
              <a:t>(code illustration snippet 30)</a:t>
            </a:r>
          </a:p>
          <a:p>
            <a:pPr algn="l"/>
            <a:r>
              <a:rPr lang="en-US" sz="1800">
                <a:sym typeface="Wingdings" pitchFamily="2" charset="2"/>
              </a:rPr>
              <a:t>- Although we use a FileInputStream in the previous example, it could be any ... valid ... including Web .., in-memory ...</a:t>
            </a:r>
          </a:p>
          <a:p>
            <a:pPr algn="l"/>
            <a:r>
              <a:rPr lang="en-US" sz="1800" b="1">
                <a:sym typeface="Wingdings" pitchFamily="2" charset="2"/>
              </a:rPr>
              <a:t>Copying Files into a Directory</a:t>
            </a:r>
          </a:p>
          <a:p>
            <a:pPr algn="l"/>
            <a:r>
              <a:rPr lang="en-US" sz="1800">
                <a:sym typeface="Wingdings" pitchFamily="2" charset="2"/>
              </a:rPr>
              <a:t>- For the exam, we must understand that the ... method works on both ... and .... If we have a file called food.txt and a directory called /enclosure, then what happen if we run the code ? </a:t>
            </a:r>
          </a:p>
          <a:p>
            <a:pPr algn="l"/>
            <a:r>
              <a:rPr lang="en-US" sz="1800">
                <a:sym typeface="Wingdings" pitchFamily="2" charset="2"/>
              </a:rPr>
              <a:t>(code illustration snippet 31)</a:t>
            </a:r>
          </a:p>
          <a:p>
            <a:pPr algn="l"/>
            <a:r>
              <a:rPr lang="en-US" sz="1800">
                <a:sym typeface="Wingdings" pitchFamily="2" charset="2"/>
              </a:rPr>
              <a:t>- This code won't ... into the ... it will instead throw ... because the ... exist</a:t>
            </a:r>
          </a:p>
          <a:p>
            <a:pPr algn="l"/>
            <a:r>
              <a:rPr lang="en-US" sz="1800">
                <a:sym typeface="Wingdings" pitchFamily="2" charset="2"/>
              </a:rPr>
              <a:t>– On the other hand, if the ... not exist =&gt; it will ...</a:t>
            </a:r>
          </a:p>
          <a:p>
            <a:pPr algn="l"/>
            <a:r>
              <a:rPr lang="en-US" sz="1800">
                <a:sym typeface="Wingdings" pitchFamily="2" charset="2"/>
              </a:rPr>
              <a:t>- This is the correct way </a:t>
            </a:r>
          </a:p>
          <a:p>
            <a:pPr algn="l"/>
            <a:r>
              <a:rPr lang="en-US" sz="1800">
                <a:sym typeface="Wingdings" pitchFamily="2" charset="2"/>
              </a:rPr>
              <a:t>(code illustration snippet 32)</a:t>
            </a:r>
          </a:p>
          <a:p>
            <a:pPr algn="l"/>
            <a:r>
              <a:rPr lang="en-US" sz="1800" b="1">
                <a:sym typeface="Wingdings" pitchFamily="2" charset="2"/>
              </a:rPr>
              <a:t>Moving or Renaming Paths with move()</a:t>
            </a:r>
          </a:p>
          <a:p>
            <a:pPr algn="l"/>
            <a:r>
              <a:rPr lang="en-US" sz="1800">
                <a:sym typeface="Wingdings" pitchFamily="2" charset="2"/>
              </a:rPr>
              <a:t>- ... class also provide a method used to .../... .../...</a:t>
            </a:r>
          </a:p>
        </p:txBody>
      </p:sp>
      <p:pic>
        <p:nvPicPr>
          <p:cNvPr id="5" name="Picture 4">
            <a:extLst>
              <a:ext uri="{FF2B5EF4-FFF2-40B4-BE49-F238E27FC236}">
                <a16:creationId xmlns:a16="http://schemas.microsoft.com/office/drawing/2014/main" id="{F8DD1D20-9EE2-E5B7-FCFB-8BC7489D3703}"/>
              </a:ext>
            </a:extLst>
          </p:cNvPr>
          <p:cNvPicPr>
            <a:picLocks noChangeAspect="1"/>
          </p:cNvPicPr>
          <p:nvPr/>
        </p:nvPicPr>
        <p:blipFill>
          <a:blip r:embed="rId3"/>
          <a:stretch>
            <a:fillRect/>
          </a:stretch>
        </p:blipFill>
        <p:spPr>
          <a:xfrm>
            <a:off x="3008084" y="6037262"/>
            <a:ext cx="5511800" cy="622300"/>
          </a:xfrm>
          <a:prstGeom prst="rect">
            <a:avLst/>
          </a:prstGeom>
        </p:spPr>
      </p:pic>
    </p:spTree>
    <p:extLst>
      <p:ext uri="{BB962C8B-B14F-4D97-AF65-F5344CB8AC3E}">
        <p14:creationId xmlns:p14="http://schemas.microsoft.com/office/powerpoint/2010/main" val="3057298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98A4E-5559-88E3-6182-142397764BD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8E522FC-3495-E5D8-06D3-94E3E5D37D1B}"/>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3D30E418-DFFD-78DC-7CAC-71B7ACE19A66}"/>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If both of the ... are ... =&gt; ...</a:t>
            </a:r>
          </a:p>
          <a:p>
            <a:pPr algn="l"/>
            <a:r>
              <a:rPr lang="en-US" sz="1800">
                <a:sym typeface="Wingdings" pitchFamily="2" charset="2"/>
              </a:rPr>
              <a:t>(code illustration snippet 33)</a:t>
            </a:r>
          </a:p>
          <a:p>
            <a:pPr algn="l"/>
            <a:r>
              <a:rPr lang="en-US" sz="1800" b="1">
                <a:sym typeface="Wingdings" pitchFamily="2" charset="2"/>
              </a:rPr>
              <a:t>Similarities between move() and copy()</a:t>
            </a:r>
          </a:p>
          <a:p>
            <a:pPr algn="l"/>
            <a:r>
              <a:rPr lang="en-US" sz="1800">
                <a:sym typeface="Wingdings" pitchFamily="2" charset="2"/>
              </a:rPr>
              <a:t>- Just like ..., ... must have ... option if the ... already exist to over ... And just like ..., ... also won't if the target is a ... and the argument is a file</a:t>
            </a:r>
          </a:p>
          <a:p>
            <a:pPr algn="l"/>
            <a:r>
              <a:rPr lang="en-US" sz="1800" b="1">
                <a:sym typeface="Wingdings" pitchFamily="2" charset="2"/>
              </a:rPr>
              <a:t>Performing an Atomic Move</a:t>
            </a:r>
          </a:p>
          <a:p>
            <a:pPr algn="l"/>
            <a:r>
              <a:rPr lang="en-US" sz="1800">
                <a:sym typeface="Wingdings" pitchFamily="2" charset="2"/>
              </a:rPr>
              <a:t>- Another enum we must know is ... which is from the ... enum</a:t>
            </a:r>
          </a:p>
          <a:p>
            <a:pPr algn="l"/>
            <a:r>
              <a:rPr lang="en-US" sz="1800">
                <a:sym typeface="Wingdings" pitchFamily="2" charset="2"/>
              </a:rPr>
              <a:t>(code illustration snippet 34)</a:t>
            </a:r>
          </a:p>
          <a:p>
            <a:pPr algn="l"/>
            <a:r>
              <a:rPr lang="en-US" sz="1800">
                <a:sym typeface="Wingdings" pitchFamily="2" charset="2"/>
              </a:rPr>
              <a:t>- Atomic here means ... from Chapter 13. Atomic here means the move ... is considered as a single ... by other threads they don't look that this as a partially ... </a:t>
            </a:r>
          </a:p>
          <a:p>
            <a:pPr algn="l"/>
            <a:r>
              <a:rPr lang="en-US" sz="1800">
                <a:sym typeface="Wingdings" pitchFamily="2" charset="2"/>
              </a:rPr>
              <a:t>- If ... system doesnt ..., then it will throw AtomicNot... </a:t>
            </a:r>
          </a:p>
          <a:p>
            <a:pPr algn="l"/>
            <a:r>
              <a:rPr lang="en-US" sz="1800" b="1">
                <a:sym typeface="Wingdings" pitchFamily="2" charset="2"/>
              </a:rPr>
              <a:t>Deleting a File with delete() and deleteIfExist()</a:t>
            </a:r>
          </a:p>
          <a:p>
            <a:pPr algn="l"/>
            <a:r>
              <a:rPr lang="en-US" sz="1800">
                <a:sym typeface="Wingdings" pitchFamily="2" charset="2"/>
              </a:rPr>
              <a:t>- The ... class include ... methods to delete .../... in the ... system</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FFFF069F-8249-F4A0-2063-2BD75DC20724}"/>
              </a:ext>
            </a:extLst>
          </p:cNvPr>
          <p:cNvPicPr>
            <a:picLocks noChangeAspect="1"/>
          </p:cNvPicPr>
          <p:nvPr/>
        </p:nvPicPr>
        <p:blipFill>
          <a:blip r:embed="rId3"/>
          <a:stretch>
            <a:fillRect/>
          </a:stretch>
        </p:blipFill>
        <p:spPr>
          <a:xfrm>
            <a:off x="2406650" y="5522912"/>
            <a:ext cx="7378700" cy="1028700"/>
          </a:xfrm>
          <a:prstGeom prst="rect">
            <a:avLst/>
          </a:prstGeom>
        </p:spPr>
      </p:pic>
    </p:spTree>
    <p:extLst>
      <p:ext uri="{BB962C8B-B14F-4D97-AF65-F5344CB8AC3E}">
        <p14:creationId xmlns:p14="http://schemas.microsoft.com/office/powerpoint/2010/main" val="241405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9D4A5-5D10-B4E2-F967-E992A77487F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EDDCA62-AB06-483A-50EB-58465FD0086D}"/>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1FDD9F82-74DE-2B3E-221B-4872F4F49EDD}"/>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To delete a ..., that ... must be empty. Both .. will throw .. if the ... is not ...</a:t>
            </a:r>
          </a:p>
          <a:p>
            <a:pPr algn="l"/>
            <a:r>
              <a:rPr lang="en-US" sz="1800">
                <a:sym typeface="Wingdings" pitchFamily="2" charset="2"/>
              </a:rPr>
              <a:t>– Moreover, if the argument is a ... link =&gt; then that ... is ... not the ...</a:t>
            </a:r>
          </a:p>
          <a:p>
            <a:pPr algn="l"/>
            <a:r>
              <a:rPr lang="en-US" sz="1800">
                <a:sym typeface="Wingdings" pitchFamily="2" charset="2"/>
              </a:rPr>
              <a:t>- ... will throw if the ... exist</a:t>
            </a:r>
          </a:p>
          <a:p>
            <a:pPr algn="l"/>
            <a:r>
              <a:rPr lang="en-US" sz="1800">
                <a:sym typeface="Wingdings" pitchFamily="2" charset="2"/>
              </a:rPr>
              <a:t>- ... wont throw if the ... exist</a:t>
            </a:r>
          </a:p>
          <a:p>
            <a:pPr algn="l"/>
            <a:r>
              <a:rPr lang="en-US" sz="1800">
                <a:sym typeface="Wingdings" pitchFamily="2" charset="2"/>
              </a:rPr>
              <a:t>- ... is useful when we need to make sure that the ... is ... exist and ... if it does</a:t>
            </a:r>
          </a:p>
          <a:p>
            <a:pPr algn="l"/>
            <a:r>
              <a:rPr lang="en-US" sz="1800">
                <a:sym typeface="Wingdings" pitchFamily="2" charset="2"/>
              </a:rPr>
              <a:t>(code illustration snippet 35)</a:t>
            </a:r>
          </a:p>
          <a:p>
            <a:pPr algn="l"/>
            <a:r>
              <a:rPr lang="en-US" sz="1800" b="1">
                <a:sym typeface="Wingdings" pitchFamily="2" charset="2"/>
              </a:rPr>
              <a:t>Comparing Files with isSameFile() and mismatch() </a:t>
            </a:r>
          </a:p>
          <a:p>
            <a:pPr algn="l"/>
            <a:r>
              <a:rPr lang="en-US" sz="1800">
                <a:sym typeface="Wingdings" pitchFamily="2" charset="2"/>
              </a:rPr>
              <a:t>- Because a Path could include ... and .... The method equals() is not reliable when ... if both .. refer ... same ...</a:t>
            </a:r>
          </a:p>
          <a:p>
            <a:pPr algn="l"/>
            <a:r>
              <a:rPr lang="en-US" sz="1800">
                <a:sym typeface="Wingdings" pitchFamily="2" charset="2"/>
              </a:rPr>
              <a:t>- Luckily, Java has the ... method which recieve 2 ... (this method will resolves ... and ...) and check whether ...</a:t>
            </a:r>
          </a:p>
          <a:p>
            <a:pPr algn="l"/>
            <a:r>
              <a:rPr lang="en-US" sz="1800">
                <a:sym typeface="Wingdings" pitchFamily="2" charset="2"/>
              </a:rPr>
              <a:t>– In most cases, ... will throw if ... exist, but there is a case where ... (2 path ... completely same ... =&gt; check without ...)</a:t>
            </a:r>
          </a:p>
        </p:txBody>
      </p:sp>
    </p:spTree>
    <p:extLst>
      <p:ext uri="{BB962C8B-B14F-4D97-AF65-F5344CB8AC3E}">
        <p14:creationId xmlns:p14="http://schemas.microsoft.com/office/powerpoint/2010/main" val="1036934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1219E-6858-75FF-8BF8-34BEB7611E6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1920C65-A6D2-1FE7-4CEC-9C2F1144AF44}"/>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E726DC1D-41E8-690B-BA22-E82EDADA04FC}"/>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2" name="Picture 1">
            <a:extLst>
              <a:ext uri="{FF2B5EF4-FFF2-40B4-BE49-F238E27FC236}">
                <a16:creationId xmlns:a16="http://schemas.microsoft.com/office/drawing/2014/main" id="{D4A300B4-71F0-B125-1C5D-E00AF66DAA10}"/>
              </a:ext>
            </a:extLst>
          </p:cNvPr>
          <p:cNvPicPr>
            <a:picLocks noChangeAspect="1"/>
          </p:cNvPicPr>
          <p:nvPr/>
        </p:nvPicPr>
        <p:blipFill>
          <a:blip r:embed="rId3"/>
          <a:stretch>
            <a:fillRect/>
          </a:stretch>
        </p:blipFill>
        <p:spPr>
          <a:xfrm>
            <a:off x="2794000" y="1333500"/>
            <a:ext cx="6604000" cy="4191000"/>
          </a:xfrm>
          <a:prstGeom prst="rect">
            <a:avLst/>
          </a:prstGeom>
        </p:spPr>
      </p:pic>
    </p:spTree>
    <p:extLst>
      <p:ext uri="{BB962C8B-B14F-4D97-AF65-F5344CB8AC3E}">
        <p14:creationId xmlns:p14="http://schemas.microsoft.com/office/powerpoint/2010/main" val="526702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C885A-1078-1341-F31C-0E58E9A4C20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B2FF242-413C-C621-F3DF-C96930DE2920}"/>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14 - IO</a:t>
            </a:r>
          </a:p>
        </p:txBody>
      </p:sp>
      <p:sp>
        <p:nvSpPr>
          <p:cNvPr id="4" name="Subtitle 2">
            <a:extLst>
              <a:ext uri="{FF2B5EF4-FFF2-40B4-BE49-F238E27FC236}">
                <a16:creationId xmlns:a16="http://schemas.microsoft.com/office/drawing/2014/main" id="{EFA25BA0-077F-4704-BEE9-29DA47E8EB87}"/>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36)</a:t>
            </a:r>
          </a:p>
          <a:p>
            <a:pPr algn="l"/>
            <a:r>
              <a:rPr lang="en-US" sz="1800">
                <a:sym typeface="Wingdings" pitchFamily="2" charset="2"/>
              </a:rPr>
              <a:t>- Sometime, we want to check the ... of the ... instead of its physical ... =&gt; We can use ... method, it will return ... if both ... otherwise, return the first ... where ...</a:t>
            </a:r>
          </a:p>
          <a:p>
            <a:pPr algn="l"/>
            <a:r>
              <a:rPr lang="en-US" sz="1800">
                <a:sym typeface="Wingdings" pitchFamily="2" charset="2"/>
              </a:rPr>
              <a:t>(code illustration snippet 37)</a:t>
            </a:r>
          </a:p>
        </p:txBody>
      </p:sp>
    </p:spTree>
    <p:extLst>
      <p:ext uri="{BB962C8B-B14F-4D97-AF65-F5344CB8AC3E}">
        <p14:creationId xmlns:p14="http://schemas.microsoft.com/office/powerpoint/2010/main" val="2301358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21573</TotalTime>
  <Words>3296</Words>
  <Application>Microsoft Macintosh PowerPoint</Application>
  <PresentationFormat>Widescreen</PresentationFormat>
  <Paragraphs>260</Paragraphs>
  <Slides>32</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Aptos</vt:lpstr>
      <vt:lpstr>Aptos Display</vt:lpstr>
      <vt:lpstr>Arial</vt:lpstr>
      <vt:lpstr>Wingdings</vt:lpstr>
      <vt:lpstr>Office Theme</vt:lpstr>
      <vt:lpstr>Java SE 17 –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Dinh Vinh Mai</dc:creator>
  <cp:lastModifiedBy>Mai Dinh Vinh  (S.CECS)</cp:lastModifiedBy>
  <cp:revision>63</cp:revision>
  <dcterms:created xsi:type="dcterms:W3CDTF">2024-07-05T03:43:45Z</dcterms:created>
  <dcterms:modified xsi:type="dcterms:W3CDTF">2026-01-12T08:15:49Z</dcterms:modified>
</cp:coreProperties>
</file>