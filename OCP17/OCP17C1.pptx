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7.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15.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18.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CD2C29-6869-4EB9-A262-397E95AA9D5D}">
          <p14:sldIdLst>
            <p14:sldId id="256"/>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88" autoAdjust="0"/>
    <p:restoredTop sz="92233"/>
  </p:normalViewPr>
  <p:slideViewPr>
    <p:cSldViewPr snapToGrid="0">
      <p:cViewPr varScale="1">
        <p:scale>
          <a:sx n="115" d="100"/>
          <a:sy n="115" d="100"/>
        </p:scale>
        <p:origin x="64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17:24.971"/>
    </inkml:context>
    <inkml:brush xml:id="br0">
      <inkml:brushProperty name="width" value="0.35" units="cm"/>
      <inkml:brushProperty name="height" value="0.35" units="cm"/>
      <inkml:brushProperty name="color" value="#E71224"/>
    </inkml:brush>
  </inkml:definitions>
  <inkml:trace contextRef="#ctx0" brushRef="#br0">0 310 24575,'43'8'0,"7"2"0,-30-5 0,26 1 0,-34-6 0,50 0 0,-6 0 0,6 0 0,27 0 0,-44 0 0,5 0 0,2 0 0,6 0 0,13 0 0,-12 0 0,-36 0 0,17 0 0,-32 0 0,2 0 0,3 0 0,-1 3 0,11-2 0,-2 2 0,6-3 0,31 7 0,8-5 0,10 5-314,-24-3 1,-2 0 313,19-2 0,-12 5 0,1 1-200,32-6 200,7 5 0,-23-6 0,-1-2-984,16 1 948,-8 4 0,-5 0 36,-17-2 0,-6 9 0,4 1 0,32 0 0,3 5 0,-25-9 0,0 0 0,-14 1 0,-3 0 0,42 3 0,-35 1 0,-4-3 0,-8-8 0,16 5 0,7-7 0,-33 4 0,24-3 0,3-1 0,-9 4 0,1-3 0,5-2 0,-6 1 0,-1 0 0,21 0 0,20 0 0,-46-5 587,-26 3-587,2-7 195,-20 5-195,-9-6 0,-60-27 0,2 8 0,-11-1-328,13 7 0,-5 0 0,-3-1 0,-17-6 0,-5 0 0,0 2 0,1 5 0,-1 3 0,-1 0 82,19 4 0,-2 0 0,1 0 0,1 2-82,-12-1 0,1 2 0,-1 0 0,-14 2 0,-2 2 0,7 0-131,-4-1 1,4 1 458,20 2 0,-1 0 0,6 1-492,0 1 0,6 0 449,8-3 1,5 1 42,-13 6 0,40 2 983,22 4-492,39 8 1,24 0-248,-6-5 0,3 0 247,19 5 1,6 1-165,-13-7 1,4-1 0,-3 0-132,13 4 0,0-2-196,-15-3 0,3-2 0,0 0-229,30 2 0,-5-1 229,-18-4 0,-6 0-18,-9 0 0,-7 0 18,3 0 0,-50 0 0,-11 3 983,-26-2 0,-56 10-785,33-9 0,-5-2-412,-30 4 0,-6 0 214,-5 1 0,0-1 0,5 1 0,-4 1-328,12 2 0,-4 3 0,5-1-164,-10 0 0,3 1 164,16-2 0,-3 1 0,4-1-164,-13 1 0,2-1 185,-3 0 1,4 1 293,27-3 0,5 0 13,-31 2 983,68-2 0,16-3-952,42 7-31,36 2 491,-7-3 1,7-2-467,4-2 0,3-2-206,-22 0 1,2-1-1,0-1 181,0-1 0,1-2 0,-4 1 0,12 0 0,-2 0-414,18 1 0,-5-2 414,7-6 0,-40 4 0,-5-1 0,-15-4 0,-17 2 983,-87 1-47,16 3-936,-34 3 0,-5 2 983,10 4-697,1 5 0,7 1-286,29 0 983,-8 6-905,39-12-78,11-3 0,19 7 0,3-10 0,2 10 983,-8-8-847,-13 1-136,-50 17 0,1-10 0,-41 14 0,16-10 0,21-7 0,-37 6-984,1-4 767,22-1 1,0 0 216,15-1 0,1 0 0,-14 0 0,7 1 0,16 1 0,-20-1 0,51-3 0,4-2 0,31 8 0,-11-4 983,12-3-549,-22-2-434,-52-18 0,2 6 0,-39-11 0,2 5 0,18 7 0,-16-6 0,29 12 0,11-4 0,13 6 0,21 0 0,4 0 0,26 0 0,-1 0 0,18 4 0,-2 2 0,13 0 0,14 6 0,20-4 0,-18 1-492,-12-2 0,4 1 329,-6-3 0,-1 0 163,-1 0 0,2 0-324,17 4 1,-4-2 323,-4-5 0,1 2 0,-1 0 0,-13-4 0,52 0 0,-71 0 0,48 0 0,-56 0 0,19 0 0,1 0 983,-20 0-701,19 0 410,1 0-692,-14 0 0,41 6 0,6-4 0,-6 5 0,-11-3 0,-1-1 0,2-1 0,-1 2 0,-1 0 0,2-4-338,8 0 1,2 0 337,6 0 0,-17 0 0,1 0 0,37-8 0,-16 0 0,-5-6 0,-32 4 0,-22 2 0,-9 4 0,2-3 0,-2 6 0,0-5 675,2 5-675,4-6 0,4 6 0,0-3 0,-1 4 0,0 0 0,-4-3 0,4 2 0,-9-5 0,-1 5 0,-3-5 0,3 2 0,-2-4 0,5 1 0,-5 0 0,2 0 0,0-3 0,-2-1 0,-1 0 0,3-3 0,-2 6 0,3-2 0,-1 3 0,0 0 0,1-1 0,0 1 0,-1 3 0,-3-2 0,0 2 0,6-6 0,-4 5 0,4-5 0,-6 10 0,0-7 0,7 0 0,-6 2 0,9-4 0,-6 5 0,9-4 0,1 0 0,0-1 0,-1 1 0,-6 1 0,-3 0 0,-1 3 0,1-2 0,-1 5 0,10-2 0,2-1 0,5 3 0,41-11 0,-30 6 0,25-3 0,-50 2 0,-7 3 0,-15-12 0,0 3 0,-8-5 0,-37-19 0,13 20 0,-33-26 0,24 29 0,-42-15 0,0 19 0,2-6 0,11 16 0,58 0 0,-2 3 0,17-2 0,5 5 0,10 11 0,27-4 0,28 19 0,12-9 0,-13-5 0,-15-1 0,-26-16 0,3 3 0,-13-4 0,8 0 0,-13 0 0,4 0 0,2 3 0,-1 1 0,2 3 0,-4-3 0,0 2 0,-2-5 0,2 5 0,0-2 0,7 4 0,15 2 0,28 9 0,17-2-328,-1 2 0,17 5 0,-8-3-164,-12-8 0,1 0 246,-2 3 0,12 2 0,-1 1 0,-12-5 221,-3-3 1,-5-2 24,16 1 0,-6-1 0,-2-1 0,-24-8 0,-40-3 0,-7 2 0,-43-9 0,7 3 983,-45-7 0,18 6 0,-11-5-931,0 12-52,21-6 0,11 7 0,25 0 0,7 0 0,3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17:29.035"/>
    </inkml:context>
    <inkml:brush xml:id="br0">
      <inkml:brushProperty name="width" value="0.35" units="cm"/>
      <inkml:brushProperty name="height" value="0.35" units="cm"/>
      <inkml:brushProperty name="color" value="#E71224"/>
    </inkml:brush>
  </inkml:definitions>
  <inkml:trace contextRef="#ctx0" brushRef="#br0">1 0 24575,'67'14'0,"18"8"0,1-5-984,4-1 533,-27-10 0,0-4 451,18-2 0,-29 3 0,1 1 0,42-3 311,-16 6-311,5-7 382,-40 0-382,3 5 0,-23-3 0,13 3 954,-16-2-954,-1-2 239,-6 2-239,0-3 0,1 0 0,-1 0 0,6 0 0,-5 0 0,21 0 0,-12 0 0,13 0 0,32 0 0,-32 0 0,53 0-492,-38 0 0,1 0 352,34 0 140,-24 0 0,0 0 0,11 0 0,-12 0 0,2 0 0,33 0 0,-33 0 0,0 0 0,31 0 0,-19 7 0,-18-6 0,-1-1 0,4 7 0,39-7 0,-68 0 0,10 0 0,-6 0 0,-12 0 0,8 0 983,4 0-842,-13 0-141,15 0 0,10 0 0,5 0 0,-1 0 0,27 0 0,-44 0 0,54 0 0,-54 0 0,44 0 0,-53 0 0,31 0 0,-23 0 0,17 0 0,-17 0 0,2 0 0,-21 0 0,42 7 0,-28-1 0,29 2 0,-37-4 0,5-4 0,16 7 0,0-6 0,9 10 0,-14-10 0,11 9 0,-6-3 0,30 8 0,-9-8 0,11 6-311,-12-12 0,2 0 311,12 5 0,-17-5 0,-5-2-1,-14 1 1,8 0 0,-19 0 0,19 0 0,-18 0 0,7 0 622,-10 0-622,-6 0 1,5 0-1,-11 0 0,5-3 0,-6 2 0,-3-2 0,0 3 0,2 0 0,-1 0 0,5 0 0,-3 0 0,0 0 0,0 0 0,1 0 0,-4 0 0,2 0 0,-2 0 0,3 0 0,0 0 0,-3-3 0,8-2 0,-9 1 0,5-3 0,1 2 0,-6 1 0,5-4 0,-8 8 0,4-7 0,-4 6 0,4-5 0,-1 5 0,1-2 0,0 3 0,-1 0 0,-3 0 0,6 0 0,-4 0 0,4 0 0,-6 0 0,0 6 0,-3 2 0,-1 6 0,-3 6 0,-3-4 0,-9 20 0,2-12 0,-10 13 0,10-16 0,-5-1 0,7-6 0,-5 0 0,2 1 0,0-4 0,0-1 0,4-3 0,0-3 0,0 2 0,-3-5 0,2 2 0,-6-3 0,6 0 0,-5 0 0,2 0 0,0 0 0,-3 0 0,3-3 0,0 2 0,-3-2 0,3 3 0,0 0 0,-29-7 0,17 5 0,-67-12 0,42 12 0,-33-11-507,-11 12 507,31-5 0,-21 6 0,34 0 0,-34-8 0,21 6 0,-31-12 0,42 13 0,-11-12 0,-34 4 0,24-5-413,-21 4 413,31 4 0,8 1 0,-8 3 496,10-3-496,1 5 0,-1 0 0,-41 0 0,31 0 0,-31 0 0,42 0 0,-42-8 0,31 6 0,13-2 0,-7 0-328,-12 3 0,-9 1 0,9 1 84,17-1 0,0 0 244,-18 0 0,-7 0 0,10 0 0,-17 0 0,24 0 0,-24 0 0,42 0 0,-39 0 0,41 0 0,-25 0 0,38 0 0,-28 0 983,18 0-70,-23 0-913,21-6 0,7 4 0,-18-3 0,8-1 0,-21-2 0,9 0 0,-1 1 0,-21-2 0,16 1 0,3 1 0,2 5 0,-8-4 0,11 6 0,9 0 0,10 0 0,-5 0 0,17 0 0,-8 0 0,8 0 0,10 0 0,-7 0 0,5 0 0,3 0 0,-5 0 0,5 0 0,-22 0 0,-22-7 0,7 5 0,-34-12 0,37 12 0,-19-4 0,-10-1 0,25 5 0,-6-5 0,32 7 0,6 0 0,3 0 0,0 0 0,4 0 0,-3 0 0,-1 0 0,0 0 0,0 0 0,1 0 0,2 0 0,-2 0 0,-1 3 0,3-2 0,-2 5 0,0-5 0,2 5 0,-2-5 0,-1 2 0,3 0 0,-11 2 0,10-1 0,-7 3 0,9-6 0,-1 5 0,-2-2 0,2 0 0,-2 2 0,3-2 0,0 6 0,0-2 0,-1 2 0,1-3 0,0 0 0,0 0 0,0 0 0,0 0 0,-4 3 0,3-2 0,-2 2 0,3-3 0,3 0 0,1 3 0,6-2 0,1 2 0,25 0 0,-13-3 0,33 0 0,-30-4 0,48 4 0,-38-5 0,20 5 0,1 1 0,-12-7 0,41 13 0,-8-5 0,-13-2 0,13 1 0,8 0 0,-41-7 0,30 7 0,-41-8 0,31 0 0,-23 0 0,34 0 0,-14 0 0,3 0 0,42 0 0,-34 0 0,-1 0 0,17 0 0,-32 6 0,-10-5 0,8 5 0,-19-6 0,9 0 0,-11 0 0,0 0 0,0 0 0,0 0 0,0 0 0,10 0 0,3 5 0,10-3 0,1 3 0,4-4 0,3-2 0,18 1 0,-13 0 0,0 0-984,11 0 795,-1 0 189,11 7 0,14-5 0,1 5 0,-40-2 0,0-2 0,-4-3 0,0 2 0,6 6 0,-1-1-241,-5-5 0,0-2 241,0 4 0,-3 0 0,25-4 0,-6 0 0,-21 0 0,0 0 0,1 0 0,-1 0 983,-10 0-822,-3 0 350,1 0-511,-9 0 0,19 0 0,-8 5 0,10-3 0,1 3 0,-11-5 0,-9 0 0,-5 0 0,-5 0 0,6 0 0,0 0 0,0 0 0,10 0 0,-7 0 0,7 0 0,-10 0 0,-5 0 0,3-4 0,-9 3 0,9-3 0,28-3 0,-8 5 0,26-5 0,-21 7 0,1 0 0,9 0 0,-7 0 0,8 0 0,-21 0 0,-3 0 0,-16-3 0,-4 2 0,-3-2 0,-7 3 0,4-3 0,-1 2 0,1-2 0,0 3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17:51.953"/>
    </inkml:context>
    <inkml:brush xml:id="br0">
      <inkml:brushProperty name="width" value="0.35" units="cm"/>
      <inkml:brushProperty name="height" value="0.35" units="cm"/>
      <inkml:brushProperty name="color" value="#E71224"/>
    </inkml:brush>
  </inkml:definitions>
  <inkml:trace contextRef="#ctx0" brushRef="#br0">0 136 24575,'46'4'0,"-9"3"0,31 1 0,19 6 0,-27-5 0,3-1-492,8-2 0,2-2 385,-1 1 1,1-2-386,-1-3 0,0 0 0,-5 0 0,0 0 442,6 0 1,-5 0 49,14 0-198,-22 0 0,0 0 198,20 0-464,9 0 464,-36 3 0,-4 1 0,7-2 0,35 5 0,-45-7 0,43 0 0,-60 0 0,58 0 500,-57 0-500,28 0 983,10 8-192,-30-6 192,41 11-833,-28-8 1,0 0-151,26 9 0,-15-9 0,2 0 0,20 9-492,10-13 0,3-1 71,-40 4 0,-1 0 421,36-4 0,-5 0-52,-16 0 52,-8 0 0,1 0 0,-8 0 0,1 0 0,16 0 0,-15 2 0,0 2 0,26 5 0,3 6-794,10-6 794,-1-2 0,1 1 0,0-7 0,-43 3 0,0 0 0,45-4 0,-45 0 0,0 0 0,0 0 0,-1 0 0,47-8 0,-3 0 0,-13-1 0,0 3 0,3 6 0,9 0 0,-42 0 0,0 0 0,1 0 0,0 0 0,5 0 0,1 0 0,-6 0 0,0 0 0,4 0 0,0 0 0,40 0 0,-40 0 0,0 0 0,41 0 0,-47 0 0,1 0 0,0 0 0,0 0 0,0 0 0,2 0-20,9 0 1,1 0 19,-5 0 0,1 0 0,9 0 0,0 0-492,-10 0 0,1 0 340,9 0 1,0 0 151,-10 0 0,1 0 0,8 0 0,2 0 0,-5-1 0,-1 2 366,1 2 1,0 1-367,4-3 0,0 0 0,-5 7 0,1 0-492,5-7 0,1 0 255,-1 7 0,0 0 237,-5-7 0,0 0 0,-1 3 0,-1 0 0,35-4 983,-6 0-30,-31 0 30,-12-4-527,-4 3-456,-17-3 0,28 4 0,-15 0 983,28 0-184,-8 0-667,0 0-132,-2 0 0,-11 0 0,1 0 0,-1 0 0,0 0 0,11 0 0,13 0-659,12 7 659,11-5 0,-43 5 0,0 0 0,45-5 0,-44 2 0,-2 0 0,13-4 0,2-6 0,-38 5 0,1-8 0,-14 5 0,2-4 0,-10 4 0,10 0 659,-2 0-659,-1 0 0,3-1 0,-8-1 0,0 5 0,-4-6 0,0 3 0,3-3 0,-2 0 0,2 0 0,-3 0 0,-3 0 0,2-4 0,-2 4 0,3-4 0,0 4 0,-3 0 0,2 0 0,-17-5 0,4 3 0,-29-5 0,18 6 0,-28-4 0,1 7 0,-39 0 0,15-1-492,5 2 0,-6-2 0,2-2 0,-1 0 486,0 3 0,-3-1 6,1 0 0,-3 0 0,6 1 0,12 3 0,-1 2 0,-17-3 0,-10-1 0,8 2 0,13 1 0,1 2-492,-28-1 0,-4 0 0,-6 0 0,5 0 262,32 0 1,-2 0 229,-20 0 0,-11 0 0,12 0 0,23-1 0,4 2 0,-35 2 0,3 1-984,-8-2 847,27 1 1,0 1 136,-27-4 0,33 0 0,2 0 0,-12 0-193,7 0 0,-14 0 1,8 0 192,18 0 0,0 0 0,-18-1 0,-7 1 0,12 1 983,-6 5 0,0-4-836,1 5-147,-1-7 0,2 0 0,-3 0-84,19-4 0,-1 0 84,-35 3 0,0 0 0,30-6 0,0-1 0,-30 2 0,1 1 0,35-3 0,-1-1 0,-14 2 0,-8 1 0,8 0 0,13 1 0,3 1 0,-25-4 0,-3 0 0,1 7 0,4 0 0,28-6 0,0 0 0,-17 6 0,-2 1-377,9-4 0,4 1 377,-18 3 491,21 1 1,3-2 491,0-4-700,-1 3-283,-41-12 0,21 12 0,-24-6 39,34 8-39,11 0 983,-11 0-263,8 0 229,-8 0-949,21 0 111,-8 0-111,-23 0 0,13 0 0,-24 0 0,32 0 0,-1 0 0,1 0 0,-1 0 0,1 0 0,-11 0 0,-3 0 0,-9 0 0,-1 0 0,0 0 0,0 0 0,0 0 0,1 0 0,-1 0 0,10 0 0,4 0 0,9 0 0,11 4 0,8-3 0,7 7 0,3-7 0,-15 9 0,7-9 0,-18 10 0,-2-9 0,-3 9 0,-8-4 0,0 0 0,-3 5 0,-20-10-424,8 11 424,-8-5 0,10 7 0,11-2 0,2 1 0,21-7 0,-19 11 0,27-14 0,-16 13 0,21-16 424,0 7-424,-10-7 0,-14 3 0,-12-4 0,-11 6 0,0-4 0,0 4 0,-10-6 0,-3 0 0,1 0 0,2 0 0,20 0 0,3 6 0,21-5 0,3 9 0,18-9 0,3 3 0,9-4 0,0 0 0,-3 3 0,-7 2 0,5-1 0,-8 3 0,12-6 0,-2 5 0,3-2 0,0 0 0,0 5 0,9-1 0,0 3 0,27 7 0,-8-8 0,47 17 0,-23-20 0,25 5 0,5-1-984,4-9 747,8 7 0,4-1 237,-38-6 0,-1-2 0,17 4 0,4 1 0,8-1 0,0 0 0,-15-3 0,-1 0 0,18 4 0,-3-1 0,-22-3 0,-6-2 0,24 1-386,14 0 386,-35-6 0,19 4 0,-30-5 0,3 2 0,-13-2 983,0 0-538,23-6-445,1 4 0,5-1-136,-12 1 1,0 0 135,14-1 0,-1 0 0,15-4 0,-47 13 0,16-6 0,-21 7 0,41 0 0,-20 0 0,44 0 0,-29 0 0,-1 0 0,2 0-984,33 7 797,-22-6 1,0 0-378,24 6 564,-43-6 0,6-2 0,19 4 0,11 1 0,-7-1-492,-7-2 0,1 0 164,10 2 0,8 0 0,-5 1 270,10 1 0,-7-1 58,-15-3 0,0 0-492,20 4 0,-3-1 259,-29-3 0,-5-2 257,-9 1 1,2 0-25,24 0 0,0 0 0,-24 0 0,-2 0 0,16 0 0,-1 0 0,26 0 0,-26 0 0,1 0 0,-15 4 0,0-1 0,21-2 0,-3 0-29,14 6 29,7-7 0,-7 0 0,-1 0 0,-17 0 0,-1 0 0,19 0 0,-24 1 0,0-2 0,10-5 0,1 4 0,0-5 0,10 7 0,2 0 0,-33 0 0,2 0 0,-1 0 0,2 0 0,4 4 0,1 0 0,-1-3 0,0 0 0,-4 3 0,-2 0 0,43-4 0,-2 0 0,-29-6 983,-11 5 0,-25-8 0,-16 8 0,-3-2 0,2 0-443,-5 2 127,5-2-667,-2 3 0,4 0 0,-1 0 0,-3 0 0,-1 0 0,-3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17:57.272"/>
    </inkml:context>
    <inkml:brush xml:id="br0">
      <inkml:brushProperty name="width" value="0.35" units="cm"/>
      <inkml:brushProperty name="height" value="0.35" units="cm"/>
      <inkml:brushProperty name="color" value="#E71224"/>
    </inkml:brush>
  </inkml:definitions>
  <inkml:trace contextRef="#ctx0" brushRef="#br0">8431 156 24575,'-43'0'0,"-54"4"0,33 3 0,-18-4 0,-3-1 0,-2 4-492,24-6 0,-3 0 0,-3 4 0,2 0 229,-31-2 263,33 6 0,2-1 0,-11-5 0,12 1 0,0 0 0,-4-3 0,9 0 0,1 0 715,6 0-715,9 0 0,-6-5 0,-35-5 0,21 3 0,10-1 0,-1 1 0,-11 5 0,-11-4 0,0-1 0,0 6 0,1-6-182,-22-1 182,16 6 0,22-1 0,-2-1 0,-30-3-492,5 1 0,-3 1 219,31 0 0,0 0 273,-21-3 0,4 1 0,-11 5 0,20-4 345,13 6 0,0 0-345,-10-6 0,-31 5 0,52-5 525,-8 6-525,8 0 983,-11 0-328,1 0-280,10 0-375,-8 0 0,8 0 0,-11 0 0,-10 0 0,-2 7 0,-11 1-306,12-5 1,-2 2 305,-23 8 0,24-12 0,0 0 0,-21 5 0,7-6 0,-7 0 0,0 0 0,8 0 0,-19 0 0,19-7 0,-8 6-63,10-12 63,0 11 0,0-4 0,0 6 0,1 0 0,-1 0 0,-21 0 0,37 0 0,-5 0 0,46 0 0,-12 0 0,13 0 609,-14 0-609,16 0 65,-1 0-65,-25 0 0,19-4 0,-26 4 0,26-4 0,-6 4 0,-31 0 0,23 0 0,-54-7 0,43 5 0,-14-5 0,1 1 0,27 4 0,-10-5 0,-5 1 0,21 0 0,-22-1 0,10 3 0,9 0 0,-61 3 0,40-4 0,-43 0 0,43 3 0,0-3 0,-11 5 0,8 0 0,-8 0 0,-31 0 0,41 4 0,-28-3 0,52 7 0,0-3 0,0 0 0,0 3 0,5-4 0,2 4 0,6-4 0,-69 15 0,46-15 0,-11 5 0,-4-1 0,-19-8 0,13 0 0,-24 0 0,31 0 0,11 0 0,-28 7 0,33-5 0,-14 5 0,24-7 0,6 0 0,-2 3 0,1-2 0,6 2 0,0-3 0,-6 4 0,7-3 0,-6 3 0,-29-4 0,24 0 0,-32 0 0,24 6 0,8-5 0,-6 5 0,18-6 0,2 0 0,3 3 0,-3-3 0,5 10 0,-1-2 0,9 3 0,4-1 0,7 3 0,1-4 0,8 5 0,-8-7 0,11-2 0,-11 1 0,11-1 0,-10-1 0,19 5 0,-11-7 0,34 3 0,-15-5 0,49 0 0,-50 4 0,46-4 0,-62 3 0,43-3 0,-16 0 0,-6 0 0,-1 0 0,-14 0 0,-8 0 0,22 0 0,-28 0 0,13 0 0,9 0 0,18 0 0,-3 0 0,45 8-485,-10-6 485,2 11-492,-26-11 0,1-2 74,-9 2 1,-3 1 417,-3-2 0,1-2-455,27 1 1,-5 0 454,-1 0 0,5 0 0,-1 0 0,-4 0 0,-24 0 0,3 0 0,0 0 0,-4 0-297,15 0 297,28 0 0,-3 0 0,-28 0 0,34 0 0,-35 0 0,-8 0 0,-1 0 0,12 0 206,-11 0 0,-1 0-206,-1 0 0,1-5 0,41 3 0,-21-4 0,23 6 0,-22 0 983,-9 0-227,11 0-756,-1 0 0,1 7 0,0 1 0,-1 0 0,11-1 0,3-7 328,10 0-328,-11 0 0,9 0 0,-9 0 0,11 0 0,0 0 0,0 0 0,0 0-401,-44-1 0,2 2 401,-1 2 0,2 1 0,-2-3 0,2 0 0,3 3 0,0 0 0,40 3 0,-2-5 0,-2 5 0,-19-7-462,8 0 462,0 0 0,3 0-492,-34 0 0,1 0 425,1 0 0,0 0 67,5 0 0,1 0 0,-1 0 0,0 0 0,-4 0 0,-1 0 184,-1 0 1,-1 0-185,34 0 0,-29-4 0,-1 0 983,14 2-897,11-10 384,-45 11-470,1-3 983,-9 4-723,8 0 2,1 0-262,-9 0 0,9 0 0,-1 0 0,-7 0 0,7 0 0,-10 0 0,0 0 0,0 0 0,-6 0 0,5-4 0,-5 3 0,37-3 0,-29 4 0,38 0 0,-43 0 0,45 0 0,-40 0 0,22 0 0,-47 0 0,-5 0 0,-46-7 0,-40-2 0,-15 0 0,8-1 0,-4 0-328,9 3 0,-5 1 0,4 0-164,-11 1 0,3 1 164,21 4 0,-1 0 0,2 0 245,7 0 0,2 0 0,-2 0 83,-12 0 0,-3 0 0,2 0 0,10 3 0,1 0 0,1 0 0,-27-2 0,0 0-328,29 2 0,-1 1 0,4-2-109,-5-2 0,1 0 437,-15 0 0,0 0 0,16 0 0,-1 0 0,-21 0 0,-1 0 0,21 0 0,1 0-456,-23-4 1,5-1 455,-10 3 0,2-2 0,-2 0-492,42 3 0,0 2 236,-13-1 0,-8 0 1,7 0 255,13 0 0,0 0 0,-16 0 0,-8 0 0,8 0 491,15 0 1,2 0-338,-23 0 1,-5 0-155,-4 0 0,4 0 0,27 0 0,-4 0-246,-9 0 0,-14 0 0,-1 0 0,13 0-246,4 0 0,3 0 325,-13 0 1,-7 0 0,11 0 478,-24 0-312,0-7 0,17 6 0,0 0 0,28-6 0,2 0 0,-26 6 0,4 0 0,-2-5 0,-10-1 0,8 5 0,-8-5 0,21 6 0,0 2 0,-24-1 0,28 0 0,2 0 0,-4 0 983,11 0-333,10 0 333,2 0-935,17 0 935,1 0 0,5 0 0,4 0 0,1 0 0,3 0 0,-3-4-961,2 4-22,-6-4 0,6 4 0,-2 0 0,0 0 0,-2 0 0,-7 0 0,3 0 0,-4 0 0,-21 7 0,14-5 0,-15 4 0,22-6 0,9 3 0,-8-2 0,7 2 0,-5-3 0,6 0 0,1 3 0,-1-2 0,-19 8 0,11-8 0,-11 5 0,10-2 0,4-3 0,-1 3 0,4-1 0,5-2 0,-2 2 0,-4 0 0,2 1 0,-2 3 0,1-3 0,2 2 0,-1-5 0,2 5 0,3-5 0,-3 5 0,2-5 0,-3 5 0,1-5 0,2 5 0,-2-5 0,3 5 0,0-2 0,-4 3 0,0 0 0,3 0 0,-1-3 0,5 2 0,-10-2 0,6 3 0,-15 3 0,13-5 0,0 1 0,46-6 0,52 0 0,-20 0 0,7 0-492,12 0 0,7 0 164,-18 0 0,3 0 0,-1 0 0,-11 0 0,-2 0 0,5 0 82,7 0 0,7 0 0,2 0 0,-5 0-82,9 0 0,-3 0 0,4 0 82,-7 0 0,3 0 0,3 0 0,1 0 49,-10 0 0,3 0 1,0 0-1,0 0 0,-2 0-49,8 0 0,-2 0 0,0 0 0,3 0 49,-5 0 0,4 0 1,1 0-1,-2 0 0,-4 0-49,3 0 0,-2 0 0,-4 0 0,-2 0-82,8 0 0,-4 0 0,1 0 0,13 0 0,1 0 0,-4 0 0,-22 0 0,-4 1 0,4-2 174,16-1 0,4-1 1,-2-1 153,-13 1 0,-2 0 0,-2-2 327,-4-1 1,-1-1 0,-6 1-161,1 1 0,-2-1-167,16-2 0,-1 0 0,-25 3 0,1 0 0,29-5 0,1 1 0,-25 3 0,0 2 0,30-1 0,2 1 491,-18 4 1,-2 0-1,3-3 1,4 0-160,21 2 1,-7 0-333,-12-5 491,9 2 1,-1-1 491,-13-3-783,0-1 0,-1 0-200,-2-6 491,-21 10 1,3 1-1,0-3 1,-1 0-102,32-2-390,-33 2 0,3-1 0,14-1 0,-2 1 0,13 0 0,-15 4 0,-2-1 0,9-1 0,-14 5 0,2 0 0,28-5 0,-24 5 0,0 2 0,21-1 0,2 0 0,-2-1 0,3 2-197,-24 2 1,0 1 196,29-3 0,-1 0 0,-33 3 0,-5 0 983,33-4-642,6-7 613,-47 1-954,8-6 626,-34 8-626,-11-3 983,5 6-116,-8-2-645,8 3-222,-2 0 0,3 0 0,0 0 0,6 0 0,-8 3 0,4-2 0,-64 27 0,5-9 0,-41 20 0,3-9 0,32-12 0,-1-1 0,-42 15 0,-5-9 0,37-4 0,28-18 0,-3 5 0,26-6 0,-7 0 0,9 0 0,0 0 0,-4 3 0,3-3 0,-11 8 0,10-7 0,-16 3 0,12-4 0,-23 5 0,12-3 0,-24 3 0,19-1 0,-19-3 0,8 3 0,-11-4 0,17 0 0,4 0 0,18 3 0,2-2 0,0 2 0,2-3 0,-6 0 0,-2 0 0,-27-6 0,1 4 0,-19-5 0,27 7 0,-13 0 0,29 0 0,-9 0 0,16 0 0,4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18:22.134"/>
    </inkml:context>
    <inkml:brush xml:id="br0">
      <inkml:brushProperty name="width" value="0.35" units="cm"/>
      <inkml:brushProperty name="height" value="0.35" units="cm"/>
      <inkml:brushProperty name="color" value="#E71224"/>
    </inkml:brush>
  </inkml:definitions>
  <inkml:trace contextRef="#ctx0" brushRef="#br0">1 255 24575,'69'-6'0,"1"1"0,1 2 0,-1 1 0,-15-2 0,0 0 0,9 0 0,3 0-492,4 3 0,2 0 0,10-3 0,2 0 0,8 4 0,6 0 164,-9 0 0,7 0 0,-6 0-164,5 0 0,-1 0 164,-15 1 0,3-1 0,-10-1-164,-15-2 0,-5-1 0,2 0 0,-3-1-492,24-10 1967,-5 1 0,-36 7 0,-5-2 0,-16 9 0,-3-7 0,2 6 0,-2-2 0,3 3 0,6 4-974,-4-3-9,4 3 0,10-4 0,-12 0 0,39 0 0,-36 0 0,19 0 0,1 0 0,-15 0 0,22 0 0,-21 0 0,63 17 0,-27-7-492,13 3 0,5 1 99,-22-2 0,-2 0 393,10-2 0,0 0-492,-9 3 0,1-1 349,11-7 1,-1-1 142,-15 3 0,0 0 0,21-6 0,-1 0 0,-18 6 0,-2 1 0,13-7 0,-2 0 0,27 12-492,-28-8 0,5-1 0,20 0 0,-2 0 263,-26 0 0,-1 0 624,44-3 1,-11-2-396,-45 1 983,41 0-816,-56-4-167,25-3 0,-34 2 983,22-1 0,-28 6 0,28 0-408,-27 0-575,16 0 0,8 0 0,-11 0 0,10 0 0,-17 0 0,28 0 0,-19-4 0,24 3 0,-31-3 0,11-2 0,2 5 0,14-2 0,5 0-461,17 3 461,-8-3 0,1-1 0,17 2 0,11-5 0,0 7-968,0-7 968,0 5 0,0-5 0,-44 6 0,1 2 0,46-1 0,-24 0 0,12 0 0,-8 0 0,-14 0 0,-1 0-328,10 0 0,7 0 0,-5 0-164,1 0 0,-7 0-166,29 0 324,-31 0 1,-2 0 333,7 0 99,10 0-99,3 0 0,10 0 37,0 0-37,-1 0 0,1-7 983,-20 5 0,-6-11 0,-31 12-731,7-11 65,-7 11-317,21-5 0,2 6 0,21 0 0,-7 0 156,17 7-156,-8-5-492,-11 6 0,0 0 294,14-6 198,-30 3 0,-4-1 0,-8-4 0,-26-3 0,5-1 0,-19 0 736,-3-3-736,-4-3 983,-18-12-608,5 2-375,-49-20 0,33 24 0,-29-11 0,8 15 0,-1 2-984,-15 2 492,-10-5 0,-5 1 424,29 7 0,1 0 68,-18-4 0,-3 0 0,-6 4 0,1 0 0,13-3 0,-1 1 0,-26 6 0,1 0 0,35-3 0,2 1-427,-17 2 0,1 2 427,-17-1 0,1 0 0,12 0 0,9 6 0,3-5 0,21 5 0,-8-6 0,24 0 983,-12 0 0,15 0 0,3 3-974,-7-3-9,15 4 0,-14 0 0,11-3 0,-23 8 0,18-7 0,-29 3 0,-18 3 0,-4-6 0,-26 5 0,32-6 0,0-2 0,-24 1-492,27 0 0,-6 0 0,-25 4 0,3 1 313,38 0 0,0-1-313,-38 1 0,-2 1 491,24 2 0,5-1 1,-36-5-328,30 1 0,-9 0 0,6 0-164,7-3 0,0 0 0,-29 0 0,1 0 0,28-4 0,5 0 0,3 3 0,0 0 902,-5-3 1,2 0-411,-42 4 0,46 0 0,0 0 0,-43 0 0,11 0 0,-9 0 0,8 0 0,34 0 0,-1 0 0,-46 0 0,46 1 0,1-2 0,-44-6 0,10 5 0,-8-5 0,19 7 0,-18 0 0,17-6 0,-17 4 0,7-5 0,-10 0 0,0 5 0,20-6 0,3 1 0,0 4 0,13 1 0,11 0 751,38 3-751,-13 7 983,15-7 0,-15 7 0,13-7 0,-24 3 0,-19 3-522,3-2 0,-4 0-91,-39 4-370,32-1 0,0 0 0,-13 0 0,23-4 0,1 1 0,-6 5 0,-1-5 0,-3-1 0,10-1 0,1 0 0,0 4 0,-3 0 0,-21-7 0,-5 1-492,-4 15 0,0 1 21,8-10 0,2 0 471,-3 9 0,4 1 0,-16 5 0,54-10 0,-34 3 0,-2-3 410,23-6-410,-31 8 0,18-1 0,16-2 983,-13 1 0,31 1-980,5-4-3,9 3 0,6-5 0,7 0 0,12 5 0,-2-1 0,36 12 0,15 0 0,9 0-492,-9-8 0,4 0 164,5 1 0,6 1 0,-4-4 44,3-6 0,-1-4-208,19 2 0,1-1 61,-14-4 1,0 0 430,15 0 0,-1 0 0,-24-4 0,-1 0 0,2 4 0,-3-1-488,18-13 488,8 5 0,-38-3 0,-4 3 0,-35 5 983,-4 1 0,-2 2 0,4-5 0,4 5-46,-3-2-937,20-3 0,-21 5 0,30-5 0,-33 3 0,34 2 0,-34-2 0,23-1 0,-26 3 0,10-3 0,8 4 0,-9 0 0,18 0 0,17 0 0,-19 0 0,24 0 0,-31-4 0,21-3 0,-21 1 0,10-1 0,-30 4 0,-4-1 0,-32-23 0,9 18 0,-45-13 0,23 22 0,-40 0 0,26 5 0,-36 4 0,47 2 0,-13 1 0,37-4 0,10 0 0,9-4 0,28 5 0,36 0 0,-10-5 0,7-1-492,26 6 0,8-1 164,-19-6 0,3-3 0,0 2 0,3 2 0,2 0 0,0 0 247,9-2 1,2-2 0,4 1-166,-9 0 0,2 0 0,2 0 0,-2 0 0,-7 0 0,-2 0 0,0 0 0,5 0 49,-4 0 0,5 0 1,1 0-1,-1 0 0,-3 0-49,8 0 0,-3 0 0,0 0 0,0 0 0,6 0 0,1 0 0,-1 0 0,0 0 0,-4 0 0,0 0 0,-1 1 0,-2-2 0,-9-1 0,0 0 0,-2 0 0,0-1 0,1 1 0,0-1 0,-3 0 0,-4 0-246,27-6 0,-4-1 346,-20 1 1,1 0-1,-9-1 146,28-7 491,-42 4 1,-1 2 491,41 4 0,-42-3-492,15 9 1,2 1 491,-7-4 0,35 4 0,-45 0 0,-2 0 0,-8 0 0,-9 0 0,-1 0 0,-23 0-293,4 0-690,-1 0 0,-3 0 0,7 0 0,35 0 0,1 0 0,10 0 0,7 0 0,-20 0 0,6 0 0,-5 0 0,-30 0 0,-5 0 0,-10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28:20.510"/>
    </inkml:context>
    <inkml:brush xml:id="br0">
      <inkml:brushProperty name="width" value="0.35" units="cm"/>
      <inkml:brushProperty name="height" value="0.35" units="cm"/>
      <inkml:brushProperty name="color" value="#E71224"/>
    </inkml:brush>
  </inkml:definitions>
  <inkml:trace contextRef="#ctx0" brushRef="#br0">546 352 24575,'-44'35'0,"7"-8"0,33-16 0,1-4 0,18 0 0,12-4 0,16-11 0,-3-3 0,18-21 0,-2-10 0,5-18 0,-14 17 0,-12-24 0,-26 19 0,4 1 0,-21 0 0,3 35 0,-37-7 0,19 14 0,-56 13 0,10 26-944,-8-1 944,18 3 0,0 3 0,-16 11 0,8-3 0,1 4 0,24-12 0,4-1 0,-7 8 0,5 0 0,0 31-26,19-4 26,14-9 0,11-14 0,14-8 0,13-14 0,3-5 0,45-3 0,-42-14-24,26-7 1,6-7 23,17-28-492,-12 1 0,-1-5 0,-21 2 0,-5-4 411,-1-8 1,-5-2-171,-11 7 1,-4 0 250,13-42 0,-8 13 0,-17 24 856,-11 21-856,-7 13 983,-3 12 0,-9 5-751,-17 26-232,-4 10 0,-4 5-492,6-5 0,0 5 354,-4 9 0,-2 7 0,2-3 138,-2 1 0,0 2-328,3 2 0,-2 6 0,4-4-164,-3 0 0,3-3 0,-5 8 0,5-4 339,3 11 153,12-30 0,16-16 0,8-21 983,4-4-309,20-15 309,11-17 0,24-8-492,-21-1 1,0-3-1348,24-17 856,-13 3 0,-2-3 0,-17 15 0,-3-1 0,10-11 0,-1-3 0,-7-3 0,-4 2 0,11-23 0,-13 0 0,-14 54 0,-12 12 0,-7 12 0,-36 42 0,-12 18-492,10-3 0,-1 3 269,7-8 1,1 0 222,-7 13 0,2-1 0,13-18 0,2-1 367,-3 9 1,4-3-368,-4 6 0,11-6 0,11-25 0,12-9 0,1-6 983,26-19-477,22-12-506,-10-3 0,5-3-492,8 0 0,3-3 0,10-16 0,2-2 17,1 3 1,-1 0-18,-8 2 0,-3 0 3,4-2 0,-3-1 118,-9-1 0,-5 3 371,25-13 0,-15-7 0,-48 69 0,-9 1 0,-30 52 0,-16 23 209,12-23 0,-3 3-209,-2 7 0,-4 6 0,1-2 0,-15 13 0,3-3 0,7-3 0,0-2 0,-7-6 0,1-4 491,13-13 1,2-4-292,0-4 0,3-6 634,2-8-834,10-2 0,24-27 0,60-72 0,-3 12 491,-7 3 1,1-3-1,-18 20 1,-1 0-469,10-11 0,-1 0 293,-10 9 1,-1 1-317,13-11 0,0 1 0,12-20 0,-15 25 0,10-17 0,-40 63 0,9-21 0,-55 82 0,-11 8 0,14-23 0,-1 1 409,-15 31-409,13-34 0,2-1 0,2 13 0,-16 2 0,28-22 0,11-24 0,7 4 0,16-12 0,80-26 0,-46 4 0,2-3-492,31-9 0,3-6 0,-9-7 0,-2-5 356,3 2 1,-3-4 135,0-10 0,-2-2 0,-10 11 0,-2-2 0,3-10 0,-6 0 78,-19 23 1,-4 1-79,26-37 0,-39 43 0,-19 20 0,-34 10 0,-32 26 0,10-1 0,-3 3-70,1 5 0,-2 4 70,-24 16 0,1 2 0,25-12 0,0 1 0,0-3 0,-4 0 0,4-1-478,0 5 1,3-2 477,-13 1 0,3-2 0,-10 14 0,20-24 0,36-15 0,15-12 0,46-41 0,-12 13 0,19-21 983,-29 25 0,-23 15 0,-52 29-272,-9-1-711,3 9 0,-2 1-729,-28 5 729,34-8 0,4 0 0,2-3 0,-7 6 0,51-22 0,-2-5 0,34-10 0,47-23 0,-14 12 0,6-3-492,18-11 0,4-3 0,-1 2 0,-1-2 277,-7 3 0,-2-3 215,9-12 0,-5 2 21,-25 19 0,-2 1-21,6-10 0,-11 4 0,-24 15 0,-27 15 0,-35 17 0,-16 11 0,-2 1 0,-6 4-328,0 1 0,-5 3 0,0-2-164,-20 6 0,-1-1 300,11-5 1,-2 1-1,4-3 192,1-3 0,1-2 0,8-3 0,-3 1 0,7-2 0,8-3 0,4 0 0,-7 4 0,7-3 983,14-7 0,7 3-649,69-26 0,22-9-334,-3-2 0,4 0 0,-1 1 0,-13-2 0,-21 7 983,-19 9 0,-71 19 0,30-8-938,-42 12-45,56-14 0,13-2 0,35-3 0,33 0-492,8-7 0,9-4 0,4-6 0,6-5 164,-15 3 0,4-1 0,0-3 0,0-5 0,0-2 0,-1-1 0,-9 5 0,-1 0 0,1-1 0,16-8 0,2-2 0,-8 1-164,-3-3 0,-4 0 0,19-8 0,-9 2-492,-17-6 1967,-25 18-400,-41 24 400,-40 22 0,-41 35 0,-1-5-492,17-1 1,-1 3-188,8-5 0,1 1-796,-2-1 0,-1 3 353,-19 13 0,1-2 139,29-22 0,0-1-216,-12 13 0,2-3 216,-6-3 0,17-1 0,21-24 983,23-7-467,35-19-516,23-12 0,-3 5 0,6-2 252,3-7 0,3-2-252,9-5 0,2-2 0,0-3 0,-1-2 0,1 1 0,-1 0 0,-8 6 0,-4 1 242,-13 7 1,-5 2-243,8-3 0,-31 11 0,-16 12 0,-45 16 0,-3 2 0,-9 5 0,-1 3 983,-15 10-787,10-1 0,3 0-196,7-2 0,-22 15 0,50-29 0,7-1 0,14-8 0,99-1 0,-5-11-328,-32 1 0,8-3 0,-3 0-164,8-4 0,-1-3 420,9-9 1,-1-2 71,-8 5 0,-3 0 0,-13 5 0,-4-1 260,-3-1 0,-7 3-260,-2 8 0,-22-2 0,-24 11 0,-24 5 0,-16 3 0,-20 6 983,-10 7 0,21-7-777,14 3-206,26-9 0,13-4 0,24-1 0,27-3 0,26-7 0,19-9-823,-9-8 823,-38 5 0,-4-2 0,11-5 0,-4-4 0,-35 17 0,-13 6 0,-57 0 0,14 11 0,-34 2 823,25 13-823,18-1 0,2-1 0,27-13 0,30-24 0,26-19 0,10-11 0,3-10 0,-18 17 0,-17 10 0,-15 12 0,-37 17 0,7 4 0,-69 41 0,5 4-492,25-8 0,-4 3 73,-12 1 1,2-2 418,22-9 0,1-1-125,-10 5 1,3-2 124,-7 10 0,19-16 0,22-5 0,12-17 0,61-16 0,1-14 0,-12 8 0,4-4 411,3-6 0,-1-3-411,-11 4 0,-1-2 0,9-4 0,1-2 0,-4-2 0,-4 0 0,22-19 261,-15 8-261,-33 26 0,-40 15 0,-15 10 0,-47 22 0,-4 8-492,15 6 0,-3 3 0,16-9 0,1 1 358,-23 7 1,0 2 119,23-8 1,2-2 13,3-7 0,2 0 0,6 2 0,7-1 0,2-3 0,12-7 0,60-33 0,24-12 0,-8 1 0,4-3-328,10-3 0,8-4 0,-4 0-44,10-11 0,1 0 44,-7 6 0,4-1 0,-5 2-164,3-4 0,-1 2 164,-13 5 0,2 0 0,-4 3-11,5 2 0,-5 2 339,-5-4 0,-6 5 0,-2 10 0,-21 5 0,-78 60 0,-9-2 0,11 3 0,-2 2 0,4-13 0,-4 3-157,-12 21 1,-6 10 0,8-8 156,12-15 0,2-2 0,-3 5 0,-4 4 0,16-12 983,21-11 0,29-26 0,6-1 0,33-16 0,4-3 0,12-6 0,0-12 0,-23 19 0,-8-9-754,-24 19-229,-13 5 0,-65 33 0,4 0-395,10-1 0,-1 2 395,-19 6 0,7 11 0,33-32 0,1 5 0,26-17 0,8-3 0,67-32 0,-22 9 0,16-9 0,3-1 0,5-8 0,-22 14 0,0-2 790,27-19-790,-30 13 0,-23 10 0,-27 15 0,-63 18 0,-24 13-492,36-13 0,-4 1 164,-21 10 0,-11 4 0,6-1-38,-2-1 1,4 0 365,22-4 0,-1 2 0,2-1 0,-18 6 0,3-1-305,12-1 0,7-1 305,-18 4 0,54-10 0,34-19 0,47-3 0,14-3 0,11-10-328,-12 6 0,12 1 0,-6-3-164,-11-4 0,-1-3 384,7 3 0,7 0 1,-4 0 107,8-3 0,-3-1 0,9-3 0,-2 0 491,-8 4 1,-8 1-195,10-5 278,-18 6-575,-59 16 0,-53 23 0,3 2 0,-4 3-534,-36 16 534,29-10 0,4-1 0,6 1 983,12-6 0,14-6 0,28-17-307,78-38-676,-39 14 0,4-2-492,26-11 0,2-2 424,-23 9 1,-2 1 67,9-4 0,0 0 0,-5 2 0,-3 0 0,-8 5 0,-2 0 0,29-17 616,-58 33-616,-15 3 0,-32 10 0,-6 9 0,-34 0 0,7 10 0,1-11 0,-19 14 983,37-20-809,-4 6-174,39-22 0,14-1 0,17-17 0,18-21 0,12-6 0,-20 13 0,2-1-984,36-24 159,-12-5 825,-10 30 0,-26 9 0,-14 29 0,-52 39 0,17-8 0,-9 5 0,-1 1 0,-5 14 0,-5-1 983,13 4-157,4-8-826,9-5 0,9-12 0,8-15 0,70-66 0,-20 19 0,-5-6 0,2-3 0,23-11 0,-25-2 0,18 4 0,-32 15 0,-16 31 0,-35 28 0,-20 43 0,9-28 0,-1 2-492,7 5 0,0 0 298,-6-2 1,0-2 193,-10 35-208,-8 2 208,30-30 0,1-9 0,22-28 0,1-6 0,50-8 0,-12-10 0,20-5 0,3-4 354,10-16-354,-13 7 0,2-3-492,-2-4 0,-3-1 337,-5 5 1,-1-2 154,1-6 0,-4 1 0,3-5 0,-24 15 0,-19 19 0,-42 43 0,-18 24 0,17-11 0,-3 4-328,-14 8 0,-9 6 0,6-3-21,2 9 1,3-2 348,-7-1 0,1-1-56,3-4 1,3-3 55,15-11 0,2-3 0,-34 29 0,50-47 0,20-25 0,62-53 0,4-3 491,-6 7 1,3 0-306,-18 16 0,1 0-186,19-14 0,0 0 0,-17 16 0,-2 1 0,11-12 0,-1-2 0,-5 6 0,-3 2 0,25-21 983,-14 3-368,-28 26-615,-24 12 0,-4 7 0,-4 2 0,-15 36 0,-8 3 0,-16 34 0,-14 3 0,2-9 0,11-11 983,15-21-609,22-23-374,50-59 0,-4 1-492,1 3 0,4-3 139,-4 1 1,0 2 352,0 2 0,1-1 0,0-4 0,-2 2-257,19-19 257,-12 14 0,-23 29 0,-12 10 0,-12 18 0,-46 47 0,2 7 0,-5-3 0,-2 1 231,-12 22-231,4-17 0,0-1 0,-4 11 56,17-20 1,2-4-57,-2-2 0,17-6 0,16-26 0,14-9 0,49-50 0,3-6 267,-15 15 0,2-2-267,5-5 0,-3 3 0,10-10 0,-10 9 0,0 1 0,8-8 151,-5 2-151,-18 20 0,-29 27 0,-27 46 0,-14 19 0,3-11 0,0 2-778,-15 28 778,15-30 0,3-3 0,11-1 880,-29 29-880,43-45 0,-7 0 0,20-22 0,25-41 0,-15 10 815,16-19-815,-14 6 0,-7 21 0,-5 3 0,-51 85 0,8-17-419,4-4 1,-3 1 418,6-11 0,1-5 0,-15 18-86,-3 1 86,31-35 0,14-17 0,31-21 0,21-29 0,24-12-304,-23 10 1,-3 2 303,9-1 0,-7 2 0,-1 2 0,-3 0 807,12-5-807,-26 18 87,-29 33-87,-53 69 0,18-30 0,-8 12 0,-3 6 0,10-12 0,4-3 0,-11 13 636,-4 10-636,46-62 0,20-17 0,34-30 0,-8 12 0,2-10 0,-1-1 0,-12 15 0,4-9 0,-3 1 0,-14 15 0,2-9 0,-25 27 0,-41 42 0,17-21 0,-22 28 0,27-34 0,9-4 0,0 0 0,11-7 0,49-35 0,0 3 0,24-19 0,-15 14 0,-14 2 0,-3 11 0,-9-4 0,-19 23 0,-13 5 0,-13 8 0,3 9 0,-10-4 0,11 3 0,-1-12 0,6 1 0,1-5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28:30.056"/>
    </inkml:context>
    <inkml:brush xml:id="br0">
      <inkml:brushProperty name="width" value="0.35" units="cm"/>
      <inkml:brushProperty name="height" value="0.35" units="cm"/>
      <inkml:brushProperty name="color" value="#E71224"/>
    </inkml:brush>
  </inkml:definitions>
  <inkml:trace contextRef="#ctx0" brushRef="#br0">277 241 24575,'-17'72'0,"0"0"0,1 0 0,2-13 0,2-2 0,-5 23 0,7-15 0,13-46 0,1-19 0,19-33 0,5-5 0,-1-8 0,13-8 0,-3 5 0,-2 2 0,24-28 0,-35 42 0,26-39 0,-29 40 0,12-26 0,-19 37 0,-2-9 0,-9 29 0,-30 61 0,7-8 0,2 1 0,-1 1 0,-7 9 0,17-13 0,-3-21 0,12-13 0,3-12 0,11-5 0,9-16 0,20-10 0,9-31 0,-12 23 0,11-46 0,-8 18 0,-11 2 0,-5 14 0,-1 4 0,-10 13 0,8-19 0,-16 33 0,-11 15 0,-45 57 0,14-6-492,-7 9 0,-1 4 296,11-17 1,3 1 195,-4 14 0,1-1 0,-16 22 0,10-1 0,17-30 0,7-20 0,11-11 0,3-24 0,16-19 983,-9 0-591,11-11-392,-11 19 0,-29 61 0,-13 28 0,13-27 0,-2 3-328,-7 14 0,-5 8 0,1-4-164,-8 6 0,2-4 0,2-5 0,1-1 0,0-1 0,3-3-492,-9 29 443,17-34 541,20-28 0,6-20 0,26-30 983,13-19 0,14-20 0,7 0 0,-31 24 0,18-9-437,-31 22-546,8-11 0,-12 19 0,-8 13 0,-12 33 0,2-12 0,-6 22 0,5-19 0,3-8 0,-1 4 0,5-12 0,25-30 0,-7 7 0,25-30 0,-2-3 0,-9 14 0,10-23 0,-25 37 0,-1-4 0,-9 18 0,-7 9 0,-28 47 0,11-25 0,-15 32 0,24-43 0,8-13 0,55-46 0,-31 23 0,16-16 0,4-5 0,0-14 0,1 1 0,-13 16 0,-3 3 0,-6 8 0,27-32 0,-37 50 0,4-8 0,-37 62 0,1-5 0,-12 18 0,7-5 0,10-23 0,2 3 0,9-23 0,20-30 0,7-11 0,11-31 0,-9 27 0,8-26 0,-22 40 0,22-41 0,-10 31 0,-4-3 0,1 19 0,-11 10 0,-2 7 0,2-6 0,-3 9 0,-3 25 0,-7 5 0,2 16 0,-5-17 0,6-8 0,3-19 0,27-13 0,-3-12 0,12-5 0,6-9 0,-6 7 0,0 4 0,11-5 0,-32 23 0,6 3 0,-18 8 0,-6 48 0,-13-4 0,8 5 0,-1 3 0,-16 25 0,14-26 0,0-1 0,-6 14 0,-1 15 0,7-44 0,2 4 0,9-37 0,1-1 0,28-43 0,-15 21 0,42-54 0,-17 21 0,2-5 0,13-8 0,-36 43 0,13-11 0,-26 35 0,-5-4 0,-9 31 0,-10 2 0,-6 30 0,0-18 0,2 4 0,7-20 0,0 0 0,7-8 0,-2-10 0,22-34 0,3-18 0,4 0 0,4-14 0,-19 39 0,8-6 0,-13 14 0,-38 66 0,7-20 0,-2 8 0,0 1 0,-4 10 0,6-11 0,12-7 0,9-25 0,8-4 0,13-34 0,-2 5 0,14-27 0,-14 24 0,15-33 0,-13 20 0,9-34 0,-11 34 0,1-9 0,-7 33 0,0 7 0,-17 41 0,6-13 0,-13 40 0,15-44 0,0 9 0,1-20 0,7-4 0,27-29 0,17-9 0,1-5 0,22-10 0,-48 27 0,49-28 0,-48 28 0,51-35 0,-59 54 0,21-20 0,-42 53 0,1-8 0,-13 27 0,11-8 0,-7-6 0,13-4 0,-5-16 0,8-6 0,19-25 0,4-6 0,9-10 0,4-19 0,-23 26 0,14-22 0,-15 21 0,-1 9 0,-8 11 0,-25 44 0,7-9 0,-19 26 0,22-27 0,-3 0 0,8-8 0,4-7 0,27-23 0,10-12 0,29-16 0,-5-12 0,6-2 0,-30 14 0,7-5 0,-32 30 0,9-7 0,-16 20 0,-22 75 0,8-30 0,-8 21 0,-2 6-527,-5 18 527,0 0 0,2 3 0,12-49 0,3-4 0,10-33 0,23-37 0,3 0 0,3-18 0,-5 17 527,-9-6-527,0 15 0,-1-8 0,-9 26 0,-4 3 0,-8 28 0,-2 5 0,-6 20 0,3-17 0,-1 2 0,3-15 0,3-3 0,4-8 0,22-28 0,4-7 0,18-25 0,-4 9 0,1-6 0,10-10 0,-18 19 0,5-7 0,-34 38 0,-4 8 0,-24 24 0,11-12 0,-3 8 0,10-14 0,17-40 0,-8 21 0,12-33 0,-10 31 0,15-35 0,-9 26 0,16-31 0,-15 38 0,-5 5 0,-30 41 0,-5 15 0,-22 25 0,7 2 0,-11 9 0,11-20 0,-8 5 0,31-41 0,-2-5 0,18-16 0,-2-4 0,4-30 0,7 8 0,-3-22 0,11 17 0,-7 6 0,7-5 0,-4 10 0,-4 0 0,3 8 0,-7 2 0,-39 31 0,-4-8 0,-30 23 0,2-11 0,18-4 0,2-1 0,3 1 0,19-7 0,-9 0 0,17-6 0,-5-4 0,14 0 0,-5 0 0,35-30 0,-15 16 0,22-24 0,-28 30 0,-8 31 0,1-19 0,-4 25 0,17-40 0,31-14 0,-7 1 0,55-36 0,-26 16-340,-12 5 0,2-2 340,-2 4 0,0 0 0,0 1 0,2-2 0,5-4 0,1 2 0,35-11 0,0 3 0,-14 18 0,-20 14 0,-5 2 0,-33 9 0,-3 4 0,-12 10 0,0-2 680,3 5-680,1-6 0,3-3 0,0-4 0,3-4 0,1-3 0,67-41 0,13-12-682,-38 23 682,3-2 0,10-7 0,-14 5 0,-16 0 0,-15 16 0,13-15 0,-30 31 0,-1 0 0,-27 50 0,11-21 0,-20 32 682,27-37-682,-6 3 0,14-16 0,-5 0 0,24-21 0,-13 3 0,17-9 0,-8 5 0,-2-2 0,2 5 0,-10 1 0,-27 50 0,-5-7 0,-11 27 0,10-20 0,6-4 0,8 3 0,-4-6 0,6-7 0,6-16 0,4-11 0,30-18 0,2-2 0,9-10 0,-5 9 0,-24 10 0,4-1 0,-12 11 0,-18 43 0,3 5 0,-13 29 0,1 15 0,2-32 0,-1 12 0,5-34 0,9-19 0,6-5 0,20-30 0,16-7 0,19-28 0,16-3 0,-18 5 0,-2 5 0,-24 22 0,-13 10 0,-5 13 0,-11 47 0,-9-10 0,-2 37 0,-2-34 0,10-8 0,0-15 0,6-7 0,21-39 0,-11 18 0,34-50 0,-31 36 0,15-10 0,-18 9 0,-5 20 0,-47 41 0,22-18 0,-30 33 0,44-49 0,7-2 0,6-25 0,2 11 0,4-32 0,-3 23 0,3-24 0,-7 24 0,1-3 0,-9 20 0,-1 4 0,-33 9 0,13 4 0,-23 7 0,9 4 0,12 2 0,-10-1 0,18-5 0,-7-4 0,-7-4 0,11-3 0,-5-1 0,22-8 0,1-4 0,3-10 0,5-14 0,1 1 0,4-8 0,-1 11 0,0 0 0,-4 9 0,-4 5 0,-20 24 0,-1 1 0,-42 44 0,14-12 0,-7 14 0,21-25 0,24-17 0,10-19 0,36-27 0,5-11 0,19-30 0,-22 31 0,3-21 0,-26 36 0,32-31 0,-29 26 0,10-3 0,-20 24 0,-8 9 0,16-2 0,-12 0 0,18-8 0,-17 3 0,2 6 0,14 1 0,-10 0 0,12-2 0,-13-5 0,-3 0 0,0 3 0,0-2 0,3 5 0,1-5 0,0 5 0,-1-2 0,0 3 0,1 0 0,0-3 0,3 2 0,3-6 0,4 1 0,6-3 0,-6 1 0,-4 3 0,-13 5 0,-28 27 0,11-11 0,-34 38 0,36-38 0,-10 17 0,15-25 0,8-1 0,11-19 0,-6 8 0,9-12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0:52.064"/>
    </inkml:context>
    <inkml:brush xml:id="br0">
      <inkml:brushProperty name="width" value="0.35" units="cm"/>
      <inkml:brushProperty name="height" value="0.35" units="cm"/>
      <inkml:brushProperty name="color" value="#E71224"/>
    </inkml:brush>
  </inkml:definitions>
  <inkml:trace contextRef="#ctx0" brushRef="#br0">1 283 24575,'6'76'0,"2"0"0,10 0 0,-9-23 0,8-4 0,-11-31 0,2-2 0,-1-12 0,5-36 0,-3 17 0,15-44 0,-14 35 0,15-34 0,-11 31 0,14-40 0,-16 46 0,5-20 0,-10 30 0,-3 10 0,-1 28 0,-3-1 0,0 18 0,4-17 0,-3-1 0,3-7 0,-1-4 0,1-11 0,15-25 0,-12 9 0,16-26 0,-21 23 0,10-11 0,-11 13 0,3 7 0,-15 59 0,-15 21 0,11-19 0,-1 2-357,-1-8 0,1-1 357,-15 46 0,15-28 0,-4-5 0,20-42 0,4-15 0,44-68 0,-12 10 0,6-4 0,1-4-984,6-18 841,-11 21 1,1-2 142,-8 9 0,-2 1 0,2-6 0,-1 0-128,-4 12 0,-3 1 128,8-48 0,-14 53 658,-10-12-658,-3 46 0,-4 6 0,0 26 983,0 7-669,0 16-30,-6 1-284,5-11 0,-5-3 0,6-10 0,-3-6 0,2-1 0,-2-9 0,6-1 0,1-3 0,3 0 0,0 0 0,3-3 0,1-1 0,3-3 0,16 0 0,-6-4 0,24 3 0,23-18 0,-23 11 0,21-12 0,-42 11 0,0-5 0,31 1 0,-24-1 0,24 6 0,-31 4 0,-12 7 0,-3 1 0,-12 6 0,-3 1 0,-1 3 0,-4 6 0,4-4 0,-4 9 0,7-9 0,-3 1 0,4-7 0,0-3 0,9 3 0,6-1 0,30 4 0,39-7 0,-34-2 0,3-1 0,16-2 0,3-2 0,-1-7 0,2-1-492,21-2 0,1 0 0,-6 0 0,-2 1 123,0 0 1,-6 2 368,16 8 0,-39 0 0,-46 0 0,-7 3 0,-76 10 0,26-2 0,-10-1 0,-4 0 983,-17 5 0,-22 8-835,1-5-148,11 11 0,12-7 0,32-6 0,16-2 0,28-13 0,53 2 0,9-3 0,-15-3 0,2 0-838,44-6 838,-32 1 0,2-1-492,-12 0 0,2 1 144,20-1 1,-1 0 347,-22 1 0,-4 0 0,38-2 0,-31 3 0,-34 7 0,-18 3 764,-23 11-764,6-2 983,-6 2 0,19-7-605,38-14-378,12-8 0,31-1 0,-27-3 0,15-2 0,-25 8 0,-5-4 0,-15 7 0,-30 3 0,-33 3 0,-41 1 0,-17 3-492,34-1 0,-1 2 238,10 2 1,0 1 253,-5 1 0,-1 0 0,1 3 0,0 1-216,4-1 0,1 1 216,-42 13 0,34-7 0,15-1 0,33-7 0,6-3 0,37 8 0,-3-4 983,9 1-508,-18-3-10,-13-2-465,-3 6 0,0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0:56.559"/>
    </inkml:context>
    <inkml:brush xml:id="br0">
      <inkml:brushProperty name="width" value="0.35" units="cm"/>
      <inkml:brushProperty name="height" value="0.35" units="cm"/>
      <inkml:brushProperty name="color" value="#E71224"/>
    </inkml:brush>
  </inkml:definitions>
  <inkml:trace contextRef="#ctx0" brushRef="#br0">533 185 24575,'8'26'0,"59"17"-980,-1-12 980,2-8 0,3-1 0,21 4 0,-40-13 0,1-4 0,41-7 0,-15 4 0,-5-6 321,-32 0-321,-32-3 0,-70-5 0,-34-14-492,2 11 0,-7 1 0,12-4 0,-2 1 232,13 8 0,-4 1 0,5 2 260,-4 0 0,3 4-492,-7 4 0,4 4 449,28 1 0,4 2 441,-26 10-398,28-5 0,24-12 0,19-3 983,49-3 0,31 0-154,13 0-1321,-18 1 0,1-2 51,-21-2 1,-1-1 440,9 3 0,-1 0-138,-6-3 1,-3 0 137,15 4 0,-6 0 0,-28 0 0,-21 0 0,-52 0 983,3 6 0,-36 1 0,43 3-508,7-1-475,27-5 0,28-1 0,15-3 0,23-6 0,26-4 0,-37-2 0,-6 4 0,-4 0 0,-13-2 0,33-4 0,-44 9 0,-3-1 0,-19 6 0,-30 12 0,-4 2 0,-20 7 0,12-1 0,8-6 0,16-4 0,8-1 0,31-8 0,6 2 0,66-3-984,-3 0 786,-9-3 1,7-3-295,-9-3 0,0-1 0,9 0 0,1-1 325,-22 2 1,1 0 0,-1-1 166,30-4 0,-1 0 0,-4 4 0,-2-1-492,-7-6 0,-7 0 369,19-1 123,-34-2 0,-21 13 0,-25 3 983,-7 7-845,-3 1 845,0 3 0,3-4 0,10 1-100,-4-4-883,7 0 0,7-6 0,-6 5 0,14-5 0,41 14 0,-18 0 0,33 13 0,-43-7 0,-26 1 0,-13-7 0,-12-1 0,3 3 0,12 10 0,35 11 0,8 3 0,-7-13 0,3-2-984,24-2 981,-10-4 1,1-3 2,25-8 0,-34 3 0,-2-1-63,16-10 63,-29-2 0,-18-2 0,-20-4 0,-7 6 0,-4-5 983,-3 5-981,-9-3 65,-13 7-67,5 0 0,-33 4 0,31 0 0,-43 6 0,37 0 0,-58 17 0,53-16 0,-18 6 0,-1-3 0,19-8 0,-26 6 0,27-8 0,18 0 0,-6-3 0,17-1 0,18-23 0,-2 15 0,16-19 0,11 6 0,-11 9 0,14-9 0,-26 18 0,-1-1 0,-37 4 0,-26 1 0,3 3 0,-7 0-492,-16 0 0,-3 0 168,5 3 1,-1 2 323,-5-2 0,-2 3 0,-1 7 0,4 1 0,19-5 0,2 0 0,-8 3 0,6 0 0,10-1 0,18-4 0,32-4 0,41-18 0,-10 4 0,25-14 983,-43 9-335,-2 0-648,-12 5 0,-13-4 0,-6 1 0,-64-4 0,25 8 0,-6 1-492,-23 3 0,-4 2 0,7-1 0,-1 2 164,15 2 0,-4 1 0,2 1-164,-26 3 0,1 1 0,-3-5 0,-5 2 194,14 5 1,-4 4-1,9-2 298,15-4 0,3 1 0,-26 7 0,12 0 0,36-6 0,19-4 0,20-7 0,3-6 983,-10 2 0,1 1 0,-17 3 0,-7 4 0,0 0-85,-35 0-898,-9 0 0,-2 0 0,8 0 0,3 0 0,33 4 0,-15-3 0,44 3 0,11-4 0,35 0 0,-3 0 0,34 0 0,3 0 0,-8-5 0,5 3 0,-31-3 0,-3 5 0,-19 0 0,-2 0 0,-9 0 0,9 8 0,-4 0 0,24 7 0,-18-4 0,39 2 0,-20-8 0,8 1 0,1-6 0,-28 0 0,18-4 0,-20 3 0,9-7 0,7 7 0,28-3 0,-8 4 0,4 0-492,0 0 0,4 0 67,35-4 0,4-1 425,-27 4 0,0 0 0,17-7 0,-2-1 0,-24 5 0,-6-1 0,30-10 0,-35 3 0,-29 3 0,-20 1 0,-27 4 0,6 1 983,-12 3-132,17 3-851,10 1 0,18 10 0,1-4 0,34 1 0,3-7 0,21-4 0,10-7 0,-8 5-598,19-12 598,-37 9 0,2 0-492,-3-3 0,1-1 376,13 0 1,0 0 115,-15 1 0,-2-1 0,43-14 0,-40 10 0,-22-4 0,-29 9 0,-3 5 561,13-1-561,-6 4 983,9 0-714,-15-3-269,-10-10 0,0 9 0,17 26 0,3-7 0,23 23 0,-10-29 0,10 7 0,20 4 0,-22-3 0,1-3 0,-36-14 0,-35-5 0,12 1 0,-32 6 0,4 6 0,8 3 0,-3-3 0,-8-1-492,-6-3 0,-3-2 0,-12 7 0,-3-2 461,-10-6 1,1 0 30,12 8 0,5-2-406,19-6 1,0 0 405,-16 7 0,0 0 0,15-2 0,1-2 0,-16 2 0,0-2 0,17 1 0,0-1 0,-11-3 0,-1-2 0,10-3 0,1-1 0,-4 5 0,-3-2 0,-17-9 0,3-2 0,-12 2 0,18-5 0,-11-5 0,10 3-984,-31-4 892,30 7 1,-9-2 0,12 3 91,-8 0 0,-1 5 0,3 0 983,21-3-165,-40 3 18,50-1-836,6 9 0,6-5 0,24 6 983,39 0-505,21 0-478,-3-3 0,6-2-492,2 1 0,2-2 0,9-6 0,0-2 137,-15 5 0,-1-1 67,9-6 1,-4-1 287,7-4 0,-6-1 0,-35 7 0,-27 11 0,-28 25 983,5-7 0,-38 31 0,20-21-679,-3 2-304,-14 0 0,-26-11 0,23 0-482,-3-6 0,-3-2 482,-26 3 0,1 0 0,34-6 0,6 0 0,17 0 0,-14-3 0,33 3 0,15-4 0,30 14 0,-15-7 0,31 12 964,-27-15-964,3 3 0,-1-6 0,-9 2 0,-7 0 0,-21 11 0,6-2 0,-12 5 0,16-3 0,3-6 0,1 2 0,12 0 0,-3-2 0,7 2 0,-34-6 0,12-1 0,-24 0 0,22-2 0,1 5 0,6 1 0,13 6 0,6-1 0,11 1 0,22-2 0,-5-5 0,49 8-492,-38-4 0,2-1 0,6-4 0,2 1 0,11 7 0,2-1 0,-6-6 0,2-2 0,16 1 0,1 0 0,-8 4 0,-2-1 250,1-7 0,-7 0 242,7 7 0,-3-8 0,-31 0 0,16 0 0,-13 0 983,-2 5 0,-24 0 0,33 1 0,-20-3 0,13 1 0,18-3-493,-33 7-490,34-7 0,-9 10 0,-4-9 0,4 5 0,30-7 0,-50 4 0,49-3 0,-28 10 0,-16-9 0,8 5 0,-34-7 0,-8 0 0,3 0 0,-6 0 0,31 0 0,-15 0 0,44 0 0,-25 0 0,7 0 0,8-13 0,-26 6 0,10-10 0,-22 9 0,-12 0 0,5 1 0,-9 3 0,7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0:58.989"/>
    </inkml:context>
    <inkml:brush xml:id="br0">
      <inkml:brushProperty name="width" value="0.35" units="cm"/>
      <inkml:brushProperty name="height" value="0.35" units="cm"/>
      <inkml:brushProperty name="color" value="#E71224"/>
    </inkml:brush>
  </inkml:definitions>
  <inkml:trace contextRef="#ctx0" brushRef="#br0">1 404 24575,'94'28'0,"-44"-17"0,1-3 0,2 1 0,1-3-492,-4-5 0,2 0 252,28 3 0,0 0-252,-20-4 0,-2 0 226,19 0 1,-1 0 265,-21 0 0,0 0 0,4-4 0,0 0 375,30-5-375,5-6 0,-30 6 0,-14-1 0,-18 9 675,-7-3-675,-3 4 983,-1 0-404,15 0-212,-21 0-367,30 0 0,-33-3 0,34 2 0,-26-2 0,38 3 0,-15 0 0,7 0 0,50 0 0,-47 0 0,3 0 0,1 0 0,7 0-492,-3 0 0,4 0 479,21-7 13,-12 6 0,-1 0 0,17-5 0,-34 5 0,6 2 0,28-1 0,3 0-492,-23 0 0,-1 0 52,25 0 0,-4 0 440,-35 0 0,-3 0-177,3-3 1,-2-2 176,26-8 0,13-4 0,-50 0 0,6 9 884,-27 4-884,5 4 983,-5-4-46,6 3-527,0-3-410,10 4 0,-7 0 0,7 0 0,1 0 0,2 0 0,31 8 0,5-7-348,-22 7 1,-1-1 347,26-5 0,-28 2 0,1 0 0,24-4 0,-16 0 0,-3 0 0,-45 0 0,1-4 0,-58-21 0,21 12-492,-26-4 0,-5 1-492,7 4 492,-17 7 0,-4 1-492,-5-1 492,-14 4 0,-2 2-492,0-1 492,0 7 0,2 2-245,14 1 737,22 1 0,1 1 0,-20 3 0,32-5 983,-29-2 0,34-5 0,-6-7 0,-8-8 0,-13-9 0,-26-17-931,14 14 1,-6 1-53,9 0 0,-2 1 0,-13-3 0,-5 4 0,-10 4 0,3 5 0,23 1 0,1 3 0,-21 2 0,4 3-273,33 3 0,4 0 273,-45 0 0,35 4 0,15-3 0,27 6 0,4-6 983,10 5 0,0-5-86,4 12-897,-5-11 0,1 7 0,-12-9 0,9 0 0,-12 0 0,10 0 0,1 3 0,55 13 0,10-5 0,9 0-492,10-1 0,6-2 164,-9-1 0,3-2 0,-5-2 124,7-5 1,0-3 203,-5 2 0,5-1 0,-5 0 0,4-4 0,-1-2 0,-5 1 0,4-1 0,-5 1 0,8 0 0,-3-2 0,2-6 0,-4 0-492,-13 7 0,-3 1 203,40-14 208,-31 9 81,-2 6 0,-21 2 0,-8 6 983,4 6 0,-2 1 0,-3 0-302,4 3-582,-26-9-99,11 6 0,-13-7 0,4 4 0,-1-1 0,1 1 0,0 3 0,2-4 0,-2 4 0,0-7 0,-1 4 0,-3-1 0,12 6 0,0 4 0,11 1 0,8 0 0,-15-8 0,8-1 0,-20-5 0,-1 0 0,-3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4:51.753"/>
    </inkml:context>
    <inkml:brush xml:id="br0">
      <inkml:brushProperty name="width" value="0.035" units="cm"/>
      <inkml:brushProperty name="height" value="0.035" units="cm"/>
    </inkml:brush>
  </inkml:definitions>
  <inkml:trace contextRef="#ctx0" brushRef="#br0">0 427 16860,'7'-36'0,"-3"19"3404,7-28-3404,0 30 0,14-32 0,3 16 1325,8-14-1325,16 6 703,11 5-703,-7 5 0,-5 8 0,-2 4 0,-12 5 0,22-1 0,3 1 0,-12 6 0,12 2 0,-1 0 0,-13 4 2283,21 0-2283,-21 0 0,-22 3 0,15 1 0,-17 17 0,-7-7 0,5 16 0,-8-14 0,6 40 0,-6-27 0,1 29 0,-11-31 0,-4-5 0,-14 34 0,-1-16 0,-10 20 0,3-22 0,-5-7 0,-2 2 0,-9 5 0,-9 9 0,-3-4 0,-2 15 0,-5-6 0,2 17 0,1-8 0,18-15 0,9 3 0,20-34 0,-3 12 0,6-14 0,-2-5 0,5 2 0,-2-3 0,0 4 0,2-4 0,-2 0 0,3-3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4:52.089"/>
    </inkml:context>
    <inkml:brush xml:id="br0">
      <inkml:brushProperty name="width" value="0.035" units="cm"/>
      <inkml:brushProperty name="height" value="0.035" units="cm"/>
    </inkml:brush>
  </inkml:definitions>
  <inkml:trace contextRef="#ctx0" brushRef="#br0">1 1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4:54.496"/>
    </inkml:context>
    <inkml:brush xml:id="br0">
      <inkml:brushProperty name="width" value="0.035" units="cm"/>
      <inkml:brushProperty name="height" value="0.035" units="cm"/>
    </inkml:brush>
  </inkml:definitions>
  <inkml:trace contextRef="#ctx0" brushRef="#br0">54 51 8191,'3'-7'0,"4"-3"5063,20-1-5063,-3 0 2818,23 4-2818,35 3 0,0 4 0,-18 0 0,0 0 0,25 0 0,-15 4 1719,-16-3-1719,-28 7 6784,7-7-6784,-19 6 0,1-3 0,-8 6 0,0 1 0,0 9 0,-6-8 0,5 34 0,-8-23 0,4 25 0,-21 21-1009,-21 12 1009,15-26 0,-3 1 0,-4-8 0,-1-3 0,-24 31 0,22-36 0,-3-2 0,-28 20-210,27-19 1,-1-1 209,-29 7 0,-3 0 0,5-11 0,12-15 0,14 2 0,16-12 0,1 3 986,9-5-986,-3 0 442,9 0-442,-9 9 0,9-7 0,-24 30 0,21-30 0,-12 18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4:55.127"/>
    </inkml:context>
    <inkml:brush xml:id="br0">
      <inkml:brushProperty name="width" value="0.035" units="cm"/>
      <inkml:brushProperty name="height" value="0.035" units="cm"/>
    </inkml:brush>
  </inkml:definitions>
  <inkml:trace contextRef="#ctx0" brushRef="#br0">150 42 8330,'-27'19'0,"7"-2"5078,-12-1-5078,12-4 2798,9-8-2798,4-4 1700,3-7-1700,4-10 6669,0-4-6669,0-1 0,0 2 0,-3 9 0,3 1 0,-4 9 0,4 2 0,-5 25 0,-1-5 0,0 26 0,2-26 0,4 9 0,0-19 0,3 3 0,1-3 0,3-4 0,0-4 0,0-3 0,0-7 0,0 3 0,1-15 0,-1 6 0,-2-7 0,-2 6 0,-3-6 0,0 4 0,-4 2 0,4 5 0,-3 8 0,3-2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34:55.893"/>
    </inkml:context>
    <inkml:brush xml:id="br0">
      <inkml:brushProperty name="width" value="0.035" units="cm"/>
      <inkml:brushProperty name="height" value="0.035" units="cm"/>
    </inkml:brush>
  </inkml:definitions>
  <inkml:trace contextRef="#ctx0" brushRef="#br0">0 240 24575,'7'4'0,"-3"2"0,2-5 0,-2 2 0,3-6 0,0-1 0,0-3 0,-3 0 0,-1 0 0,0 3 0,-2-3 0,5 4 0,-5 2 0,2 1 0,-3 7 0,3 0 0,1 0 0,23 3 0,-7-6 0,28-4 0,2-14 0,-13 2 0,30-15 0,-35 3 0,8 1 0,-23-2 0,-17 11 0,-7-1 0,-24-12 0,6 7 0,-37-8 0,30 19 0,-16 2 0,21 11 0,0 1 0,5 6 0,2 1 0,9 2 0,1-3 0,3-1 0,-4 1 0,3-4 0,1 0 0,4-3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08.808"/>
    </inkml:context>
    <inkml:brush xml:id="br0">
      <inkml:brushProperty name="width" value="0.35" units="cm"/>
      <inkml:brushProperty name="height" value="0.35" units="cm"/>
      <inkml:brushProperty name="color" value="#E71224"/>
    </inkml:brush>
  </inkml:definitions>
  <inkml:trace contextRef="#ctx0" brushRef="#br0">0 0 24575,'42'0'0,"45"4"0,-16-3 0,-13 5 0,1 0-984,38-5 568,-43 3 1,3 0-77,12-4 0,3 0 29,6 4 1,2 0 462,6-3 0,-2 0 0,-15 4 0,-1-1 0,11-4 0,-1 0 0,-14 0 0,-2 0 0,-5 0 0,1 0 0,23 0 0,-7 0 0,-10 0 165,9 0 1,-2 0-166,-21 0 0,12 0 0,-3 0 0,-22 0 0,26 0 812,-16 0-812,-21 0 983,16 0-2,-22 0-364,0-4-617,-5 3 0,11-3 0,6 4 0,8 0 0,0 4 0,7-3 0,-7 8 0,42-7 0,-14 10 0,17-11 0,-35 6 0,8-7 0,-15 0 0,28 0 0,-8 0 0,-10 0 0,26 0 0,-45 0 0,56 0 0,-56 0 0,56 0 0,-56 0 0,66 0 0,-63 0 0,32 0 0,-11 0 0,-23 0 0,33 0 0,3 0 0,-12 0 0,22 0 0,-20 0 0,-9 4 0,1 0 0,21-2 0,-17 2 0,-1 0 0,7-4 0,11 0 0,-12 0 0,2 0 0,23 0-452,-7 0 1,-3 0 451,-16 0 0,28 0 0,-65 0 0,3 0 0,3 0 0,-15 0 0,15 0 0,-10 0 903,22 0-903,-10 0 0,16 0 0,-21 0 0,0 0 0,10 0 0,34 0 0,-23 0 0,31 0 0,-39 0 0,21 0 0,2 0 0,11 0 0,10 0-443,2-7 443,1 5 0,-14-5 0,19 7 0,-44 0 0,15 0 0,-37 0 0,37 0 0,-26 0 0,42 0 0,-49 0 0,17 0 0,-7 0 0,52 0 0,-31 0 0,31 0 0,-52 0 443,8 0-443,-8 0 0,10 0 0,0 0 0,1 0 0,-1 0 0,11 7 0,2-6 0,11 12 0,-1-11 0,1 4 0,-11-6 0,-2 0 0,-10 0 0,-12 0 0,-1 0 0,-11 0 0,10 0 0,-7 0 0,7 0 0,1 0 0,-9 0 0,8 0 0,-10 0 0,-5 0 0,3 0 0,-9 0 0,9 0 0,-3-4 0,5 3 0,0-3 0,41 4 0,-30 0 0,25 0 0,-17 7 0,-20-5 0,32 4 0,-34-6 0,12 0 0,-20 0 0,40 0 0,-26 0 0,38 0 0,-38 0 0,59 0 0,-49 0 0,50 0 0,-51 0 0,12 0 0,-11 0 0,28 0 0,-39 0 0,28 0 0,-36 0 0,6 0 0,21 0 0,-16 0 0,37 0 0,-37 0 0,16 0 0,-1 0 0,-20 0 0,13 0 0,-20 0 0,12 0 0,-3 0 0,9-4 0,-11 3 0,0-3 0,41 4 0,-30 0 0,30 0 0,-41 0 0,0 0 0,-5 0 0,-3 0 0,-8 0 0,3 0 0,-3-3 0,0 2 0,-1-2 0,-3 0 0,3 2 0,-2-6 0,2 7 0,0-3 0,-2-1 0,2 4 0,0-4 0,-2 1 0,2 2 0,0-2 0,-2 3 0,5 0 0,-5 0 0,2 0 0,-3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11.379"/>
    </inkml:context>
    <inkml:brush xml:id="br0">
      <inkml:brushProperty name="width" value="0.35" units="cm"/>
      <inkml:brushProperty name="height" value="0.35" units="cm"/>
      <inkml:brushProperty name="color" value="#E71224"/>
    </inkml:brush>
  </inkml:definitions>
  <inkml:trace contextRef="#ctx0" brushRef="#br0">1 115 24575,'89'0'0,"8"0"0,-21 0-984,18 0 750,-7 0-258,-29 0 0,2 0 306,-4 0 0,0 0 186,5 1 0,-1-2 0,-2-2 0,2-1 0,11 3 0,0 0 0,-13-3 0,2 0 0,15 0 0,-1 0 0,-18 0 0,-2-1 257,3-3 1,-4-1-258,18 0 0,6-5 0,-40 12 573,24-10-573,-30 11 983,-2-8-587,-18 8-289,4-2-107,-1 3 0,-3 0 0,-1 0 0,6 0 0,-4 0 0,24-6 0,-18 5 0,13-5 0,9 6 0,-19 0 0,20 0 0,-22 0 0,23 0 0,-9 0 0,9 0 0,-17 0 0,-4 0 0,6 4 0,32 4 0,-25-2 0,19 1 0,-28-7 0,-3 0 0,4 4 0,1-3 0,0 3 0,0-4 0,0 0 0,11 6 0,-9-5 0,19 5 0,-8-1 0,10-3 0,11 3 0,-8 1 0,8-5 0,-21 5 0,7-1 0,-17-3 0,7 3 0,-15-5 0,3 0 0,-9 0 0,4 0 0,0 0 0,-5 0 0,11 4 0,5-3 0,-1 7 0,18-7 0,-8 9 0,10-9 0,-10 5 0,8-6 0,-24 0 0,6 0 0,-10 0 0,-5 0 0,11 0 0,-5 0 0,16 0 0,24 0 0,-16 0 0,8 0 0,3 0 0,-27 0 0,29 0 0,0 0 0,-23 0 0,23 0 0,-20 0 0,-9 0 0,50 0 0,-42 4 0,32-3 0,-42 3 0,0-4 0,0 0 0,0 0 0,0 0 0,0 0 0,-6 0 0,5 0 0,-11 0 0,42 0 0,-28 0 0,40 0 0,-19 0 0,3 0 0,8 0 0,-11 0 0,0 0 0,1 0 0,-1 0 0,0 0 0,1 0 0,-1 0 0,0 5 0,1-3 0,-1 3 0,0 1 0,1-5 0,-1 5 0,0-6 0,-10 0 0,18 0 0,-15 0 0,28 0 0,-18 0 0,18 0 0,-8 0 0,11 0 0,-11 0 0,-2 0 0,-11 0 0,1 0 0,-1 0 0,0 0 0,-10 0 0,8 0 0,-18 0 0,17 0 0,-7 0 0,11 0 0,-1-6 0,0 5 0,-10-5 0,8 6 0,-8 0 0,21 0 0,-8 0 0,7 0 0,1 0 0,-8 0 0,8 0 0,-11 0 0,0 0 0,1 0 0,-1 0 0,0 0 0,-10 0 0,8 0 0,-8 0 0,10 0 0,1 0 0,-1 0 0,0 0 0,11 0 0,2 0 0,11 7 0,0-6 0,-1 6 0,11-7 0,-7 0 0,7 0 0,-11 0 0,11 0 0,-7-7 0,7 6 0,-21-11 0,-2 10 0,-11-9 0,-16 9 0,-3-3 0,-17 5 0,-3 0 0,-1 0 0,-3 0 0,0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14.446"/>
    </inkml:context>
    <inkml:brush xml:id="br0">
      <inkml:brushProperty name="width" value="0.35" units="cm"/>
      <inkml:brushProperty name="height" value="0.35" units="cm"/>
      <inkml:brushProperty name="color" value="#E71224"/>
    </inkml:brush>
  </inkml:definitions>
  <inkml:trace contextRef="#ctx0" brushRef="#br0">0 95 24575,'31'-17'0,"-7"6"0,2 3 0,6 7 0,18-10 0,13 10 0,11-13 0,10 13-984,3-6 912,-35 7 0,3 0 72,6 0 0,-1 0 0,32 0 0,-26 0 0,2 0 0,-11 0 0,-2 0 0,2 0 0,2 0 0,19 0 0,1 0 0,-10 0 0,-1 0 0,-5 0 0,3 0 0,20 0 0,-5 0 0,-7 0 0,-22 0 0,-1 0 0,20 0 276,-26 0-276,44-7 0,-54 5 0,17-5 0,-6 7 0,-19 0 852,15-3-852,-22 2 0,20-2 0,-13 3 0,21 0 0,-21 0 0,0 0 0,31 0 0,-13 0 0,16 0 0,-24 4 0,0-3 0,-7 3 0,18-4 0,-19 0 0,19 0 0,-19 0 0,9 0 0,-11 0 0,0 0 0,0 0 0,10 0 0,13 0 0,-7 0 0,-1 0 0,-22 0 0,10 5 0,-6-3 0,8 3 0,14 2 0,-25-2 0,46 8 0,-41-4 0,64 6 0,-22-2 0,19 2 0,-26-6 0,7 4 0,-39-11 0,48 5 0,-50-7 0,15 0 0,4 0 0,-19 0 0,20 0 0,1 0 0,-21 0 0,19 0 0,-30 0 0,3 0 0,12 0 0,-13 0 0,18 0 0,-21 0 0,5 0 0,0 0 0,1 0 0,17 0 0,33 0 0,-13 0 0,24 0 0,-32 0 0,0 0 0,1-6 0,-1 5 0,0-5 0,1 0 0,-1 5 0,0-5 0,-10 6 0,-2-4 0,-11 3 0,0-3 0,0 4 0,10 0 0,-7 0 0,17 0 0,4 0 0,2 0 0,18 0 0,-18 0 0,18 0 0,-18 0 0,-3 0 0,-2 0 0,-8 0 0,20 0 0,4 0 0,9 0 0,1 7 0,0-6 0,-1 6 0,1-7 0,0 0 0,-11 0 0,8 6 0,-18-4 0,18 4 0,-7-6 0,9 7 0,-9-5 0,-20 4 0,-8-6 0,-20-3 0,9 2 0,-3-2 0,5 3 0,-1 0 0,12 0 0,-9 0 0,19 0 0,-8 0 0,10 0 0,-10 0 0,-8 0 0,-12 0 0,-6 0 0,0-3 0,6 2 0,32-2 0,-6 3 0,14 0 0,-12 0 0,-18 0 0,17 0 0,-23-3 0,12 2 0,-15-6 0,1 6 0,3-7 0,-3 7 0,5-8 0,10 8 0,3-8 0,10 7 0,1-3 0,9-2 0,-7 6 0,8-6 0,-11 7 0,1 0 0,-1 0 0,0 0 0,1 0 0,9 0 0,4 0 0,9 0 0,11 7 0,3-5 0,10 12-904,0-12 904,0 5 0,0-7 0,-1 0 0,-9 7 0,7-6 0,-17 6 0,7-7 0,-21 0 0,30 0 0,-34 5 0,-7-4 0,0 0 0,14 11 0,18-10 0,-11 11 0,11-12 0,-7 6 0,-4-7 0,-2 0 0,-18 0 0,8 0 0,-11 0 0,1 5 0,9-3 904,-7 3-904,8-5 0,0 7 0,-19-6 0,16 6 0,-18-7 0,-5 0 0,1 0 0,-15 0 0,6 0 0,10 0 0,3 0 0,11 0 0,-1 0 0,-10 0 0,-3 0 0,11 0 0,-25 0 0,17 0 0,-32 0 0,5-3 0,4 2 0,-2-2 0,5 3 0,21 0 0,-15 0 0,22 0 0,-21 0 0,21 0 0,-16 0 0,10 0 0,-22 0 0,0 0 0,22 0 0,-10 0 0,16 0 0,-27 0 0,5 0 0,-11 0 0,5 0 0,-9 0 0,-1-3 0,-3 2 0,3-2 0,1-1 0,4 4 0,-1-4 0,0 1 0,-3 3 0,2-4 0,-2 4 0,3 0 0,17 0 0,-13 0 0,9 0 0,-8 0 0,-10 0 0,7 0 0,-9-3 0,3 2 0,-2-2 0,2 3 0,4 0 0,-6 0 0,5 0 0,-6 0 0,0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17.454"/>
    </inkml:context>
    <inkml:brush xml:id="br0">
      <inkml:brushProperty name="width" value="0.35" units="cm"/>
      <inkml:brushProperty name="height" value="0.35" units="cm"/>
      <inkml:brushProperty name="color" value="#E71224"/>
    </inkml:brush>
  </inkml:definitions>
  <inkml:trace contextRef="#ctx0" brushRef="#br0">1 71 24575,'67'8'0,"18"-4"0,-30-2 0,2 0-492,-7-2 0,1 0 0,18 0 0,-2 0 417,28 0 75,-31 0 0,0 0 0,-9 0 0,-2 0 0,2 0 0,0 0 0,5 1 0,1-2 0,0-3 0,-2 0 0,31 2 0,-34-2 0,0 1 0,23 3 0,-2 0 457,12 0-457,-34-7 0,9 6 385,4-13-385,-41 13 0,40-12 0,-47 11 983,21-8-926,0 10 104,-24-4-161,23 4 0,-13 0 0,-9 0 0,13 0 0,-17 0 0,16 0 0,-6 0 0,13 0 0,-16 0 0,15 0 0,30 0 0,-8 0 0,24 6 0,-22-5 0,24 5 0,-15-6 0,13 0-525,10 0 525,-32 0 0,33 0 0,-43 0 0,31-8 0,-22 1 0,12-2 0,-23 3 0,-9 6 0,12 0 0,-1 0 0,2 0 0,12 0 0,-13 0 0,0 0 0,10 0 0,-8 0 0,-3 0 0,-12 0 0,9 0 525,-20 0-525,19 0 0,17 0 0,-15 0 0,33 5 0,-20 3 0,1 0 0,2 0-984,26 7 717,-21-6 1,-2-1 266,7 0-948,0-1 948,-16-6 0,-1-2 0,7-3-32,19 3 32,-26-10 0,-28 9 0,29-9 0,0 10 0,-23-3 983,23 4-528,-31 0 528,10 5-944,35 4-39,-14-1 0,23-1 37,-30-7-37,-1 0 0,0 0 0,11 7 0,2-6-492,9 11 0,3 1-40,18-2 532,-14-2 0,-1 1 0,9 4-158,-11-13 158,5 6 0,-38-7 0,4-4 0,12 3 0,-25-7 983,24 7-463,-36-3-349,3 0-171,28 3 0,-8-3 0,15 4 0,-22 0 0,-1 6 0,-7-5 0,7 5 0,0-6 0,24 0 0,-16 0 0,13 0 0,-31 0 0,0 0 0,0 0 0,0 0 0,0-4 0,0-1 0,-6 0 0,-1-2 0,0 6 0,-4-6 0,9 7 0,-9-7 0,9 6 0,-3-2 0,-1 0 0,5 2 0,-5-2 0,-3 3 0,1-3 0,-11 2 0,2-2 0,3 0 0,-4 2 0,4-2 0,-6 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19.771"/>
    </inkml:context>
    <inkml:brush xml:id="br0">
      <inkml:brushProperty name="width" value="0.35" units="cm"/>
      <inkml:brushProperty name="height" value="0.35" units="cm"/>
      <inkml:brushProperty name="color" value="#E71224"/>
    </inkml:brush>
  </inkml:definitions>
  <inkml:trace contextRef="#ctx0" brushRef="#br0">0 0 24575,'56'4'0,"3"6"0,4-8 0,-7 1 0,1 0-813,27-3 813,-11 0 0,4 0 0,-10 0 0,0 0 0,6 0 0,0 0-492,-11 3 0,0 1 105,16-4 0,1 1-105,-10 3 0,1-1 164,-4-3 0,4 0 0,-4 0 308,10 0 0,0 0-308,-8 0 0,3 0 0,-8 0 73,-8 0 0,1 0 255,9 0 0,7 0 0,-7 0 0,34 0 0,-10 0 0,1 0 0,-37 0 0,-1 0 0,14 0 0,-1 0 0,21 0 186,-14-6-186,-12 5 0,4-5 0,9 6 0,22 0 0,-37 0 0,-4 0 0,2 0 687,34 0-687,-41 0 0,4 0 0,21 0 0,-1 0 0,11 0 0,-5 0 0,-1 0 0,-4 0 0,4 0 0,-1 0 0,-14 0 0,5 0 0,-2 0 983,-18 0 0,21 0-432,-22 0 432,-15 0-121,27 0-716,1 0-146,-15 0 0,55 0 0,-31 0 0,7 0 0,-18 0 0,-31 0 692,0 0-692,0 0 0,10 0 0,34 0 0,-12 0 0,33 0 0,-39 6 0,7-5 0,1 5 0,-18-2 0,15-3 0,-18 3 0,20 2 0,14 3 0,13 6-492,-14-1 0,3-1 115,-21-8 0,0 1 377,20 7 0,-1-1 0,-20-11 0,0-1 0,22 8 0,0 0 0,-21-6 0,0-2-315,20 5 1,-3-1 314,4-4 0,8 0 0,-30 4 0,-2 0 0,8-2 0,19 6 0,-10 0 0,-32-6 0,32 9 0,-42-10 0,21 3 983,-16-4-286,16 0-10,-11 0-687,-7 0 0,33 0 0,5 0-984,-7 0 762,6 0 1,0 0 221,-6 0 0,-19 0 0,16 0 0,-18 0 0,0 0 0,8 0 0,-18 0 0,49 0 0,-42 0 983,42 0-539,-39 6-444,21-5 0,-8 5 0,7-6 0,-9 0 0,-1 0 0,-10 0 0,8 0 0,-19-4 0,9-1 0,-11 0 0,10-5 0,3 9 0,21-12 0,2 12 0,21-6 0,-8 7 0,8 0 0,-10 0 0,0 0 0,-1-6 0,-9-2-383,-8 0 1,1 0 382,6 0 0,-6 3 0,-1 2 0,-3 3 0,18 0 0,-18 0 0,8 0 0,-11 0 0,0 0 0,1 0 0,-11 0 765,-3 0-765,-10 0 0,0 0 0,0 0 0,10 0 0,3 0 0,11 0 0,9 0 0,-7 0 0,-1-4 0,-1 0 0,-1 2 0,29-6 0,-61 5 0,1 2 0,-14-5 0,1 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21.189"/>
    </inkml:context>
    <inkml:brush xml:id="br0">
      <inkml:brushProperty name="width" value="0.35" units="cm"/>
      <inkml:brushProperty name="height" value="0.35" units="cm"/>
      <inkml:brushProperty name="color" value="#E71224"/>
    </inkml:brush>
  </inkml:definitions>
  <inkml:trace contextRef="#ctx0" brushRef="#br0">1 0 24575,'53'13'0,"0"0"0,42 4 0,-38-9 0,-1-2-984,21-4 492,-11 3 0,4-1 4,-10-4 0,-2 0 488,37 0 0,-11 0 0,0 0 0,2 0 0,4 0 0,-1 0 0,-2 0 0,-3 0 0,-1 0 0,-9 0 931,18 0-931,-44 0 0,13 0 484,-16 0-484,13-4 0,0 3 0,-23-3 983,23 4-437,-31 0-546,10 0 0,3 0 0,42-8 0,-24 1 0,13-2 0,-13 3 0,-15 6 0,28 0 0,3 0 0,12 0-552,11 0 552,0 0 0,0 0 0,-11 0 0,9 0 0,-9 0 0,11 0 0,-10 0 0,7 0 0,-17 0 0,-4 0 0,-12 0 0,-11 0 0,1-6 0,-1 5 0,0-5 0,11 6 0,2 0 552,1 0-552,-4 0 0,-20 0 0,8-5 0,-18 3 0,7-4 0,0 6 0,3 0 0,0 0 0,18 0 0,-5 7 0,4-3 0,2 2 0,15 8 0,-23-6 0,0-1 0,20 0 0,-26-1 0,8-6 0,-37 0 0,-5 0 0,-1 0 0,-2 0 0,2 0 0,0 0 0,1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23.732"/>
    </inkml:context>
    <inkml:brush xml:id="br0">
      <inkml:brushProperty name="width" value="0.35" units="cm"/>
      <inkml:brushProperty name="height" value="0.35" units="cm"/>
      <inkml:brushProperty name="color" value="#E71224"/>
    </inkml:brush>
  </inkml:definitions>
  <inkml:trace contextRef="#ctx0" brushRef="#br0">1 1 24575,'92'0'0,"-20"0"0,-18-1 0,5 2-492,1 3 0,3 0 0,11-3 0,2 0 0,6 7 0,1 1 116,-7-8 0,3 0 48,-15 4 0,4 2 0,-1-2-164,27-4 0,1 0 356,-27 4 0,1 2 1,-4-2 505,4-4 1,-4 0-371,-1 3 0,-2 0 0,38-4 0,-39 0 0,-2 0 0,20 0 0,21 0 0,-45 0 0,3 3 0,19-2 0,-48 6 0,61 1 983,-56-2-378,19 4-605,3-2 0,-27-3 983,29 2 0,-10-7 0,-21 0-182,13 3-801,1-2 0,-20 2 0,25-3 0,-25 0 0,17 0 0,33 0 0,-13 0 0,24 0 0,-32 0 0,0 0 0,-10 0 0,8 0 0,-19 0 0,40-7 0,-34 5 0,23-5 0,-21 7 0,3 0 0,10 0 0,1 0 0,9 0 0,-7 0 0,18 0 0,-19 0 0,2 0-867,30 0 867,-25 0 0,-3 0 0,8-6 0,-4 5 0,-9-11 0,-1 11 0,-10-5 0,49-2 0,-38 6 0,-1-2 0,2 0 0,12 4 0,9 0 0,1 7-464,10-6 464,-8 6 0,8-7 846,-31 0-846,5-6 0,-28 5 0,7-9 0,1 9 0,43-3 0,-10-2-13,-18 5 1,-1 0 12,22-6 0,0 7 0,-1 0 0,1 0 0,0 0 0,0 0 0,-1 0 0,-9 0 0,7 0 0,-18 0 0,18 0 0,-8 0 0,21 0 0,-8 0 0,8 0 0,-10 0 0,0 7 0,-1-6 0,1 6 0,0-7 0,-1 0 0,11 0 0,3 0 0,10 0-142,0 0 142,0 0 0,0 0 0,0 0 0,-44 0 0,1 0 0,1 0 0,0 0 0,5 4 0,1 0 0,-6-4 0,0 2 0,5 5 0,-2 1 0,31-6 0,6 5 0,-32-7 0,-13 0 0,40 0 0,-40 0 0,1 0 0,1 0-34,11 0 34,11 0 0,10 0-901,2 0 901,-32 0 0,0 0 0,45 0 0,-45-3 0,0-1 0,32 2 0,-2-5 0,-30 7 0,-3 0 0,10-4 0,18 3 0,-41-3 621,2 4-621,10 0 0,0 0 0,5 0 0,3 0 0,19 7-432,-15-7 1,2 1 431,20 6 0,-18-7 890,15 0-890,-38 0 0,35 0 0,-43 0 0,23-4 0,-20 3 0,-9-3 0,61-4 0,-30 6 0,35-7 0,-24 9 939,-18 0-939,8 0 0,-11 0 0,32 0 0,-34 0 0,20 0 0,-41 0 0,11 0 0,1-5 0,12 3 0,-1-3 0,11 5 0,-8 0 0,7 0 0,-9 0 0,-1-6 0,0 5 0,11-5 0,3 6 0,9 0 0,1 0 0,-11 0 0,-2 0 0,-11 0 0,-10 0 0,-2 0 0,-1 0 0,3 0 0,10 0 0,-10 0 0,8 0 0,-8 0 0,0 0 0,-3 0 0,-19 0 0,1 0 0,-14 0 0,1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0:58:25.361"/>
    </inkml:context>
    <inkml:brush xml:id="br0">
      <inkml:brushProperty name="width" value="0.35" units="cm"/>
      <inkml:brushProperty name="height" value="0.35" units="cm"/>
      <inkml:brushProperty name="color" value="#E71224"/>
    </inkml:brush>
  </inkml:definitions>
  <inkml:trace contextRef="#ctx0" brushRef="#br0">1 97 24575,'56'3'0,"0"-1"0,42 2 0,-3-4-492,-37 0 0,2 0 0,-4 0 0,3 0 150,16 0 1,2 0 341,-8 0 0,-4 0 0,-14 1 0,0-2 0,21-3 0,1 0 0,-16 3 0,1 0 0,26-7 0,0-1 0,-21 8 0,0 0 0,16-3 0,-1 0 0,-14-1 0,-2 1 0,1 3 0,0 0 0,18-3 0,-4 0 0,7 4 0,-5 0 0,-1 0 0,6 0 0,-32 0 0,2 0 0,9 0 0,-3 0 0,16 0 0,8 1 0,0-2 0,1-6 0,-27 7 0,-1-1 0,17-6 0,-7 7 0,2 0-43,31 0 43,-30-3 0,-1 0 0,15 1 0,0-5-272,-15 3 1,1 0 271,30 2 0,-31-3 0,-1 1 0,16 4-309,-8 0 309,18 0 0,-7 0 0,-36-1 0,5 2-390,30 7 0,1 2 390,-19-8 0,1 0 0,23 7 0,-1 0-258,-29-4 0,-3-2 258,2-2 0,-1 0 0,-5 3 0,0-1 206,-1-2 1,-1-2-207,1 1 0,0 0 0,45 0 0,-40 0 0,0 0 0,41 0 0,-46 0 0,-1 0 0,44 0 0,0 0 0,-10-6 0,7 4 0,-18-4 112,8 6-112,0-8 0,-7 7 0,17-7 0,-18 8 0,19 0 983,-9 0 0,1 0-953,7 0 753,-7 0-783,-1 0 0,9 0 0,-9 0 0,11 0-172,-43 1 1,0-2 171,45-6-492,-5 6 0,4 0 0,-35-2 0,2-1 164,16 3 0,9 1 0,-4 1-164,16 4 0,-4-1 177,-5-3 0,3 0 315,-17 5 0,3 1 0,-10-2 0,-15-4 0,-1 0 0,10 4 0,6 2 0,-8-1-793,33-4 793,-12 6 0,-2 0 0,1-5 128,-32 0 1,1 2-129,6-1 0,-5 0 0,10-2 0,-10 2 0,5 0 0,-1 1 0,-1-1 0,40 5 0,-32-4 0,-1 1 0,20 7 0,-21-12 0,0 0 0,24 12 0,-23-12 0,-2-1 0,1 7 0,8-7 0,-18 0 0,0 0 0,20 0 0,-21 0 0,-1 0 0,10 0 983,-8 0-97,28 0-886,-15 6 0,18-4 0,0 5 0,-8-1 0,8-4 0,-10 4 0,-1 1 0,12-6 0,-9 6 0,8-1 0,-11-4 0,1 11 0,0-11 0,-11 4 0,8-6 983,-7 7 0,9-6-297,1 6-686,-11-7 0,8 0 983,-28 0-369,-1 0 171,-22 0-785,-6 0 20,-3 0 0,-4 0 0,-4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23.097"/>
    </inkml:context>
    <inkml:brush xml:id="br0">
      <inkml:brushProperty name="width" value="0.35" units="cm"/>
      <inkml:brushProperty name="height" value="0.35" units="cm"/>
      <inkml:brushProperty name="color" value="#E71224"/>
    </inkml:brush>
  </inkml:definitions>
  <inkml:trace contextRef="#ctx0" brushRef="#br0">215 128 24575,'49'15'0,"1"0"0,40 5 0,-14-5 0,2 0-492,-17-5 0,1-2 0,19-3 0,1 0 0,-18-1 0,0-1 23,23-2 1,-1-2 389,-27 1 0,-2 0 79,3 0 0,-2 0 929,26 0-929,-21 0 0,-2 0 0,-11 0 0,-19 0 983,4 0-37,-22 0 37,3 0-777,-5 0-206,-4 0 0,3-3 0,-2 2 0,5-2 0,-5 0 0,2 2 0,6-6 0,-4 6 0,8-6 0,10 0 0,-12 3 0,13-5 0,-20 5 0,2 0 0,-8-2 0,4 2 0,-21-10 0,6 5 0,-20-1 0,4 3 0,-57-2 0,8-4-492,5 3 0,-7 2 0,-18-1 0,-5-1 164,24 1 0,-3-1 0,-1 1 106,-5 1 1,-1 1 0,1 0 221,3-1 0,0 1 0,0 1 0,-1 2 0,-1 1 0,6 2 0,-8 0 0,3 2-404,-16-1 0,9 0 404,20 0 0,14 0 0,35 0 0,10 3 0,4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24.312"/>
    </inkml:context>
    <inkml:brush xml:id="br0">
      <inkml:brushProperty name="width" value="0.35" units="cm"/>
      <inkml:brushProperty name="height" value="0.35" units="cm"/>
      <inkml:brushProperty name="color" value="#E71224"/>
    </inkml:brush>
  </inkml:definitions>
  <inkml:trace contextRef="#ctx0" brushRef="#br0">1 1 24575,'42'13'0,"-8"-5"0,44 4 0,8-2-492,-31-5 0,3 0 46,0 3 0,-1-1 446,40-5 0,3 5 0,-41-6 0,0-2 0,41 1 0,-42 0 0,2 0 0,-4 0 0,-2 0 0,25 0 0,-23 0 0,-2 0 0,4 0 606,16 0-606,-16 0 310,-18-5-310,-6 3 0,-7-3 0,3-1 960,-19 5-960,25-9 0,-24 9 0,5-3 0,12 4 0,-14 0 0,15 0 0,1-6 0,-16 5 0,11-8 0,-16 8 0,-2-2 0,5 0 0,-5 2 0,2-2 0,4 3 0,-6 0 0,14 0 0,-4 0 0,1 0 0,5-4 0,-6 3 0,4-3 0,-2 1 0,-9 2 0,2-2 0,-5 3 0,2 0 0,3 6 0,-1-1 0,12 8 0,-12-8 0,5 1 0,-10-6 0,0 0 0,3 3 0,1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26.505"/>
    </inkml:context>
    <inkml:brush xml:id="br0">
      <inkml:brushProperty name="width" value="0.35" units="cm"/>
      <inkml:brushProperty name="height" value="0.35" units="cm"/>
      <inkml:brushProperty name="color" value="#E71224"/>
    </inkml:brush>
  </inkml:definitions>
  <inkml:trace contextRef="#ctx0" brushRef="#br0">1 0 24575,'41'16'0,"-8"-3"0,14-1 0,14 1 0,-5-6 0,-6-2 0,2-3 0,16-2 0,-17 0 0,3 0-492,5 4 0,0 1 341,-2-4 0,2 0 151,13 3 0,-3 0 0,10-4 0,-24 0 0,1 0 0,23 0 0,20 0 0,-44-3 0,-5-1 314,0 2-314,27-12 0,-50 13 0,41-12 0,-35 11 0,56-5 0,-52 7 0,18 0 0,1 0 0,-19 0 0,42 0 0,-8 0 0,-23 0 972,21 0-972,-1 0 0,-30 0 0,30 0 0,-30 0 0,43 0 0,-20 0 0,31 0 0,-42 0 0,11 0 0,34 0 0,-24 0 0,11-4 0,-35 3 0,-7-3 0,11 4 0,-1 0 0,0 0 0,11 0 0,13 0 0,2 0 0,8 0 0,0 0-445,-8 0 445,8 0 0,-10 0 0,10 0 0,-8 0 0,19 0 0,-19 0 0,18 7 0,-18-5 0,19 5 0,-9 1 0,11-7 0,-43 3 0,0-1 0,0-2 0,2-2 0,4 1 0,0 0-452,1 0 1,-1 0 451,0 0 0,1 0 0,-1 0 0,0 0 0,1 1 0,-1-2 0,0-2 0,1-1 0,-1 3 0,0 0 0,1-3 0,-1 0 0,0 4 0,1 0 0,-1 0 0,0 0 0,-5 0 0,0 0-84,5 0 1,-2 0 83,31 0 0,6 0 0,-21 0 0,-11 0 0,8 0 0,-8 0 0,21 7 0,3-5-104,-34 5 0,2 1 104,-1-7 0,2 0 0,4 6 0,0 1 0,1-3 0,-1 0 0,-1 0 0,3-1-492,24 1 0,1-2 86,-25-3 0,-1 0 406,14 0 0,0 0 102,-15 0 1,-5 0-103,16 0 98,11 0-98,7 0 0,-38 0 0,5 0 0,0 0 580,0 0-580,5 4 983,-30-3-77,16 3-220,-27-4-686,21 0 61,-30 0-61,2 0 0,4 0 0,-1 0 0,3 0 0,-4 0 0,4 0 0,13 0 0,8 0 0,10 0 0,-10 0 0,-2 0 0,-1 0 0,24 0 0,-6 0 0,27 0 0,-19 0 0,11 0 0,-1 0 0,1 0 0,0 0 0,-1 0 0,-9 0 0,-4 0 0,-9-6 0,-11 5 0,-3-9 0,-16 9 0,5-3 0,-14 4 0,7 0 0,-11 0 0,6 0 0,-3 0 0,0 0 0,-1 0 0,6 0 0,2 0 0,3 0 0,36 7 0,-18-5 0,22 9 0,-24-10 0,42 3 0,-39-4 0,50 0 0,-50 0 0,10 0 0,0 0 0,1 0 0,1 0 0,1 0 0,-1-3 0,-4 0 0,-24 2 0,12-9 0,-24 9 0,4-3 0,-9 4 0,0 0 0,3 0 0,-2 0 0,2 0 0,0 0 0,-2 0 0,2-3 0,0 2 0,1-2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28.394"/>
    </inkml:context>
    <inkml:brush xml:id="br0">
      <inkml:brushProperty name="width" value="0.35" units="cm"/>
      <inkml:brushProperty name="height" value="0.35" units="cm"/>
      <inkml:brushProperty name="color" value="#E71224"/>
    </inkml:brush>
  </inkml:definitions>
  <inkml:trace contextRef="#ctx0" brushRef="#br0">1 70 24575,'72'7'0,"11"6"0,-17-11-492,-5 1 0,2 1-492,21-4 953,-13 0 0,7 0-461,9 0 0,2 0 0,-6 0 0,2 0 214,-12 0 0,4 0 0,-7 0 348,-5 0 1,-1 0-71,19 0 0,2 0 0,-17-1 0,0 2-492,17 3 0,1 0 0,-18-3 0,0 0 229,12 3 1,-3 0 191,-18-3 0,-2-2 71,4 1 0,1 0 0,9 0 0,-5 0 0,5 0 0,-4-3 0,0-2 983,4-3-537,-13-1 0,-1 1-446,-1 0 0,-8-1 0,3 3 0,28 4 0,0-10 0,-21 12 0,-5-1 0,-16-7 0,27 7 0,3 1 0,-14-4 158,29 3 1,2 2-159,-18-1 0,-7 0 0,5 0 0,-5 0 0,-2 0 0,30 0 0,-26 0 0,4 0 0,0 0 0,-4 0 0,15 0 0,-2-4 0,-4 0 0,-22 2 983,42-12 0,-48 12-72,39-4 72,-25 6-782,15 0-201,21 0 0,-21 0 0,24 0-217,-37 0 1,-3 0 216,8 0 362,-10 0 0,-3 0-362,-10 0 0,49 0 0,-49 0 0,50 0 0,-61 0 0,19 0 0,44 0-483,-18 6 483,-21-5 0,-1 0 0,19 5 763,-18-6-763,8 0 0,-21 0 0,8-5 0,-8 3 0,10-3 0,11 5 0,0 4 0,4 0-359,34-1 359,-28 4 0,-2 1 0,15-7 0,0 6 0,-8-1 0,-8-5 0,0 0 0,9 5 0,-15-5 0,-1-2 0,2 1-19,1-5 19,7 3 0,-8-3 0,11 5 0,0 0 0,10 0-640,2 0 640,1 0 0,7 0 0,-18 0 0,19 0 0,-19 0 0,18 7 0,3-5 0,3 5-127,-41-3 1,0 0 126,41 5 0,-42-1 0,2 1 0,-6-1 0,2 0 0,9 2 0,1-2 0,-5-3 0,1 0 0,4 3 0,-1-1 0,35-5 18,-26 6-18,-16-14 0,-34 5 0,32-12 0,-35 9 0,36-4 632,-39 5-632,39 3 983,-36 0-843,19 0-140,1 0 0,-20 0 0,19 0 0,-26-3 0,27 2 0,-15-6 0,22 6 0,-21-7 0,0 7 0,-6-3 0,26-3 0,-27 6 0,21-9 0,-27 9 0,6-2 0,-4 3 0,4-3 0,-6 2 0,0-2 0,0 0 0,0 2 0,0-2 0,-3 3 0,3 0 0,-10-4 0,3 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30.471"/>
    </inkml:context>
    <inkml:brush xml:id="br0">
      <inkml:brushProperty name="width" value="0.35" units="cm"/>
      <inkml:brushProperty name="height" value="0.35" units="cm"/>
      <inkml:brushProperty name="color" value="#E71224"/>
    </inkml:brush>
  </inkml:definitions>
  <inkml:trace contextRef="#ctx0" brushRef="#br0">0 93 24575,'27'0'0,"4"-4"0,-2 3 0,0-3 0,52 4 0,9 0-314,-39 0 1,1 0 313,43 0 0,-43-4 0,-1 0 0,20 2 0,-4-10 0,2 0 0,13 8 0,12-12 0,-23 9 0,-13 7 0,0-1 0,29-6 0,-23 7 0,-2 0 0,12 0 0,-11 0 0,-2 0 0,1 0 0,15 0 0,-13 0 0,-2 0 0,1 0 155,-2 0-155,0 0 0,2 0 0,11 0 0,-7 0 0,2 0-906,21 0 906,-21 0 0,-2 0 0,7 0 0,10 0 0,2 0 0,11 0 150,-10 0-150,-3 0 0,-10 0 0,-1-6 0,1 4 0,0-5 0,-1 7 0,22 8 0,-16 0 0,-27 1 0,1-1 0,23 0 0,8 6 0,0-13 0,-8 6 0,8 0 0,-10-6 0,-12 3 0,2-1-703,23-3 703,-24 0 0,0 0 0,11 0 0,-1 0 0,1 0 0,10 0 472,-8 0-472,8 0 0,-10 0 0,-6 0 0,0 0 0,12 0 0,-12-3 0,-3-1 0,-12 2 297,8-4-297,0 6 0,-8-6 732,18 5-732,-18-5 0,7 6 0,3 0-533,14 0 533,-14 0 0,0 0 0,10 0 0,1 0 0,10 0 0,3 0 0,10 7 0,-44-6 0,1 0 0,1 2 0,0 1 0,0 0 0,0-1 0,5-2 0,-2 0 0,42 6 0,-3-7 0,-13 0 0,-10 0 0,10-7 0,-8 5 0,18-5 0,-7 7 209,-34 0 0,1 0-209,46 0 0,-3 0 0,-23 0 0,-14 0 0,-9-5 0,-1 3 0,11-4 0,-8 6 0,7 0 545,1 7-545,-8 0 0,8 1 0,-1 4 0,-7-10 0,8 4 0,-11-6 0,-10 0 0,8 0 0,-18 0 0,28 0 0,-16 0 0,30 0 0,-20 0 0,9 6 0,-11-5 0,1 5 0,-17-6 0,2 0 0,-15 0 0,6 0 0,0 0 0,11 0 0,2 0 0,10 0 0,0 0 0,1 0 0,-11 0 0,-12 0 0,-15 0 0,-10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31.486"/>
    </inkml:context>
    <inkml:brush xml:id="br0">
      <inkml:brushProperty name="width" value="0.35" units="cm"/>
      <inkml:brushProperty name="height" value="0.35" units="cm"/>
      <inkml:brushProperty name="color" value="#E71224"/>
    </inkml:brush>
  </inkml:definitions>
  <inkml:trace contextRef="#ctx0" brushRef="#br0">0 45 24575,'31'5'0,"-1"-1"0,8-4 0,12 0 0,-7 0 0,57 0-542,-19 0 542,19 0 0,-41 0 0,-5 0 0,-6 0 0,51 0 0,-64-4 0,44-4 134,-47 2-134,37-7 0,-43 12 0,15-6 0,-11 7 0,-6 0 408,13 0-408,-16 0 0,-4 0 0,-4-3 0,-5 2 0,2-2 0,1 0 0,-4 2 0,4-2 0,2 3 0,-5 0 0,6 0 0,-4 0 0,-2 0 0,2 0 0,0 0 0,-2 0 0,5 0 0,25 13 0,-24-10 0,19 10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32.513"/>
    </inkml:context>
    <inkml:brush xml:id="br0">
      <inkml:brushProperty name="width" value="0.35" units="cm"/>
      <inkml:brushProperty name="height" value="0.35" units="cm"/>
      <inkml:brushProperty name="color" value="#E71224"/>
    </inkml:brush>
  </inkml:definitions>
  <inkml:trace contextRef="#ctx0" brushRef="#br0">1 58 24575,'31'-4'0,"10"3"0,10-10 0,22 10-984,-17-6 0,44-1 0,-53 6 492,12-2 0,6 1 0,-9 2 0,1 2 0,-1-1 0,3 0 0,21 0 0,-2 0-206,6 0 698,-1 0 0,2 0 0,1 0 0,-28 0 0,0 0 0,-4 0 0,-5 0 0,1 0 0,39 0 0,-59-4 0,18 3 983,-28-7 0,16 8 0,-24-4 0,13 4 0,18 0 0,-11 0 0,15 4-278,12 5-705,-25-4 0,55 10 0,-60-14 0,22 7 0,-20-8 0,-7 0 0,7 0 0,-11-4 0,0 4 0,-8-4 0,4 4 0,-9-3 0,0 2 0,20-2 0,-16 3 0,19 0 0,-19 0 0,0 0 0,-1 0 0,-3 0 0,3-3 0,-2 2 0,2-2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4:34.439"/>
    </inkml:context>
    <inkml:brush xml:id="br0">
      <inkml:brushProperty name="width" value="0.35" units="cm"/>
      <inkml:brushProperty name="height" value="0.35" units="cm"/>
      <inkml:brushProperty name="color" value="#E71224"/>
    </inkml:brush>
  </inkml:definitions>
  <inkml:trace contextRef="#ctx0" brushRef="#br0">1 13 24575,'62'16'0,"-2"-6"0,0 2 0,24-10-984,6 4 719,-32-5 1,2-2-228,0 1 0,0 0 466,-5 0 0,3 0-458,27 0 0,0 0 484,-24 0 0,-1 0 0,26 0 0,1 0 0,-19 0 0,-2 0-442,1 0 0,0 0 442,-1 1 0,-1-2 0,-5-2 0,0-1 0,1 3 0,-1 0 0,2-3 0,-3 0 0,20 0 177,20 3-177,-33-3 0,0 0 983,13 3-938,-56-3 938,33 4-362,-44 0 362,23 0-929,-23 0 501,5 0-555,23 0 0,-22 0 0,49 0 0,-41 0 0,22 0 0,2 0 0,0 0 0,-5 0 0,11 0 0,-1 0 0,-15 0 0,0 0 0,49 0 0,-38 0 0,41 0 0,-42 0 0,0 0 0,1 0 0,-1 5 0,0-3 0,1 3 0,-1 4 0,2-1 0,22-4 0,-21 8 0,-1-2 0,9-8 0,-10 1 0,0-1 0,13-2 0,-12 0 0,-2 0 0,1 0 0,-1 0 0,42-8 0,-31 6 0,20-10 0,-33 11 0,-18-3 0,7 0 0,-10 3 0,11-3 0,12 4 0,3 0 0,18 0 0,-8 0 0,11 0 0,-11 0 0,19 0 0,-17 0 0,20 0 0,-12 0 0,11 0-587,-8 7 587,19-6 0,-19 6 0,8-1 0,0-4 0,-8 4-23,8-6 23,-20 0 0,-4 0 0,-9-5 0,-1 3 0,11-3 0,-8 5 0,18 0 0,2 0 0,4 0 0,7 0 0,-11 0 0,1 0 0,-11-6 0,9 5 585,-20-11-585,9 11 25,-10-5-25,9 6 0,4 0 0,20 0 0,-8 7 0,8-6 0,-10 6 0,-11-13 0,8 5 0,-8-11 0,11 10 0,10-5 0,13 7-492,-42 0 0,0 0 398,1 0 1,-2 0 93,43 0-136,-13 0 136,-20 0 0,-14 0 0,-2-5 0,-8 3 0,10-3 983,0 5-803,11-7-36,-8 5-144,8-4 0,-11 6 0,11 0 0,-19 0 0,16 0 0,-18 0 0,21 6 0,-8-4 0,8 9 0,2 2 0,3-9 0,-10 7 0,1 0 0,3-9 0,14 3 0,-24-5 0,1 0 0,-11 0 0,-13 0 0,21 0 0,-21 0 0,41 0 0,-30 0 0,30 0 0,-47 0 0,-1 0 0,-9 0 0,8 0 0,-9 3 0,9-2 0,-8 2 0,3 1 0,0-4 0,0 7 0,0-7 0,0 3 0,-3-3 0,3 0 0,-10 0 0,3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5:02.677"/>
    </inkml:context>
    <inkml:brush xml:id="br0">
      <inkml:brushProperty name="width" value="0.35" units="cm"/>
      <inkml:brushProperty name="height" value="0.35" units="cm"/>
      <inkml:brushProperty name="color" value="#E71224"/>
    </inkml:brush>
  </inkml:definitions>
  <inkml:trace contextRef="#ctx0" brushRef="#br0">1 79 24575,'67'0'0,"1"0"0,23 0 0,-1 0 0,-29 0 0,-1 0-492,17 0 0,-1 0 0,-15-4 0,-4 0-279,43 2 771,-46-5 0,-1-1 0,44-1 293,-21-5-293,16 5 0,-16-4 0,-16 11 0,28-5 0,-38 7 552,13 0-552,16 0 0,-44 0 0,64 0 0,-61 0 0,41 0 0,-8 0 0,-23 0 0,31 0 0,2 0 0,-9 0 0,22 0 0,-33 0 459,-10 0 1,1 0-460,11 0 0,-6 0 0,-1 0 0,-3 0 0,18 0 0,-14 0 0,2 0 0,38 0-364,-28 0 0,1 0 364,27 0 0,0 0 0,-1 0 0,-42 4 0,0 0 0,45-2-330,-45 5 0,0 0 330,43-5 0,0 12 0,0-12 0,0 5 0,-44-6 0,1-2 0,46 1-492,-47 4 0,1 0 456,0-4 0,0 1 36,0 3 0,2 0 0,3-4 0,2 0 0,4 3 0,1 2 0,-1-5 0,4 2 0,2 3 0,5 2 0,-5-2 0,1-4 0,-2 0 0,23 4 0,-5-1 0,-4-4 0,-21 0 0,0 0 0,24 0 0,-24 0 0,0 0 0,21 0-24,-8 0 24,18 0 0,-7 0 0,10 0 0,0 0 0,0 0 0,0 0 0,-1 0 0,-9-6 0,-13 4 983,-14-10-883,-9 10 591,9-10-691,4 10 0,9-4 0,1 6 125,10 0-125,13 0 0,-42 4 0,0 0 0,6-4 0,-1 1 0,-5 3 0,0 0 0,0-3 0,-2-2 0,23 1 0,-5-6 0,21 5 362,-31-10-362,31 9 0,-32-3 0,4 5 0,-1 0 0,18 0 0,-15 0 0,18 0 0,-20 0 0,7 0 0,-18 0 0,18 0 0,-8 0 0,11 0 0,10 7 0,-8-5 605,18 12-605,-17-12 0,17 12 0,-7-12 0,10 5 0,-1 0-796,1-5 796,0 5 0,-10-7-272,-3 0 272,0 0 0,-34 0 0,6 0 0,-40 0 430,4 0-430,-6 0 923,27 0-923,-15 0 292,32 0-292,3 0 0,-16 0 0,23 0 0,4 0 0,-25 0 0,43 0 0,-64 0 0,15 0 0,-27 0 0,27 0 0,-15 0 0,22 0 0,-11 0 0,-7 0 0,59 8 0,-38-6 0,41 12 0,-52-13 0,-3 5 0,-16-6 0,-1 0 0,-6 0 0,-3-4 0,3 4 0,-7-4 0,13 4 0,-11 0 0,7-3 0,-9 3 0,0-4 0,0 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5:06.982"/>
    </inkml:context>
    <inkml:brush xml:id="br0">
      <inkml:brushProperty name="width" value="0.35" units="cm"/>
      <inkml:brushProperty name="height" value="0.35" units="cm"/>
      <inkml:brushProperty name="color" value="#E71224"/>
    </inkml:brush>
  </inkml:definitions>
  <inkml:trace contextRef="#ctx0" brushRef="#br0">10027 620 24575,'-86'-4'0,"1"-1"0,0 4 0,0 0-492,-3-3 0,-3 0 164,19 3 0,-4 2 0,1-1 0,6 0 0,0 0 0,-6 0 82,-3 0 0,-7 0 0,-1 0 0,5 0-82,-6 0 0,4 0 0,-5 0 82,4-2 0,-4 0 0,-1-1 0,4 1-82,-13 1 0,3 0 0,-1 0 259,19 0 0,-1-2 0,1 1 1,-1-1 68,0 1 0,1-1 0,-1 1 0,1 0 0,-1 1 0,0 1 0,1 0 0,0-1 0,-20-2 0,1-1 0,0 2 0,-1 1 0,1 1 0,6 1 0,-6 2 0,3 1 0,15-3 0,-2-1 0,4 0 5,-9 4 0,5 0-5,-1-4 0,-1 0 0,-17 0 0,9 0 0,13 0-492,-11 0 0,0 0 479,12 0 55,-8 0 1,0 0-43,-1-7 0,-4 6 0,0 0 0,-1-5 0,19 2 0,-5 1 0,5-2 0,3-1 0,18 2 0,0-1 0,-24-4 0,1 2 0,-14 5 0,9-2 0,-4 1 0,26 3 0,0 0 0,-25 0 0,1 0 0,-17 0 0,0 0 0,18 4 0,-2 1 491,25-4 1,-1 0-1,-29 3 1,2 1-248,-16-5-244,41 0 0,0 0 0,4 0 0,0 0 491,-5 0 1,-1 0-404,0-4 0,1 0-88,5 0 0,0-1 0,2-3 0,-2-1 0,-20 0 0,1 0 0,-16-6 0,26 10 0,5 0 0,8-6 983,11 10-738,-49-13 713,48 12-958,-48-12 983,59 13-130,-18-5-238,19 6-615,-19 0 59,8 0-59,-11 0 0,-4 0 0,-3 0 0,-19 0 0,14 0 0,0 0 0,0 0 0,2 0 0,-21-8 0,24 6 0,-13-5 0,39 7 0,12-3 0,9 2 0,-3-6 0,6 4 0,-5-8 0,-14-5 0,3-1 0,-47-13 0,42 18 0,-30-9 0,44 20 0,-5-3 0,5 4 0,1 0 0,0-4 0,0 4 0,-1-7 0,-5 6 0,5-2 0,-2 0 0,-2 2 0,9-2 0,-3 0 0,29-10 0,-5 6 0,21-10 0,-10 12 0,5 0 0,10 1 0,45 4 0,-11 0 0,24 0 0,-35 0 0,-9 0 0,9 0 0,-8 0 0,1 0 0,32 0 0,-28 0 0,1 0 0,26 7 0,3 2-491,-34 0 0,1-1 491,46 1 0,-37-1 0,2 0-492,-5-3 0,3 0 164,4 1 0,6 1 0,-5-1 111,2-1 0,-1 0-275,23 0 0,-3-1 150,-35-4 1,-1 0 341,28 0 0,1 0 0,-20 0 0,-1 0 0,20 0 0,-2 0 0,18 0-984,0 0 921,-32 0 0,-2 0 480,21 0-417,9 0 0,7 0 0,-47 6 0,0-5 0,7-1 0,-2 2 0,-1 2 0,30 2 0,-18-5 0,-2 0 0,10 5 0,17-6 0,-7 0 238,-9-4 0,4-1-238,-21 4 0,1 0 0,19-3 0,0-1 0,-20 5 0,-4 0 0,43 0 188,-42 0 0,2 0-188,0 0 0,1 0 0,0 0 0,1 0 0,8 0 0,1 0 0,-4 0 0,0 0 0,5 0 0,0 0 0,-5 0 0,0 0 0,4 0 0,0 0 0,-4 0 0,0 0 0,4 1 0,2-2 0,-1-3 0,0 0 0,0 3 0,0 0 0,-5-2 0,0-2 0,4 1 0,0 0 0,-5 4 0,1-2 0,5-6 0,1 0 0,-1 7 0,0 0 0,-5-7 0,0 0 0,3 7 0,1 0 0,-4-7 0,0 1 0,5 5 0,0 2 0,1-9 0,-2 1 0,-4 7 0,0 0 0,4-3 0,0 0 0,-4 4 0,-1 0 0,1 0 0,0 0 0,0 0 0,-3 0 337,-8 0 1,-2 0-338,1 0 0,-2 0 0,44 7 0,0 2 0,0 0-302,-44-1 0,1-1 302,1-6 0,0 0 0,6 6 0,-1 1 0,-5-3 0,0-1 491,5 1 1,-2 0 167,31 2-659,-36-7 0,-1 0 909,35 7-909,-35-3 0,3 2-220,5 2 1,1 1 219,-6-1 0,2 0-287,34 6 0,-1 0 287,-38-5 0,-1 0 0,24 2 0,-3-3-734,2-1 734,-12-3 0,2 0 0,22-2 0,-21 3 0,-4-1 0,3-4 260,17 7-260,-15-5 0,1 6 0,2-1 0,18-4 0,-28 1 0,-2 0 0,14-4 0,-28 0 0,25-6 974,-36 0-974,10-2 983,5-2-278,-27 5 159,27-2-864,-32 3 231,5 4-231,21-6 0,-15 4 0,16-4 0,-16 6 0,-11 0 0,5 0 0,11 0 0,-16-4 0,11 4 0,-22-10 0,-25-4 0,-63-1 0,-13 1-492,30 9 0,0 3 223,-31 2 269,4 7-466,28-5 466,-26 12 0,26-12 0,-8 5 0,3-7 0,18 0 0,-18 0 0,-3-7-590,-13-9 590,-10-2 0,31-2 0,17 11 0,-1 2 0,-19-6 0,-18-2 0,34 10 0,4 1 0,1-6 0,-8 10 0,1-1 983,18-7-813,-63 7 310,71-3-480,-28 4 0,15 0 0,15 0 643,-13 0-643,20 0 33,4 0-33,-10 0 0,-16 7 0,16-6 0,-62 6 0,56-7 0,-29 0 0,-10 0-444,19 0 1,-1 0 443,-10 0 0,0 0-492,5 0 0,0 0 280,-11 0 1,2 0 211,-23 0 0,-5 0 0,1 0 0,18 0 0,14 0 0,0 0-92,-22-8 92,25 6 0,-9-6 0,20 2 819,21 4-819,-14-4 983,27 6-502,3-4-378,-2 4-103,8-7 0,27 7 0,18-4 0,40 4 0,-24 0 0,6 0-492,14 5 0,5-1 0,8-3 0,6 0 164,-10 2 0,6 0 0,-2 0 0,-10 0 0,-1 0 0,4 0 82,-8-2 0,3-1 0,1 0 0,-3 1-82,15 2 0,-3 0 0,1 0 0,3-2 0,1-1 0,-2-1 0,-5-1 0,-1-1 0,-1-1 0,1 1 0,0 0 0,-2-2 0,-7-1 0,-2-1 0,-4 0-164,13-1 0,-3-1 594,13-1 1,-6 1-103,1 0 0,-27 5 0,-4 0 983,-12 1 0,-17 2 0,-17-2 0,-3 3 0,-35-13 0,-10-4 0,-57-7-492,43 8 1,-6 1-165,-17 6 1,-10 3 0,4 1-820,-8-5 0,-3 1 228,-1 7 0,-7 2 0,8 3 264,10 0 0,2 4-328,5 1 0,-4 2 0,4 0-164,-4 4 0,1 1 0,-21-1 0,1 2 0,23 1 0,5 0 244,13-4 1,1-1 247,1 1 0,5 0 983,3 4 0,1-1 0,33-11 0,0 6 0,10-7 0,6 6 0,47 29 0,19-9-926,0-2 1,10-2-550,4-10 0,4-4 0,3 3 0,4-2 164,-12-6 0,4-1 0,-2 1 0,-15-1 0,-3 1 0,3-1 0,14-2 0,4 0 0,0-1 0,7 1 0,0-1 0,-3-1 0,-16-4 0,-3-1 0,1-1 0,9 1 0,2 0 0,-6-1-64,9-1 1,-9-1 391,-19-1 0,-5 0 0,31 1 0,-47-1 0,-22 3 983,-9 4 0,0 3 0,0 4 0,0 0 0,-3 4 0,-1-1 0,-15-2 0,3 3-192,-11-7-791,-21 19 0,20-15 0,-21 25 0,30-24 0,4 7 0,1-9 0,3 0 0,-12-3 0,-23-8 0,-24-5 0,-34-7-492,48 11 0,-2 1 271,-13 0 1,-1 1 220,8 2 0,1 2-306,1-1 1,0 0 305,1 0 0,3 0 0,-15 0 0,-15 0 0,44 0 0,-10 0 0,31-4 983,0 4-587,2-4 261,-3 4-657,-25-6 0,-1-1 0,-5-1 0,-6 0-492,-1 0 0,-3 0 231,-24-6 1,-4 0-232,7 4 0,-2 0 164,10 0 0,-4 0 0,3 2 149,-12 2 1,0 1 178,16 2 0,-3 0 0,0 0 0,0 3 0,1 0 0,1 0-492,-20 0 0,-1 0 164,18 0 0,-3 0 0,2 0 139,-19 0 0,3 0 189,-8 0 0,2 0-492,20 1 0,0-2 309,-20-3 0,-1 0 183,14 3 0,1-1-413,1-2 0,-3 0 413,14 3 0,-4 1 0,3 1 0,-19-1 0,2 0 0,-5 0 0,-3 0 0,20 0 0,-4 0 0,8 0 0,4 0 0,0 0 0,-10-3 0,-7 0 0,8 0 0,13 2 0,0 0 0,-12-2 0,-9-1 0,10 2 0,16 2 0,3 0 0,-23-4 0,-4 0 0,-5 4 0,3-1 0,26-6 0,1-1 479,-29 3 0,1 1-479,-12-5 0,23-3 0,-2-1 0,21 7 0,0 1 0,-21-5 0,3 1 0,-14 1 0,24 4 0,0 0 0,-21 2 0,25-5 0,2-1 983,-17 0-94,-10 0-889,-3-13 794,-10 10-794,45 0 0,-3-2 491,-26-1 1,-1 1-395,20 3 0,1 1-97,-16-1 0,4 0 0,-11-3 0,20 11 951,4-5-951,19 7 329,-27 0-329,33 0 883,-17 0-883,26 0 983,-6 0-578,2 0-405,-7 0 0,15-3 0,-3 2 0,3-2 0,-5 3 0,0 0 0,-42 0 0,22 0 0,-25 4 0,24-3 0,19 7 0,-9-7 0,17 3 0,1-1 0,9-2 0,0 5 0,1-5 0,-1 2 0,-3 0 0,-1-2 0,-5 2 0,-11-3 0,1 0 0,-18 0 0,-23 0 0,13 0 0,-14 0 0,35 0 0,10 0 0,-21 0 0,15 0 0,-14 0 0,19 0 0,1-4 0,6 3 0,1-3 0,6 4 0,-1 0 0,1 0 0,3 0 0,1 0 0,3 0 0,-1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5:12.683"/>
    </inkml:context>
    <inkml:brush xml:id="br0">
      <inkml:brushProperty name="width" value="0.35" units="cm"/>
      <inkml:brushProperty name="height" value="0.35" units="cm"/>
      <inkml:brushProperty name="color" value="#E71224"/>
    </inkml:brush>
  </inkml:definitions>
  <inkml:trace contextRef="#ctx0" brushRef="#br0">240 402 24575,'49'0'0,"1"0"0,21 0 0,2 0 0,5 0 0,-22 0 0,3 0-328,10 0 0,6 0 0,-5 0-164,-5-1 0,-2 2 0,19 3 0,2 0 73,-7-3 1,0 0 418,2 3 0,0 0 0,4-4 0,1 0 0,5-1 0,1 2-492,7 3 0,-3 1 0,-23-4 0,0 0 28,24 3 1,-1 0 520,-23-3 1,-3-2-58,1 1 0,1 0 0,22 0 0,-5 0 0,0 0 0,2 0 0,0 0 0,-2 0 0,-17 0 0,13 0 0,-5 0 0,4 0 0,-1 0 0,17 0 0,-2 0 0,-26 0 0,-4 0 0,4 0 0,-3 0 0,22 0 0,-18 0 0,5 0 0,1 0 0,-4 0 0,-22 0 0,0 0-149,29 0 1,-2 0 148,-2 0 0,-3 0 0,1 0 850,15 0-850,-20 0 0,-1 0 0,6 0 0,10 0 0,2 8 0,1-7 0,-9 3 0,1-1 0,13-3 0,-17 0 0,-3 0 0,-8 0 983,-4 0 0,1-6 0,2 4-835,11-11-148,0 11 0,10-4 377,-16 5 0,3 2-377,-17 2 0,2 1 0,24 0 0,0 2 0,-29 1 0,-3 2 0,11-1 0,0 1 0,-8-1 0,-2 0 0,3 1 0,3-1 0,30-3 0,1-1-492,-23 0 0,0-1 349,24-3 0,-1 0 143,-31 3 0,-3 1 280,2-3 0,0 0-280,45 6 0,-45-7 0,0 0-625,43 0 625,0 0 0,-11 0 0,-22 0 0,-2 0 0,12-6 0,-22 5 0,-2 1 842,11-6-842,2 6 0,1 0 0,-3 0 0,-10-4 0,0 0 0,2 2 491,-2-3 1,-2 1 270,-9 4-576,21 0-186,-8 0 727,18 0-727,-8 0 0,11 0 0,-1 0 0,-9 0 0,-4-5 0,-20-1 0,19-7 0,-27 7 0,15 0 0,-20 2 0,11 3 0,12-3 0,24 4 0,12 0 0,-20 0 0,34-8 0,-63 6-345,16-5 1,4-1 344,22-2 0,11 0 0,-28 3 0,-1-1 0,10-1 0,-21 4 0,5 0-492,19 1 0,-1 2 132,-23 2 1,3 0 31,18-2 0,10-1 0,-10-1-164,-19 0 0,-2-1 342,31-3 1,-4-2 149,-11-4 0,-11 0 550,-28 3-550,-17 4 983,-6 1-424,-37-5-559,1 0 0,-52-8 0,18 12 983,-29 0-911,32 6 1,-3 2-73,9-1 0,-4 0 0,-26 0 0,1 0 0,33 0 0,1 0 0,-30 0 0,-4 0 0,12-1 0,-2 2-328,8 1 0,-5 2 0,-1-1 0,-3-2 0,0-1 0,2 1-164,-18 3 0,0 1 164,14-5 0,-3 0 0,7 0-164,7 0 0,-1 0 164,-11 0 0,-8 1 0,9-2-164,16-3 0,0 0 164,-13 4 0,-8 0 0,11-1-10,21-3 0,1 0 338,-50 4 0,3 0 0,21 0 0,17 0 0,-3 0 0,9 0 0,2 0 983,-32 0-492,23-2 1,-4-3-1,-10 1 1,0-2-1,14-3 1,-1 0-407,-24 0 0,-1 0-85,21 1 0,0-2 0,-31-4 0,-3 0 0,26 8 0,-1 0 0,-23-4 0,2 2 0,28 7 0,4 2 0,5-5 0,-5 0 0,-11 3 0,-8 1 0,5-1-60,-1-3 0,0 0 60,-2 1 0,-6 0 0,6 1 0,0 2 0,4-2-164,-6-6 1,-2-1 163,1 4 0,0 0 0,0 0 0,0-1 0,5-2 0,1 0 0,0 7 0,1 0 0,4-3 0,2 0 0,5 3 0,-2 2 0,-2-1 0,-5 0 0,5 0 0,-1 0 0,0 0 0,0 0 0,-5 0 0,7 0 0,6 0 0,3 0 0,-6 0 0,1 0 0,4 0 0,1 0 0,0-4 0,-1 0-219,1 3 1,0 0 218,4-3 0,1 1 983,-42 3-845,13 0-138,21 0 983,2 0 0,0 0-646,-34 8 646,13-6-557,-12 11-426,33-6 983,10 0-871,1 4 277,-11-3-389,-2 0 0,-9-1 0,-4 1-984,-16 1 492,13-5 0,1 2 356,-9 8 136,4-13 0,-5-1 0,25 8 0,0-1 0,-23-5 0,-1-2-352,26 4 1,4 0 351,4-4 0,-4 0 0,-8 0 0,-7 0 0,4 0-492,-8 0 0,0 0 271,7 0 1,-3 0 0,5 0 220,5 0 0,4 0 0,3 0 0,2 0 0,-34 0-281,34-1 0,1 2 281,-16 4 983,-14-3-204,42 3 204,-8-5-887,24 0 887,-22 0-80,11 0-164,1 0-739,-23 0 0,30 0 0,-41 0 0,44 0 0,-15 0 0,37 0 0,-1 0 0,52 0 0,8 8 0,-5-4 0,6 1-492,6 3 0,3 1 254,11 0 0,1 1 238,-16-2 0,3 0 0,-1 1 0,5 1 0,-6-1-492,-8 1 0,1-1 164,16 0 0,10 1 0,-3-1 244,16 2 0,-3-3 84,-6-2 0,2-1 0,-14 1 0,2 1 0,-8-2 0,-17-4 0,-2 0-492,23 6 0,4 1 271,3-2 0,-3-1 221,-26-1 0,0 0 0,28 5 0,2-2 0,-5-5 0,-2-2 0,-14 4 0,0-1 0,15-2 0,3-2 0,8 1 0,-2 0 0,-22 0 0,-1 0 0,26 0 0,0 0 0,-21 0 0,-1 0 0,-1 0 0,5 0 0,4 0 0,7 0 0,-4 0-492,7 0 0,-1 0 251,-10 0 0,4 0 0,-6 0 241,-4 4 0,-1 0 0,17-3 0,-2 0 140,-24 3 0,-1 0-140,15-4 0,-4 0 983,8 0-797,-12 0 0,2 0-186,23 0 0,-25 0 0,2 0 0,-4-4 0,-5-1 0,9-1 983,25-3-547,-41-2 547,-25 6 0,23-2 0,-34 1-801,5 5 362,-4-2-544,-2 6 0,9 2 0,-4 5 0,9 0 0,17 16 0,-9-13 0,14 8 0,1-11 0,-21-8 0,10 5 0,-27-7 0,-6-4 0,-18-13 0,-12-2 0,-50-24 0,-14 11-492,27 9 0,-5 3 143,-4 9 1,0 3 348,9-5 0,0 3 0,-28 7 0,0 4 0,26-5 0,-1 1-492,-25 6 0,-4 2 0,11-4 0,0 0 284,-10 3 0,-4 0 208,28-3 0,-3-2 0,1 1 0,0 3 0,-1 0 0,0 0-328,-6-2 0,0-1 0,1 1 0,7 2 0,1 0 0,3 0 83,-14-3 1,2 0 244,-11 0 0,1 0 0,18 0 0,3 0-492,4 0 0,-1 0 436,-15-3 0,5-2 944,4-4-888,-24-6 983,45 7 0,18 2 0,18 3 0,5 2 0,34 9 0,0-5-535,49 15-448,3-16-492,0 6 0,6 0 237,-23-7 1,3 0-74,14 5 0,10 1 0,-4-2-164,6-3 0,3-2 246,-18 2 0,9 1 0,1 0 0,-5-2-82,4 0 0,-4-1 0,3-1 82,-6 1 0,4 0 0,0 0 0,-4 0-82,7 0 0,-4 0 0,1 0 0,0 0 0,0 0 0,-1 0 0,-9 0 0,-2 0 0,-2 0 438,22 1 1,-8-2-111,-26-1 0,-8 0 983,7 1 0,-48-3 0,-71 11 0,22 0-492,-14 4 1,-5 1 491,-27 5-492,27 0 1,-5-1-984,-6-5 0,-7-1 164,7-1 0,-5 1 0,-1-2 0,-2-3 0,-1-3 0,-2 2 0,-5 2 0,-2 1 0,-1-2 82,16-4 0,0-1 0,-1 0 0,0 1 0,-1 2 0,0 2 0,0 1 0,1-2 0,0-1 0,1 0 0,0-1 0,-1 1 227,-4 0 0,-1-1 1,2 1-1,4 1 19,-3 2 0,4 0 0,1-1-328,-4-4 0,0-1 0,0 1 59,2 5 0,1 1 0,4-2 269,-14-4 0,6 0 0,5 6 0,11 0 381,18-5-381,28 3 983,77-5 0,1 0-738,3 0 1,20 0 0,5 0 0,-12 0 245,7 0 1,3 0-456,3 0 0,15 0 1,0 0-1,-13 0-36,2 0 0,-5 0 0,-9 0 0,4 0 0,-1 0-1,-10 0 0,-1 0 0,1 0 1,3 0 0,1 0 0,1 0 0,6 0 0,0 0 0,1 0-328,-4 0 0,0 0 0,1 0 0,6 0 0,0 0 0,-1 0 77,-8 0 1,-2 0-1,1 0-77,3 1 0,1-1 0,-6-1 220,2-2 1,-2 0 598,16 3 1,-3-2-189,-29-5 1,-3 0-304,0 2 0,1 2 0,7-2 0,-5 0 0,0 0 491,-3 1 1,0 0 470,3 2-962,7-2 0,1 1 0,-3 3 0,-10 0 0,5 0 0,5 0 0,-2 0 0,27 0 0,-17-1 0,3 2 491,-4 3 1,-3 0-1,-13-3 1,0 0-406,26 4 0,-2-1-86,21-4 0,-15 1 0,0-2 0,-28-2 0,-1-1 0,30 3 0,-1 0 0,14-6 0,-45 7 0,0 0 0,-2-3 0,3-2 0,21 0 0,0-1 0,-15 2 0,-1-1 0,10-4 0,-1 2 983,25 6-644,-7-13-339,10 12 0,0-5 0,0 7 0,0-7 0,0 5 0,-11-5 0,-2 7 0,-10 0 0,10 0 0,-8 0 0,8 0 0,-10 0 0,0 0 0,10 0 0,-8 0 0,18 0 0,3 0 107,-42-1 1,0 2-108,5 2 0,1 1 0,-1-3 0,1 0 0,4 3 0,1 0 0,0 0 0,1 0 0,10-3 0,1 0-492,-4 3 0,-1 0 341,5-4 0,-1 0 151,-10 0 0,0 0 124,-1 0 1,-1 0-125,-10-4 0,0 1 0,0 2 0,-3 0 544,24-6-544,16 0 0,-36 5 0,15-6 983,-31 8-816,7 0 816,-26 0-132,14 0 132,-17 0-816,0 0-153,7 0-14,-12 0 0,23 0 0,-18 0 0,18 0 0,-24 0 0,4 0 0,-9 0 0,-44-4 0,18 3 0,-79-3 0,31 7 0,-9 2-328,5-2 0,-7 1 0,-4 0 82,7-2 0,-4 1 0,-1-1 0,0 0 0,4 0 0,0 1 0,0-1 0,0 0 0,0 1 0,1-1 0,-1 0 0,-2 0 0,-8 1 0,-2-1 0,1 1 0,1 1-82,-12 2 0,1 1 0,-2 0 82,13-2 0,-3 0 0,0 0 0,4 1-82,-9 3 0,4 2 0,1-2 0,3-1 0,2-1 0,2 0 0,11 3 0,3 0 0,0-1 0,-4-2 0,0-1 0,8 0 409,8 2 0,4 0-81,-45 2 983,70-5 0,26-2 0,35 1 0,25 7 0,30-6-492,-36-4 1,2-2-984,4-7 0,3-2 0,5-4 0,-1 0 130,-8 0 1,-3 1 364,-2 1 1,-1 0-4,1-1 0,-1 2 0,40-7 0,-38 8 0,0 2 0,40 1 0,-7 7 0,10 0 0,-32 4-153,25 4 153,-35 4 0,39-3 0,-44 0 0,38-1 0,-59-3 0,39 8 983,-47-12 0,9 5 0,-23-6 0,-42 0 0,-26 0-492,4 4 1,-6 0-54,2-3 0,-1 0-438,-6 6 0,-6 2 0,-16-2 0,-10-1 0,8 1-492,12-1 0,0 0 246,4 0 0,-11 0 0,0 1 0,7 0-82,7 0 0,6 0 0,0 0 224,-2-1 0,1 1 0,0 1-224,-4 3 0,0 2 0,9-1 227,9-4 1,8 1 100,-26 12 0,44-15 639,18-2-639,42 0 0,44 13 0,-26-13 0,4 0 210,15 8 1,3 0-211,-5-6 0,0-2 0,14 6 0,3-1-430,1-3 0,1-2 430,-1 1 0,0-1-492,1-4 0,-6 0 453,12 0 39,-39-3 0,-6-1 0,-21-1 983,11-2 0,-29 0 0,-5 3 0,-10-9 0,-40-23 0,6 7-883,-23-5 1,-8 1-593,24 14 0,-2 3 195,-32-8 1,-9 1-32,19 9 0,-2 2 0,0 3 0,5 3 0,1 2 0,-3 1 0,-19-4 0,-5 0 0,2 2 0,11 4 0,2 1 0,3 1-164,-17-1 0,-1 0 164,8 2 0,-5 1 0,3 1 0,17-1 0,2 1 0,-3 0 82,-2 1 0,-4 1 0,0-1 0,5 0-82,0-1 0,4-1 0,-2 1 0,-15 2 0,-2 0 0,8 0 59,8-1 0,2 0 269,1 1 0,-3 1 0,8 0 0,-32 7 983,2-5 0,88-8-656,5-5 1,12-3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7:01.272"/>
    </inkml:context>
    <inkml:brush xml:id="br0">
      <inkml:brushProperty name="width" value="0.35" units="cm"/>
      <inkml:brushProperty name="height" value="0.35" units="cm"/>
      <inkml:brushProperty name="color" value="#E71224"/>
    </inkml:brush>
  </inkml:definitions>
  <inkml:trace contextRef="#ctx0" brushRef="#br0">231 36 24575,'94'13'0,"-1"-1"0,-14-2 0,2 0 0,-12-4 0,4 0 0,-4 0-492,6-1 0,-3-2 0,-2-3 0,1 0 279,11 0 1,-1 0 212,-11 0 0,2 0-492,15 0 0,1 0 357,-15 0 1,-1 0 134,5-1 0,0 2 0,-1 3 0,-5 0 0,-19-3 0,-1 0 177,11 3 0,-4 0-177,1-4 0,35 0 0,-41 0 0,5 0 983,-34 0-864,12 0 864,-20 0-346,20 0-67,-18 0-570,28-6 0,-22 5 0,13-5 0,21 6 0,-13 0 0,27 0 0,20 0 0,-32 0 0,-9 0 0,1 0 0,11 7 0,21-6 0,-6 6 0,4 2-492,-19-4 0,0 0 0,29 3 0,0 2 432,-31-1 1,-2-1 59,7-3 0,0 0-492,-5 3 0,1-1 433,1-6 0,5 0 59,4 6 0,7 4 0,-4-3-492,3-1 0,1-1 164,-1 1 0,6 0 0,-7 0 322,-2 2 1,-6-2 5,-2-6 0,0 0-440,-1 2 0,-1 2 440,-9-1 0,-2-1 0,1-2 0,-2 0 983,23 6-846,-19-7 1,-1 0-138,4 0 944,32 0-944,-41 0 0,-1 0 0,2 0 0,12 0 0,-7 0 0,-1 0 0,-4 0 983,9 0 0,0 0-800,-8 0-183,3 0 0,1 0 0,-4 0 983,31 0-820,-64 0 319,-9 0-482,-1 0 69,-3 0-69,3-3 0,-2 2 0,5-2 0,-5 0 0,5 2 0,-5-6 0,-1 3 0,-4-6 0,-6-1 0,-1-3 0,-14-9 0,-15-7 0,-11 4 0,-20-8 0,13 23 0,-4 5-484,4-3 0,-3 2 484,-17 2 0,0 2 0,-18-3 0,18 6 0,-3-1-492,16-2 0,-2 0 0,-32 3 0,-5 0 381,5 0 1,3 0 110,19 0 0,1 0 0,-23 0 0,5 0-984,-10 0 668,6 0 0,1 0-668,-8 0 889,3 0 1,1 0 94,5 0-328,22 0 0,-9 0 0,9 0 108,-25 0 220,15-3 0,-4-1 376,15 4 0,3-2-376,10-5 0,-1 0 0,-10 6 0,-1 0 0,-5-7 0,4 0 0,-21 6 426,23-5 0,1-1-426,-10 6 0,10-5 0,-1-1 0,-22 6 0,22-2 0,1 0 0,-10 4 0,-1 0 0,6 0 0,-1 0 0,-20 0 0,19 0 0,3 0 0,-7 0 0,0 0 983,0 0-900,11 5 900,-8-3 0,18 9 0,-8-10-409,10 10-574,1-9 0,-11 10 0,-13-11-283,6 3 0,-3-1 283,-29-3 0,26 0 0,1 0 0,-3 0-123,-19 0 123,19 0 0,-18 0 0,7 0 0,0 0 0,3 0 0,30 3 0,3 2 0,-10 1 0,-18 3 0,61-2 0,2-3 0,5 3 983,3-3-629,1 2-45,1 1-309,2 1 0,0 2 0,1 0 0,3-2 0,0 2 0,0 1 0,3-4 0,1 3 0,9 1 0,4-3 0,2 3 0,17 5 0,9-4 0,-8 1 0,30 0 0,-47-8 0,18 2 0,-28-4 0,-12-3 0,-19 0 0,-24 0 0,-8 0 0,-8 0 0,0 0 0,-2 0 0,-21 0-802,-14 0 802,9 0 0,34 0 0,5 0 0,3 0 0,0 0 0,43 3 0,7-2 0,17 2 0,24-3 802,-11 0-802,55 0 0,-5-8-984,9 6 922,-24-2 0,-2 0 62,5 4 0,2-1 0,1 2 0,10 5 0,5-1 0,1 1 0,-1 2 0,-22-3 0,3-1 0,-6 1 0,-2-1 0,25-2 0,-30 2 0,1 0 0,-5-3 0,-3-2 0,10 1 0,22 0 0,-24 0 0,-26 0 0,10-3 0,-16 2 0,-10-2 983,9-1-858,-9 3-125,9-3 0,-9 4 0,30 0 0,-19 0 0,51 0 0,-12 7 0,0-5 0,-17 5 0,2 1 0,28-6 0,0 5 0,0-7 0,-55 0 0,3 0 0,-17 0 0,-3-3 0,3 2 0,-2-5 0,2 5 0,0-2 0,-2 3 0,2 0 0,0 0 0,1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7:05"/>
    </inkml:context>
    <inkml:brush xml:id="br0">
      <inkml:brushProperty name="width" value="0.35" units="cm"/>
      <inkml:brushProperty name="height" value="0.35" units="cm"/>
      <inkml:brushProperty name="color" value="#E71224"/>
    </inkml:brush>
  </inkml:definitions>
  <inkml:trace contextRef="#ctx0" brushRef="#br0">1 306 24575,'72'0'0,"-1"0"0,4 0 0,-16 0 0,6 0-246,4 0 0,12 0 0,3 0 0,-5 0-82,5 3 0,-3 1 0,4-2 82,-7-1 0,4 0 0,0-1 0,-3 1-82,13 1 0,-3 2 0,-2-1 0,-10 0 0,-2 0 0,1 0 0,6-3 0,2 0 0,0 2 0,2 3 0,2 2 0,0-1 0,4-5 0,2-1 0,-4 1 0,-15 4 0,-2 2 0,2-2 94,14-4 0,3-1 0,-3 1 234,-14 4 0,-2 2 0,2-2 0,13-3 0,2-2 0,-3 0 161,-12 3 1,-2 1 0,-3-2-162,26-1 0,-6-2 0,-17 1 0,-1 0 0,5 3 0,0 3 0,1 2 0,2 2 0,10 5 0,-2 0 0,-24-5 0,1 1 0,23 6 0,2 0 0,-19-11 0,-3 0 0,-4 4 0,1-1-382,23-3 0,0-3 382,-28-3 0,-2 0 0,9-1 0,3 2 0,21 3 0,-4 1 0,13-3 327,-33 0 1,10 2 0,-9-2-55,-10-2 0,-3 0-273,23 4 0,4 0 491,0-4 1,-4 1-124,-22 3 1,1-1-369,21-2 0,4-2 0,0 1 0,-4 0 0,-22 0 0,0 0 0,21 0 0,-4 0 827,11 0-827,-26 0 0,0 0 0,15 0 491,-20 1 1,-3-2-440,0-4-52,11 3 0,-10-1 0,3 1 658,41 2-658,-36 0 0,0 0 0,35 0 424,3 7-424,3-5 0,-41 2 0,0 0 0,30-4 256,-36 0 0,-1 0-256,24-7 0,8-1 0,-10-7 0,0 1 0,-1 5 0,22 3-492,0 10 0,4 1 0,-37-4 0,0 0 483,2 4 1,6 2 0,-5-2 98,2-4 0,-5 0-90,35 6 41,-23-7 0,-1 0-41,6 0 0,-17 0 0,1 0 0,29 0 0,-28-1 0,1 2-363,-10 3 0,0-1 363,14-2 0,3 0 9,1 7 1,1 0-10,14-7 0,3 0 0,-1 8 0,1-1 0,1-6 0,-3-2 0,-25 5 0,-2-1 0,7-7 0,-4-2 0,3-3 819,27-8-819,-22 1 0,11 0 0,3 6 21,-34 5 0,1 1-21,2 2 0,-1 2 0,34-1 0,-32 0 0,-1 0 0,23 0 983,-3 0-790,-8-6 790,-47 5 0,2-8-347,-16 5-636,-7-3 898,-26-30-898,-14 13 0,-41-33-975,-6 24 975,39 16 0,-1 1-984,-37-7 492,23 14 0,0 1-492,-32-8 492,2 3 0,-6-1 0,27 4 0,0 0 164,8 0 0,-4 0 0,1 1-164,-23-1 0,1 1 0,-1-1 0,-1 1 0,-4 3 0,-2 2 267,-1-1 1,5 1 224,28 4 0,1 0 0,-20 0 0,2 0-137,30 0 1,-1 0 136,-24 4 0,-1 0 0,27-3 0,0 0 491,-24 7 1,5 0 491,7-5-492,-15 4 1,1 2 491,13-1-492,-17 1 1,-3 0 368,-3-1-860,25-4 0,-5 0 0,-18-3 0,2-2 0,31 1 0,-1 0 0,-34 0 0,-7 0 0,1 5 0,2-1 0,22-3 0,-1 0 0,-25 7 0,-4 1-264,30-5 0,-1 0 1,4-1 263,-8 2 0,-4 0-246,8 0 0,-10 0 0,0 0 0,8-2-202,-17-1 0,2-1 448,10 2 0,-5 0 0,-1 0 0,-5-2 0,-1-2 0,4 1 0,-11 0 0,0 0-328,14 0 0,-3-1 0,0 2 48,7 1 1,0 2 0,6-1 279,-4 2 0,0 0 0,-8-1 0,-8 0 0,10-1 0,13 1 0,4 0-341,-15 0 0,-2-1 341,-6-2 0,5 0 409,27 2 1,-1 1-410,-26-4 0,-5 0 0,1 0 0,1 0 0,18-4 0,0 0 0,-25 4 0,2-2 491,36-5 1,0-1-343,-31 7 0,1 1-149,34-4 0,0 0 491,-29 4 1,2 0 146,-9 0-638,-10 0 0,0 0 0,0 0 0,18 0 0,-2 0 0,25 0 0,-1 0 0,-29 0 0,2 0 0,-16 0 0,46 0 0,0 0 0,-43 0 0,0 0 0,0 0 0,0 0 0,0 0 0,44 0 0,-1 0 0,-1 1 0,-1-2 0,-9-3 0,-1 0 0,4 4 0,1-2 0,0-5 0,1-1 0,1 7 0,0 0 0,4-6 0,0-1 0,0 4 0,-1-1 0,2-3 0,1-1 983,-34 0-23,13 2 23,24 7-589,21 0 589,13 0-15,16 0 7,38 0-975,18 0 0,-6 0 0,5 0-492,9 0 0,3 0 0,15 0 0,4 0 0,5 0 0,2 0 164,-24 0 0,2 0 0,1 0 126,3 0 1,0 0-1,1 0-126,3 0 0,1 0 0,2 0 0,8 0 0,1 0 0,1 0 25,4 0 0,1 0 0,-4 0 303,-16 3 0,-4 0 0,3-1-328,19-1 0,5-1 0,-3 1 0,-13 4 0,-3 2 0,0-1 0,-5-3 0,-2 0 0,5 1 270,17 1 1,6 2 0,-1 1 57,-4 1 0,0 2 0,-3-2-259,-13-4 0,-2-1 0,3 1 259,-1 2 0,5 1 0,-2 0 0,-15-3 0,-11-4 0,-3 0 0,14 4 0,6 2 0,-9-2 441,23-3-441,6 3 0,-1-1 0,-7-4 491,-23 0 1,-2 0 214,12 0-706,-2-4 0,3-1 491,-20 4 1,3 0-194,15-2 0,10-1 1,-3 2-464,19 6 1,2 1 164,-17-4 0,5-1 0,0 1-328,-2 5 0,1 1 0,-1-2 32,5-3 0,1-2 0,-5 0 296,-16 3 0,-3 0 0,3 0 0,19 0 0,5 0 0,-2 0 0,-10 1 0,-2 0 0,-1 0-328,-6 0 0,-1 0 0,5-1 227,-4 0 0,3-1 0,2 0 0,-3 1 101,11 0 0,-3 0 0,1 0-328,1 0 0,0 1 0,4 0 170,0 0 0,6 2 1,-2 0-1,-10-1 158,12 0 0,0 0-13,-10 0 1,11 0 0,-1-1 0,-11 1 12,5 0 0,-1 0 0,-9 0 0,12 1 0,-2-1 0,-12 0 0,-5 0 0,-2 0 327,25-1 1,11 0 0,-16-2-241,-37-2 0,-2 0-87,44 0 0,-5 0 0,-24-6 983,14 5-262,-42-9 262,-3 9 0,-16-6 0,-4 6 0,-7-2 0,-6 0 0,-64-9 0,22 6-492,-31-4 1,-6 1 491,-9 7-692,-1-3 1,-20-1 0,7 0-292,4 1 0,-2 0-246,18 0 0,-8 1 0,-1-1 0,5-1-82,0 0 0,4 0 0,-1-1 0,-7-3 0,-2 0 0,0 0 0,-2 2 0,0 1 0,5 0 0,17 0 0,3-1 0,-2 2 0,-11 2 0,-2 1 0,4 1-164,-8 2 0,3 0 0,0 1 0,-1-2 472,-12-3 1,10 0 19,10 2 0,-5-3 0,3 2-283,23 3 283,-14 0 0,2 0 0,28 0 983,-32 0 0,51 0 0,8 3 0,84 17 0,-9-11-492,17 5 1,8 0-339,-26-12 0,0-2-153,16 5 0,6-1-328,-15-4 0,3 0 0,-1 0-164,23 1 0,2-2 167,-14-3 1,5-3 0,-5 0 324,15-2 0,-4-3-492,-3-1 0,-6-3 339,-26 0 0,-7 2 153,29-1 0,-57-1 983,-16 5-786,-16 3 786,-20-4 0,-18 0 0,-50-3-1103,30 10 1,-4 2 119,-4-2 0,-3 1 0,-15 4 0,-5 0 0,17 0 0,-4 0 0,1 0-328,6 0 0,0 0 0,-3 0 82,4 2 0,-4 1 0,-1-1 0,2 0-82,-19-1 0,3 0 0,-2 0 82,22 1 0,-1 0 0,0 1 0,-3-1 0,-9-2 0,-3 0 0,0 0 0,5 0-82,-1 0 0,4 0 0,-4 0 199,2 0 1,-5 0-1,0 1 1,4-2 128,-7-1 0,3-1 0,-3-2 0,7 1 0,-4-2 0,1 1 0,3 0 0,-4 0 0,4 1 0,-1-1 0,-9-5 0,-1 0 0,7 2-492,-1 7 0,1 0 190,5-5 1,-5-1 0,7 2 301,7 3 0,3 2 0,-15-4 0,6-1 850,-6-3-850,-10-1 0,11-6 0,28 6 0,0 1 0,-34-8 0,34 7 0,-2 1 0,6 3 0,1 1 0,-47-3 0,41 3 0,0 0 0,3 3 0,2 0 0,-3-3 0,3 0 0,-22 4 0,-24 0 0,31 0 0,-17 0 0,34 0 0,1 0 0,-17 0 0,5 4 0,-1 1 0,-7-3 0,9 5 0,1 1 0,3-6 491,6 9 1,1 0 491,6-7 0,-13 14 0,-11-9 0,11 3-98,-27-3-885,28-1 0,1-1 983,-18-5-492,17 2 1,-1 0-430,-26 4-62,15-8 0,-2 1-492,17 7 0,-2-1 457,-19-6 1,1-1 34,18 4 0,4 0-165,-48-4 165,3 0 0,38 0 0,3 0 0,-5 0 0,3 0 0,5 0 0,24 0 0,-22 0 983,40 0-906,1 0 906,-1 0-103,0 0-626,-3-4-254,-27-3 0,-6-4 0,-27-4 0,-20-1-882,4 0 882,27 4 0,-2-1-492,3 3 0,0 0 198,-11-3 1,2 0 293,19 5 0,1 1-148,-13-2 1,5 0 147,1 2 0,-24-1 0,42 8 798,8 0-798,15 0 0,7 0 0,3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7:07.029"/>
    </inkml:context>
    <inkml:brush xml:id="br0">
      <inkml:brushProperty name="width" value="0.35" units="cm"/>
      <inkml:brushProperty name="height" value="0.35" units="cm"/>
      <inkml:brushProperty name="color" value="#E71224"/>
    </inkml:brush>
  </inkml:definitions>
  <inkml:trace contextRef="#ctx0" brushRef="#br0">0 308 24575,'46'4'0,"21"8"0,9-11 0,1 7 0,7 0 0,-2-7 0,1 0-492,9 3 0,1 0 0,-6-4 0,-1 0 0,8 0 0,-2 0 0,-13-4 0,0 0 358,20 3 0,-1-1 134,-23-2 0,-6 0 0,-18 4 0,0 0-395,26 0 0,1 0 395,-14 0 0,1 0 0,0 0 0,5 0 0,-3 0 0,9 0 0,0 0 0,-10 3 0,3 0 0,-2 0-492,16-2 0,-3 0 56,-5 4 1,2-1 435,21-3 0,-7-2-984,-4 1 929,-3 0 1,0 0 54,0 0 463,-32-3 0,1 0-463,-1 3 0,-2-1 0,21-11 0,-3 6 0,1 2 0,12-5 0,14 1 0,-24 8 0,13-7 983,-26 1-628,11-7 628,-48 5 0,-4 3 0,-7 2 0,-3 3 0,7 0-220,3 4-763,2 0 0,6 5 0,-12-5 0,-4-4 0,-58-14 0,-31-1 0,10 0 0,-14-3 0,1 1-328,10 5 0,0 1 0,-5 0 82,-5 1 0,-7 0 0,0 0 0,5 1-82,3-1 0,4 1 0,0 2 0,-8 4 0,0 4 0,3-1 0,15-3 0,2-1 0,-2 2 0,-15 1 0,-2 2 0,6-1-164,-3 0 0,1 0 164,4 0 0,-4 0 0,8 0-164,7 0 0,3 0 0,-25 0 0,-2 0 265,5 0 0,2 0 227,-3 0 0,4 0 0,23-2 0,2-2-205,-18 1 1,6-3 204,8-7 0,-9 4 0,-5 0 0,22 1 0,1 0 0,-8-1 0,-3 1 0,-13 3 0,5 0 0,-3-1 491,22 5 1,1 2 491,-20-1 0,26 0 0,-14 0 0,32 0 0,12 3 0,3 1 0,27 11 0,12-4 0,16 7-110,17-11-873,14-1 0,23 2-492,-38-7 0,3 0 202,10 3 0,0-1-202,-15-2 0,1-2 69,34 2 1,5-2-70,-10-3 0,2-1 164,-11 4 0,3 1 0,2-1 0,2-2 0,2-1 0,1 2 0,4 4 0,1 1 0,5 1 82,-10-1 0,5-1 0,0 1 0,-2 1 0,-8 2 0,-2 2 0,0 1 0,2-2 0,12-1 0,2-1 0,0 1 0,-5 0-82,3 4 0,-4 0 0,1-1 82,-13-2 0,2-2 0,-1 0 0,-5-1-82,1 0 0,-5-1 0,0 1 308,1 2 1,-1 0 0,-7-1 19,-6-5 0,-8 2 983,4 8 0,-17-9 0,-30 5 0,0-5 0,0 8 0,0-1 0,0 0 0,-3 1 0,-40-8 0,14 2-492,-27-2 1,-8-2 331,-36 1-823,15 0 0,-9 0-328,21 0 0,-2 0 0,0 0-164,-29 0 0,-6 0 246,30 0 0,-6 0 0,-1 0 0,5 0-82,-4 0 0,3-1 0,-3 2 82,5 1 0,-3 0 0,0 1 0,3-1-82,-4-2 0,3 0 0,0 2 0,-1 3 0,1 1 0,0 0 0,-2 1 0,0 0 0,5-1-164,-7 0 0,3 1 606,-8 7 1,11-3-115,17-9 0,-2 5 983,40-4 0,11 1 0,50 7 0,39-7-492,-32 3 1,4 0-1,25-2 1,2 0-1,-18 4 1,2 0-839,25-4 1,6 0 346,-23 1 0,3 0 0,-2-1-328,-2-1 0,-2 0 0,4-1 0,13 1 0,5 0 0,-4-1 91,-9 1 0,-2-1 0,-4-1 237,10-1 0,-1-2 0,-12 1 0,3 0 0,-6 0-492,-1 0 0,-1 0 111,35 0 1,0 0 494,-34 0 1,-4 0-115,4 0 0,-6 0 983,14 0-158,-21 0 158,-11 0 0,-32 0-727,-7 3 1,-10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7:12.224"/>
    </inkml:context>
    <inkml:brush xml:id="br0">
      <inkml:brushProperty name="width" value="0.35" units="cm"/>
      <inkml:brushProperty name="height" value="0.35" units="cm"/>
      <inkml:brushProperty name="color" value="#E71224"/>
    </inkml:brush>
  </inkml:definitions>
  <inkml:trace contextRef="#ctx0" brushRef="#br0">0 313 24575,'32'4'0,"-7"-1"0,0-3 0,25 2 0,7 0 0,33-1-492,-6 0 0,6 2 0,-8 1 0,2 0 0,11-3 0,4 1 164,-31 3 0,1 2 0,1-2 4,3-4 0,0-1 0,4 1 324,18 4 0,3 2 0,-2-1 0,-14-5 0,-1-1 0,3 1-246,-6 1 0,4 0 0,1 1 0,-3 0-82,9 0 0,-3 0 0,1 0 0,1-3 0,0 0 0,1 2 0,7 3 0,0 2 0,-4-1 218,-23-2 0,-4-1 0,3 0 110,16 0 0,4 1 0,-3 0 0,-11 1 0,-2 1 0,2 0 0,18-3 0,3 1 0,-3 0 0,-20 1 0,-3 2 0,2-1 0,19 1 0,4 0 0,-13-1 0,-22-1 0,0 0-328,22 1 0,11 1 0,-10-2 123,-19-4 0,0 0 205,16 4 0,8 2 0,-7-1 0,-12-5 0,1 0 0,13 4 0,10 3 0,-9-3 0,-12-4 0,-3 0 0,22 4 0,4-1 0,-1-3 0,-5-2 0,-30 1 0,-1 0 0,27 0 0,3 0 0,-5 0 0,-4 0 331,-22 0 0,0 0-331,24 0 0,0 0 0,-25 0 0,-2 0 0,0 4 0,4 0 0,7-1 0,8 1 0,-4 0 491,8 1 1,1 0-206,-6-2 0,5 0 0,-6 0-286,2 1 0,1 0-91,3-3 0,7-1 0,-4 1 91,10 3 0,1 0 0,-10-3 0,6-2 0,0 1 0,2 0 0,1 0 0,-4 0 0,-17 0 0,-2 0 0,2 0-21,20-2 1,3-2-1,-5 2 21,3 1 0,1 0 0,-5-5 0,6-1 0,-5 2-492,5 3 0,-1 1 397,-4-2 1,5 0 0,-8 0 94,-9 3 0,-1 0 0,1 0 0,5 1 0,-4-2 145,2-3 1,-2 0-146,17 4 0,0-2 0,-15-6 0,-7 0 0,6 6 491,-15-5 1,2-1 405,31-2-897,-12 2 0,13 0 0,-24 8 0,2 0 0,-10 0 0,3 0 0,31 0 0,-28 0 0,-2 0 0,20 0 0,10-8 0,0 7 0,-4-8 0,5 1 82,-27 7 1,0 0-83,0-2 0,5-1 0,-5 2 0,2 1 0,-2 2 0,6-1 0,1 0 0,0 0 0,1 0 0,5-1 0,0 2 491,-1 3 1,2 0-423,4-4 1,0 2-70,-6 6 0,5 1-328,0-7 0,7-3 0,-6 2-28,2 3 0,-1 0 356,-6-3 0,4-2 0,-10 1 37,-13 0 0,-7 0-37,-5-3 0,2-1 0,14 0 0,-2-2 0,9-2 0,12-2 0,0 2 0,-1 6 0,-29-2 0,2 0 0,-1 0 0,-5 0 0,7-4 983,20-1-296,-52 0 296,-13 5-441,-9 0 441,0 1 0,3 3 0,1 0 0,3 0-279,16 0-704,25 0 0,-15 0 0,37 0 0,-40 0 0,8 0 0,-25 0 0,-17 0 0,-50 0 0,0 0 0,-8-4 0,-7 0 0,-3-1 0,-4-1-492,-25 2 0,-6-1 164,33-1 0,-1 0 0,-4 0 0,-18 2 0,-4 2 0,0-3 0,1-4 0,1-2 0,-4 1 82,9 4 0,-3 0 0,0 0 0,2 1 0,11-1 0,1 1 0,1-1 0,-4 2 0,-17 0 0,-3 2 0,-1 0 0,6 1-82,-2 0 0,5 1 0,-3 1 82,9-1 0,-4 0 0,1 0 0,4 0-82,-7 0 0,5 0 0,-3 0 0,-8-3 0,-1-1 0,-1 1 0,3 3 0,0 0 0,0-2 0,-4-3 0,0-3 0,0 3 82,24 3 0,-1 3 0,0-1 0,0-1 169,-1-3 0,-1-2 1,1 1-1,3 1 77,-5 3 0,2 2 0,-3-3-246,3-4 0,-5-1 0,0-1 0,4 1 223,-7 2 1,3 1 0,0-1 22,-2-2 0,-1 0 0,-3 0 70,8 1 1,-4 1 0,2 0 0,9 2-71,-10 2 0,0 0 0,10-1 0,-8-1 0,-1 0 0,10 1 491,-9 2 1,1 0-317,-13 0 0,-10 0 0,10 0-175,17 0 0,2 0 0,6 0 0,-4 0 0,0 0 0,-1 0 0,0 0 0,4 0 0,-12 1 0,-1-2 0,6 0 0,-4-2 0,0-1 0,-4-2 0,-1-1 0,5-1 0,-15-3 0,0 1 0,14 2 0,-3 1 0,0 1 0,3 2 0,1 1 0,5 2 0,-7 0 0,1 2 0,10-1 0,-4 0 0,6 0 0,-3 0 0,4 0 0,4 0 0,-4 0 0,-3 0 0,-8 0 0,4 0 0,-12 0 0,0 0 0,12 0 0,-4 0 0,5 0 491,-5 0 1,5 0-317,3 0 1,0 0-176,-1 0 0,1 0 0,5 0 0,1 0 0,-1 0 0,2 0 0,10-1 0,0 2 0,1 2 0,1 1 983,-45 5-492,24 7 1,-1 3-1,25-10 1,0 2-367,-19 9 0,1 1 858,-16-4 0,-2 5-531,-12-6-452,47-8 0,-5 0 331,-40-2 0,-2-3-331,27 2 0,0-2 0,1-2 0,-6-2 0,7 1 0,0 0 0,4 0 0,0 0 0,-4 0 0,-4-3 0,-6 0 0,5 0 0,2 1 0,0 1 0,-2-2 0,-6 0 0,8 0 297,8 3 0,4 0-297,-8 0 0,-5 0 0,-25-4 0,-1-1-259,19 4 0,0 0 259,11-5 0,-2 0 0,3 0 0,-5 6 0,2-2 0,-1-6 0,0 0-430,-1 7 1,1 0 429,7-3 0,-4 0 0,-28 3 0,0 2 0,33 2 0,2 1 0,-21 0 0,6 1 0,3 9 0,3 0 983,8 0-792,-32 10 788,26-8-979,4 3 983,37-12 0,18-4 0,6 0-416,-5 1 202,22 11-769,7 2 75,33 10-75,43-6 0,-40-9 0,2-1-492,3-3 0,2-1 0,4-1 0,-5-2 9,6 3 100,-13-3 1,0 0 382,24 5 0,-19 0 0,1 0 0,29 6 0,-34-4 0,0 2 0,-5 0 0,-2-1 0,33 12-68,-19-11 1,-5-2 67,-21-5 0,13 2 0,0-1 0,-16-1 0,24 2 0,11 4 0,-32-7 0,21 3 0,5 1 983,29 5-743,-37-5 0,3-1-240,23-3 0,-4-1 0,-1 8 0,8-10 0,-3-2 0,-17 5 0,7-4 0,2-2 0,-2 1 0,24 0 0,-43 1 0,-2-2 0,21-5 0,24 4 0,-33-5 0,0-1 0,24 6 0,-17-3 0,1 1 0,27 4 0,-8-4 0,3-1-492,-24 4 0,3 0 164,18-2 0,11-1 0,-8 2 80,-4 2 1,-3 0 247,-12 0 0,2 0 0,-2 0-492,8 0 0,3 0 196,-3 0 1,7 0-1,-5 0 296,7 0 0,1 0-328,-7 0 0,5 1 0,-3-2 0,-10-1 0,-2-2 0,-3 1-91,16-2 0,-1-1 201,-16 1 1,1-2 0,-5 0 217,2-1 0,-5-1 0,1 0 0,4 0 0,29 0 0,2-1 0,-19 1 0,0 0 0,-11 2 0,2 0 0,-3 2 118,10-1 0,-2 2-118,6-1 0,4 2-296,-1 2 1,7 1 0,-4 1 295,-19-1 0,-4 0 0,3 0 0,20 0 0,3 0 0,-7 0 279,-5 0 1,-1 0-280,0 0 0,5 0 0,-5 0 0,5 0 0,-1 0-132,-11 0 0,4 0 1,-3 0 131,18 0 0,-7 0 0,-27 0 0,-2 0 0,13 0 0,3 0 491,5 0 1,-3 0-448,20 0-44,8-4 0,-1-1 0,-12 3 0,-22-2 0,-4-1 0,3 0 0,28-4 0,-34 1 983,23 0 0,-30 3-607,-1 0 0,2 0 607,22-3-915,-11 3 0,0 2-68,13 3 0,-4 0 0,3 0 0,25 0 0,-28 0 0,5 0 0,5 0 0,-4 0 0,-21 0 0,-1 0 0,25 3 0,-2 1 983,18-2-775,-32 2 1,-2-1-209,11-3 983,7 0-783,-69-3-200,-15-1 0,-42-15 0,-15 5 0,9 2 0,-5 1-315,-13 5 1,-4 2 314,-14 0 0,-7 1-328,11-1 0,-6 1 0,1 0 0,2 2 0,0 1 0,-2-1 82,13-1 0,-2 0 0,0-1 0,1 1-82,-19-1 0,0-1 0,-1 2 82,17 1 0,-1 1 0,0 0 0,-1-2 0,-2-1 0,-1-2 0,0-1 0,-1 2 0,-6 0 0,-1 1 0,0 1 0,-1-1 0,-2 0 0,0 1 0,-1-1 0,1-1 0,2 0 0,0-2 0,0 1 0,-1 2 0,-3 1 0,-1 2 0,0 1 0,2-3 127,8-2 0,1-1 0,1-1 1,-2 3-128,-5 1 0,-2 2 0,1 1 0,1-3 216,3-2 0,2-1 0,1-1 0,2 3 30,-11 1 0,4 3 0,-3-3 0,11-2 0,-2-1 0,0-1 0,6 3-20,-3 1 0,4 2 0,-1-1 20,-11-2 0,-3-1 0,3 2 0,10 1 0,2 1 0,6 1 491,-5-1 1,6 0-1,0 0 1,5 0 491,-9 0 0,15 0 0,23 0 0,20 0 0,8 0 0,69 3 0,-7-2-492,4 1 1,11-1-165,1-3 1,7-1 0,-2-1-234,16-5 1,3-1-95,1 2 0,6 2 0,-3-2 0,-20-2 0,-2 0 0,1 1 0,8 2 0,1 1 0,1-1 0,6 1 0,2-1 0,-1 0 0,0 0 0,1 0 0,-2 1 0,-9 2 0,-1 1 0,-3-2 0,23-7 0,-10 0 0,-37 11 0,-7-2 0,8-15 0,-55 14 0,-44-7 0,-24 6-492,16 0 0,-6 2 186,-27 6 1,-4 3-187,8 3 0,-3 1 164,19-3 0,-3 0 0,-1 1 427,-8 3 1,-1 2 0,2 0-100,9-3 0,1 0 0,-3 0 0,-25 3 0,-5 1 0,3 0 0,16-1 0,2 1 0,0-1 0,-5-2 0,-1-1 0,1 0 0,7 0 0,2-1 0,1 0 0,-26 1 0,4-1-492,8 4 0,3 1 240,4-5 0,8 1 1235,-7 12-705,16-14 705,55-4 0,16-4 0,34 0 0,42 0-492,-25 0 1,5 0-640,18 1 1,4-2 147,-20-1 0,2-1 0,0-1-328,4 1 0,0 0 0,2-2 0,5-1 0,0-1 0,2 0 0,3 1 0,0-1 0,-3 0 0,-13 1 0,-2-1 0,0 1-61,34 1 0,-4-1 389,-14-2 0,-9 0 0,16 2 0,-13-6 983,-73 8 0,-68-15-967,-28 15-234,21-6 0,-12-3 1,-2 1 217,-2 3 0,-2 2 0,-5 0-246,6-1 0,-4-1 0,-1 0 0,2 2 0,12 1 0,2 0 0,0 1 0,-4 1 0,-12 0 0,-4 2 0,-1 0 0,2 0 0,7 1 0,2 1 0,0 0 0,-1 1 0,0 3 0,0 0 0,0 2 0,2-2 0,6-1 0,1-2 0,1 2 0,4 3-82,-11 8 0,3 4 0,5-3 322,-18-4 1,5 1 5,10 9 0,7 0 983,-4-7 0,43 3 0,41-9 0,30 3-492,12 0 1,9 0-1,-1-5 1,6-1-165,15 4 1,11 1 0,-4-3-1,-15-5 1,-2-2 0,5 1-574,0 2 0,4 3 0,2-1 0,-2-1 39,16-2 0,-1-2 1,1 0 206,-16 2 0,1 1 0,1-1 0,1 0-246,3-1 0,2-1 0,-1-1 0,1 1 0,3 0 0,-1 0 0,1 0 0,0 0 0,0 0 0,0 0 0,0 0 0,-2 0 43,-5 0 0,-1 0 0,-2 0 0,0 0-125,21 0 0,-2 0 0,-7 0 39,9 1 1,-9-2 779,-19-1 1,-12 0 64,-15 1 427,-64-3 0,-44 12-707,12-7 1,-5 0 214,-6 3 1,-5-1-1,-28-2 1,-3-2-1,13 1 1,-5 0-820,-3 0 0,-8 0 0,4 0 0,21 0 0,3 0 0,-3 0 18,-14 0 0,-4 0 0,3 0-18,15 3 0,3 0 0,3 0-135,-22-3 1,4 2 65,-7 10 1,7 1 396,-4-4 983,16 11-836,69-15-147,105 7 0,-5-2 327,-25-4 1,10 1 0,0-1-1,-4-2 1,-1-1 0,4 1-656,20 2 0,4 1 0,4-2 225,-16-4 1,3 0 0,0-2 0,0 2 102,-4 1 0,0 1 0,0 0 0,0-2 0,1 0 0,1 0 0,0-2 0,1 0 0,6 0 0,2-2 0,0 1 0,-6-1 0,7-1 0,-6 1 0,4-2-246,-7 1 0,4-1 0,-3-1 0,-7 1 192,-12-2 0,-6 0 1,-2 1-200,28 0 1,-6 1 252,-29 1 0,-4 0 0,32 4 0,0 22 0,-18-11 0,-10 15 0,0 3 0,15-3 0,-9 0 0,2-1 0,26-1 0,-31-7 0,0-2 0,30 3 0,5-1 983,-41-11-149,-5-6 149,-30 0 0,17 0 0,7 0 0,0 0-492,13 0 1,1 0 491,-3 0-492,28 1 1,3-2 416,-8-5-908,13 5 0,1 0 0,-3-5 0,6 1 0,3 1-984,3 2 650,-27-6 0,6 0 334,8 6 0,-2 2 0,-21-4 0,0 1 0,34 2 0,0 2 0,-31-1 0,2 0-328,11 0 0,8 0 0,-4 0-164,7 0 0,1 0 164,-7 0 0,6 0 0,-1 0 287,-4-3 0,0-1 0,-3 1 41,12 3 0,0-2 0,-13-3 0,2-1 0,-5 0-492,0 1 0,-1 0 0,22-9 0,-2 0 135,-34 8 1,0-1 356,3-4 0,5-2 0,-8 2 0,31 0 953,4-7-953,-20 4 0,-51 9 0,40-9 983,-41 5 0,22 2-234,10-5-749,29 11 491,-37-3 1,2 0-264,17 4 0,1 0-228,-8 0 0,-1 0 0,12 0 0,-1 0 0,-16 0 0,1 0 0,16 0 0,0 0 0,-9 0 0,-2 0 0,0 0 0,2 0 0,22 0 0,-4 0 0,5 0 0,-3 1 0,0-2 0,0-5 0,-10 6 0,-1-2 0,-2-10 0,-19 8 0,-1 0 0,2-9 983,-3 1-37,-2 5-704,-24 3-242,22-1 0,-2 3 0,-7-3 983,30-2-857,-19 6-126,-1-9 0,20 9 0,-41-2 0,16 3 0,15 0 0,-34 0 0,44 0 0,-52 0 0,12 0 0,-17 0 0,1 0 0,9 0 0,11 0 0,20 0 0,22 7 0,-17-5 0,23 5 0,-37-7 0,3 0 0,-18 0 0,-20-3 0,-38-13 0,-11 2 0,-8 1 0,-7 1-526,-35 4 526,34 3 0,-2 2-492,7 2 0,-1 2 410,-5 2 1,-3 2-411,-14-1 0,-3 2 0,-7 3 0,2 1 358,14-5 1,0 0 133,-19 4 0,0-1 0,23-6 0,3-2-492,-5 5 1,-1-1 491,-6-4 0,3 0 0,-9 0 0,-14 0 410,50 0-410,18 0 0,20 0 0,4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7:58.961"/>
    </inkml:context>
    <inkml:brush xml:id="br0">
      <inkml:brushProperty name="width" value="0.35" units="cm"/>
      <inkml:brushProperty name="height" value="0.35" units="cm"/>
      <inkml:brushProperty name="color" value="#E71224"/>
    </inkml:brush>
  </inkml:definitions>
  <inkml:trace contextRef="#ctx0" brushRef="#br0">1 203 24575,'52'11'0,"-16"-3"0,22 0 0,-18 1 0,31-7 0,5 3-984,21-5 868,-39 0 0,2 0 116,2 0 0,-1 0 0,-10 0 0,1 0 0,25 4 0,1 1 0,-19-4 0,0 0 0,7 3 0,4 0-481,23-3 1,-7-2 480,-7 1 0,10 0 0,-2 0 0,-24 0 0,6 0 0,-4 0-24,-23 0 24,56 0 0,-48 0 0,44 0 0,-28 0 0,-5 4 0,-30-3 859,26 3-859,-17 2 983,20-5-650,-22 5-307,-1-6-26,34 0 0,-23 0 0,31 0 0,-29 0 0,14 0 0,9 0 0,1 6 0,0-4 0,-1 5 0,1-7 0,0 0-229,-21 0 0,-1 0 229,8 0 0,14 0 0,-54 0 0,10 0 0,-15 0 0,14 0 0,-21 0 458,2 3-458,1-2 0,-4-5 0,3-7 0,-2-1 0,-5-1 0,1 6 0,-4 0 0,-10-4 0,1 0 0,-14-1 0,-19-2 0,-32 1 0,5 4 0,5 1 0,-6 0-492,8 7 0,-2 0 197,-3-3 1,-5 0-34,4 3 0,-5 2 0,1-1-164,-15 0 0,-4 0 164,5 0 0,-6 0 0,0 0 0,3 0 0,1 1 0,-1-2 0,-7-2 0,-1 0 0,4 0 133,21 2 1,3 1-1,-2-1 195,-15-2 0,-1-1 0,2 1 0,-16 3 0,3 0-492,4 0 0,-1 0 164,23 0 0,-2 0 0,7 0 313,1 0 0,3 0 15,-14 0 0,0 0 491,14 0 1,5 0 49,-29 0-541,16 0 983,31 0 0,8 0 0,15 0 0,7 0-492,48-5 1,25-1 316,24 3-1300,-4-3 0,9 0 164,-25 5 0,3 1 0,-3 1-164,21-1 0,5 0 246,-17 0 0,6 0 0,5 0 0,-1 0 0,9 0 0,1 0 0,1 0 0,0 0 242,-5 0 0,-1 0 0,0 0 0,3 0 4,-12 0 0,3 0 0,0 0 0,-2 0 0,-5 0-328,22-1 0,-6 1 0,1 1 0,1 1 0,1 2 0,-4-1 0,-13-3 0,-3 0 0,-3 2-164,19 6 0,-8 0 108,-22-7 0,-8 0 384,3 6 983,-21-7 0,-30-3 0,-59-16 0,-15 4-492,5 1 1,-9 0-165,5 4 1,-4 0 0,-2 2-1,2 3 1,-2 2 0,-1-2-236,-9-4 1,-2-1-1,-2 2-92,-6 6 0,-2 3 0,4-2 0,18-1 0,3-2 0,-5 2 0,-1 1 0,-5 1 0,0 0 0,5 1 0,0-1 0,4 0 0,-1 0 0,-10 0 0,-1 0 0,4 0 0,-14 0 0,8 0 18,19 0 1,6 0-19,-30 0 0,59 3 0,69 8 0,26 1 0,-14-3 0,4 0-492,37 7 0,8 1 164,-30-10 0,2-1 0,-4 0 129,17 4 1,0-2 198,-13-3 0,3-2 0,2 0 0,5 0 0,1 0 0,-1 0 0,-12 0 0,-1 0 0,2-1 0,12-1 0,3-1 0,-8 1 0,-1 4 0,-5-1 0,2-4 0,-7 0 0,2 0 0,-5 0 983,-46 0 0,-13 0 0,-39-3-282,-33 2-701,4-2 983,-16 8 0,56-3 0,-4 6-970,24-7 0,5 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8:03.593"/>
    </inkml:context>
    <inkml:brush xml:id="br0">
      <inkml:brushProperty name="width" value="0.35" units="cm"/>
      <inkml:brushProperty name="height" value="0.35" units="cm"/>
      <inkml:brushProperty name="color" value="#E71224"/>
    </inkml:brush>
  </inkml:definitions>
  <inkml:trace contextRef="#ctx0" brushRef="#br0">2118 237 8191,'44'0'0,"-17"0"983,-32 0-492,-42-3 1,-20-3-1,6 1 1,-7-1-321,-14 2 1,-11 1-1,1-1-171,5 1 0,1 0 0,1 1 0,4 1 0,1 1 0,-3 1-14,-10-1 1,-4 0 0,4 0 13,9-1 0,2 1 0,1 1 327,2 1 1,0 0 0,1 2-1,-3-1 1,2 0 0,10 1-486,-26 6 158,14 1 983,81-10 0,3 2-492,42 2 1,18-1 404,18 6-569,-17-1 1,13 1 0,-3-1 42,14-2 0,0-2-370,7 5 0,4-2 0,-20-7 0,2-1 0,-3-1-435,12 0 1,2 2 434,0 1 0,7 2 0,-4-1 0,-25-2 0,-4-1 0,2 1 0,18 2 0,2 1 0,-7-2-277,-8-1 0,-4-2 277,14 1 0,-9 0 0,-16 0 0,5-3 983,-43 2-72,-9-2 72,-45 6 0,-16-2 0,-14 2-698,11-2 0,-4-2 698,-35 1-677,15 1 0,-3-2-306,15-2 0,4-1 0,-32 2 0,36-9 0,48 7 0,-3-4 0,28-13 0,1 6 0,56-27 0,-5 13 0,-14 12 0,0 1 0,12-5 0,23 6 0,-54 5 0,14 2 0,-40 4 0,-13 4 0,-54 0 0,-5 0 0,-13 0 0,-14 7 0,24-5 0,-20 11 0,28-8 0,20 6 0,34-8 0,99 14 0,-35-7-492,17-2 0,5 0 421,-26 0 0,-2-2 71,7-4 0,1-2 0,-1 5 0,-1-1 0,-4-4 0,-5 0 0,15 0 0,-8 0 0,-40 0 0,-5 3 0,-48 12 0,3-8 0,-45 8 0,4-15 0,21-3 0,-4-2-492,-14 1 0,-5-2 414,-9-7 1,-2-2 77,-4 5 0,-1-1 0,-2-3 0,7 1 0,33 7 0,1 1-36,-18 0 1,9 2 35,29 3 0,-20 0 0,49 0 0,62 0 0,1 0 0,-7 0 0,3 0 491,-2 0 1,0 0-285,4-1 1,4 2-700,20 7 0,1 1 0,-10-7 0,-4 1 0,-5 6 0,-7-1 364,3-8 128,-54 0 0,-49-6 0,-28-4 0,10 6 0,-1 0 0,-30-10 0,40 13 0,2 1 0,-14-6 0,17 9 723,6-2-723,36 5 983,55 2 0,31 5-492,-21-8 1,4-1-984,2 5 0,0-2 466,-1-5 0,1-2 26,-4 4 0,-1 0 0,1-4 0,-4 0 0,19 0 0,-34 0 0,-38-3 0,-65-10 0,10 2 0,-6-2-492,-18-3 0,-3-1 437,10 3 1,-3 0-438,-19-3 0,0-1 430,19 3 0,-2 2 62,2 5 0,-4 1 0,5 0 0,6-3 0,5 3 0,0 6 0,11 2 0,30-1 0,17 0 0,19 0 983,-1 0-940,8 0 940,-22 0 0,31 13-392,-7-4-591,20-2 0,6 0 0,7-2 0,11-1 0,1-1 0,-9-1 0,24 5 0,-68-7 0,-17 3 0,-17 14 0,9-4 0,-2 8 0,20-6 0,36 11 0,38 12-492,-37-20 0,2-2 389,12 2 1,1-2 102,-10-7 0,0-1 0,10 0 0,1 1 0,1 0 0,0 0 0,0-4 0,0 0 0,-10-1 0,-4 0 0,9-1 0,-36 1 0,-81 7 0,6-3 0,-7-2-492,-21-1 0,-6 0 164,14-2 0,-2 0 0,-2-1 0,-5-1 0,-1-2 0,-3 1 0,-11 0 0,-3 0 0,-1 0 82,19 0 0,-1 0 0,0-1 0,2 2-82,-15 1 0,2 1 0,2 1 0,5-2 0,1 1 0,3 2 159,6 3 0,2 2 0,5 0-323,-3 3 0,4 0 281,-3 0 1,9-1 1193,20 2-428,33-10-555,70-4 0,-14 0 0,8 0 491,24 4 1,8 1-362,-18-5 1,3 0 0,1 2-190,3 3 1,2 2 0,0-2 58,-1-4 0,0-1 0,4 1-246,-6 5 0,4 1 0,0 2 0,-4-3-2,5-1 1,-4-2-1,4 3 248,-7 2 0,3 2 0,1 1 0,-3-1-328,10 0 0,-2 0 0,-5 1-151,18 7 1,-7 1 969,-20-9 1,-12 1-77,-18 7 568,-61-12 0,-32 13-855,-45-2 363,26-4 1,-3-1-1,0-6 1,-1-2-438,-13 5 0,0-1-54,4-8 0,0 2 0,-2 10 0,1 1 0,5-7 0,3-1 491,14 4 1,5 1 491,-26 3-61,39-11-922,24 3 0,18-5 0,50 0 0,31 0 0,-20 0 0,8 0-328,0 0 0,6 0 0,-3 0-164,10 0 0,2 0 164,6 0 0,8 0 0,-7 0-164,-3 0 0,1 0 164,2 0 0,8 0 0,-7 0-7,4 0 0,-5 0 335,0 0 0,-8 0 0,3 0 0,-82 0 0,-41-4 0,-30-5 0,-3 0 0,-10-3-328,-8 1 0,-10-1 0,0 0 0,10 1 0,1 0 0,-2 1 86,14 2 1,-2 0-1,-1 1 1,2 0 241,-19-1 0,2 2 0,4 0 0,19 1 0,4 1 0,-1 1 327,-12 2 1,0 0 0,9 3 163,15 2 1,6 0-1,-7 1 1,8 1 491,13 0-236,37-6-747,60 3 0,15 13 491,1-8 1,9 0-33,5 5 1,3 0-460,-22-8 0,3-3 0,2 2 0,8 2 0,1 1 0,-2-2 0,18-4 0,0 0 0,-21 2 0,3 0 0,-5 0 0,8-3 0,-4 0 0,-5 0 0,-5 0 983,12-4-294,-72 0-689,-33-6 0,-38 2 0,-14 1-492,3-5 0,-6-1 164,-6 5 0,-10 1 0,1 0 0,11 0 0,0 0 0,-1 1 0,-5 2 0,-1 1 0,1 1 0,2 1 0,1 2 0,3-1 83,-19-1 0,3 2 245,-4 6 0,5 2 0,36-4 0,5 1 0,-1 6 0,7 0 0,7-4 0,22 0 983,29-7-492,40 8 1,15 3-182,-5-6 0,5 1-9,0 4 0,4 3 1,2-3-302,7-2 0,1-2 0,-2-1-492,19 4 0,2-1 255,-4-2 0,6-1 0,-5-1 237,-24-3 0,-3-2 0,1 0 0,8 1 0,1 0 0,-7-2 0,-4-1 0,-9-3 0,7-8 0,-47 7 0,-68 3 0,-32 2 0,25 1 0,-4 0-33,-16 0 0,-11 0 0,1 0 33,8 0 0,1 0 0,-1 0 0,-1 0 0,-1-1 0,1 2 0,4 4 0,1 1 0,1 0 0,-1 0 0,0 1 0,7 2 0,1 4 0,5 1 491,-5-1 1,9-1 491,18-1 0,30-1-865,97 2-118,-6-8 0,11-2-328,-19 4 0,4 0 0,3-1 82,-6-3 0,3-2 0,1 0 0,-1 1-82,23 1 0,0 2 0,3-1 82,-17-3 0,2 0 0,1 0 0,-2 0 0,-5 0 0,-1 0 0,-1 0 0,-1 0-82,21 0 0,-1 1 0,-1-2 0,-2-4 0,-1-2 0,-5 0-129,9 2 0,-2-3 457,-18-3 0,2-3 0,-10 2-198,-15 6 0,-5 0 198,11-3 0,-9 2 983,-18 7 0,3 0 0,-30 0 0,3 0 0,7 0 0,25 0 0,-10-4 0,47-5 0,-34-2 0,26-3 0,-21 1-215,-16-1-768,-6 7 0,-18-2 0,-13 5 0,-52-16 0,2 7 0,2 4 0,-7 1 0,-16 3 0,-3 3 0,6 6 0,-2 1-492,-12-1 0,1 1 0,19 4 0,1-1 470,-11-3 0,1-1 22,14 0 0,-1-1 0,-21-2 0,1-2-386,24 1 0,4 0 386,-44 0 0,33-4 0,32 3 0,23-3 0,89 4 0,-14 0 0,-1 0 0,0 0 0,-5 0 983,17 0-38,-40 0-89,4-3-856,-24 2 0,-18-2 0,-50-4 0,-37-12-492,23 10 0,-7-1 164,2-2 0,-5-1 0,0 1 52,8 4 1,0 1 0,-1 0 275,-14 0 0,-2 0 0,3 1 0,11 2 0,3 1 0,-1 1 0,0 2 0,0 0 0,2 0 0,-22-1 0,5 2-76,24 3 1,5 0 75,-16-2 0,60 9 0,20-10 0,29 9 0,45-9 0,-11 6 0,9 2-328,-16-5 0,4-1 0,1 1 35,2 0 0,0-1 1,1 1 292,3-1 0,1 1 0,1-2-328,10-2 0,2 0 0,-3 0 0,-14 0 0,-2 0 0,2 0 0,12-3 0,1 0 0,-5 0-164,7 3 0,-10-2-190,18-9 682,-29 10 983,-61-5 0,0 5 0,-101-26-824,33 15 1,-5 1-192,-27-8 1,-10 2 31,11 5 0,-6 2 0,4 2 0,23 4 0,3 1 0,-3 0 0,-17-1 0,-4 1 0,5 0 194,-12 2 1,6 2-195,1 7 0,5 1-439,27-5 1,5 2 438,-29 15 0,58-15 0,22 0 983,4-2 0,33 0 0,32 7-766,-3-5 0,8-2-446,7 1 1,6 0 228,-15 1 0,3 0 0,2-1 0,6-3 0,0-2 0,2 1-328,3 1 0,1 2 0,1-2 0,5-1 0,2-1 0,-4-1 90,-18 1 1,-2 0 0,1 0-91,10 0 0,3 0 0,-8 0-113,-1 0 0,-3 0 146,13 0 0,-6 0 295,9 6 983,-35-5-196,-29 8 196,-17-5 0,-2 0 0,12-1 0,-4-3 0,8 0 0,-6 0 0,-3 0-716,0 0-267,-57 10 0,-6-7 0,-9 7 0,18-10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8:12.736"/>
    </inkml:context>
    <inkml:brush xml:id="br0">
      <inkml:brushProperty name="width" value="0.35" units="cm"/>
      <inkml:brushProperty name="height" value="0.35" units="cm"/>
      <inkml:brushProperty name="color" value="#E71224"/>
    </inkml:brush>
  </inkml:definitions>
  <inkml:trace contextRef="#ctx0" brushRef="#br0">90 4592 24575,'22'4'0,"17"5"0,-8-2 0,30 6 0,33-6-492,-34 1 0,4-1 0,21-5 0,8-2 164,-14 3 0,4 1 0,2-3 0,4-2 0,1-3 0,1 0 0,2 4 0,1 0 0,-3-2 0,-7-3 0,-3-2 0,1 1 0,4 2 0,0 1 0,-3-1 0,-14-2 0,-2-1 0,1 1 144,13-2 0,3 2 1,-5 0 183,14 0 0,-5 1 0,-1-4 0,-6 1-365,-24 7 0,-1 0 365,12-3 0,-2 0 0,-15 4 0,0 0 0,22 0 0,-1 0 0,-21 3 0,0 0 0,18-3 0,-4 1 0,-4 5 0,8-6 0,6 0 0,-11 0 0,-2 0 0,3-3 0,-1-1 0,-1 4 0,0-1 0,-4-7 0,-3 1 0,29 5 0,-2-3 0,1 1 0,14 4 0,-36 0 0,4 0 0,14 4 0,-2 1 204,-22-1 0,1 2-204,29 6 0,1 2 0,-32-6 0,0 3 0,21 10 0,-3 0 0,14-7 983,1 11 0,-70-25-492,-72 1 1,-35-2-376,27-3 0,-9 0-280,5 1 0,-15 1 0,-9 0 0,-2 0 0,1 0 0,9 1-82,-7 0 0,5-1 0,0 2 0,-8 1 82,4 2 0,-7 1 0,-3 1 0,-1 1 0,5 1 0,7-1-82,-1 2 0,7 0 0,2 1 0,-4 3 49,5 2 0,-4 3 1,0 1-1,2-1 0,3-3-131,-23 0 0,6-3 0,-3 1 82,16 0 0,-1 2 0,-1-1 0,1-3 0,0-5 0,-1-2 0,2-2 0,4 1-82,-4 1 0,5 1 0,-1-2 261,-10-1 0,-2-2 1,10 1 557,7 0 1,10 0 491,-10-3 0,51-6 0,30 0-492,33 0 1,15 1-1,2 0 1,5 2-165,2 2 1,7 0 0,3 1-244,-3 1 1,4-1 0,1 1 0,-4 1-85,5 0 0,-3 1 0,5 1-246,9-1 0,8 0 0,1 0 0,-5 0-82,8 0 0,-4 0 0,1 0 310,-20-2 1,1 0-1,0-1 1,-1 1-229,1 0 0,1 0 0,-4-1 0,-5-1 111,21-9 1,-8-1 134,-2 6 0,-13-2 0,-23-7 0,-34 12 0,-112-4 385,35 0 0,-6-2-385,-19 1 0,-8-1 208,9-4 0,-5-3 1,1 3-209,5 6 0,1 1 0,-1 1 0,-7-4 0,0 0 0,1 2 28,6 5 1,2 1 0,-1 1-29,0 1 0,0 1 0,4 1-492,-11 3 0,2 0 427,17-1 1,-2 0 0,8 1 64,9 1 0,5 0 0,-6 3 0,5-1 983,-1-5-425,-2 5 425,46-10 0,4 2 0,3-6 0,-6 2 0,-45-14 0,-9 4 0,-33-9 0,12 15-1209,28 1 0,0 1 226,-34 5 0,29-9 0,-2-1 0,10 6 0,-1 0 0,-8-6 0,-3-1 0,1 3 0,-2 2-492,-4-1 0,0 0 177,4 3 1,2 2 314,14-1 0,4 2 0,-23 3 0,42 0 364,13 3-364,9-2 948,0 5-948,-9 3 983,3-1-231,-7 7-752,6-4 0,0 0 0,6-1 0,-2-6 0,101 36 0,-42-26 0,7-1-328,17 8 0,11 4 0,-1-3 0,-13-6 0,0-4 0,2 1 0,13 4 0,4 1 0,5-3 178,-5-5 1,5-2 0,1-2 0,-5 1 149,6 1 0,-4-2 0,4 0 0,-5-2 0,6-1 0,-3-1 0,-10-2 0,12-3 0,-8-1-492,2 3 0,-7 0 0,-29-7 0,-6 1 90,37 6 402,-46-6 0,-30 10 0,-10-2 983,-31 2 0,-12-3 0,-5 0 0,7 3 0,25 1 0,7 0-962,69-1-21,18-3 0,-9 0 0,7 0-492,1 1 0,3-2 0,14-3 0,3-1 0,-6 1 0,6-2 164,-4-6 0,6-2 0,-2 1 0,-15 4 0,-3 1 0,4 0 82,-6-1 0,2-2 0,2 0 0,1 3 0,10 1 0,2 1 0,1 2 0,-1 0 0,-6 0 0,0 1 0,0 1 0,3-1 49,-6 1 0,3-1 1,1 1-1,0 0 0,-1 2 0,-6 0 0,0 2 1,-1 0-1,-1 1 0,1-1-49,20 1 0,-1-1 0,0 1 0,0 1 0,0 1 0,0 0 0,0 1 0,-2-1 0,-6-2 0,-1 0 0,-1 0 0,-2 0-82,15 1 0,-2-1 0,-3-1 254,-11-3 0,-3-2 0,-3-2 74,-9 0 0,-3-1 0,-5-1 491,8-5 1,-5-2-18,0-7 1,-6 0-475,6-3 983,5-4 0,-21 21 0,11 1 0,-19 6 0,16 0 0,-7 0 0,-9 0 0,37 0 0,-3 0 0,3 0-492,-18 0 1,2 0-265,-7 0 0,1 0-227,-1-1 0,3 2-492,29 2 0,2 3 0,-14 2 0,1 3 164,-9-2 0,5 1 0,1 1 0,4 4 0,1 1 0,0 2 0,1 1 0,0 2 0,1-1 320,6 1 0,2-1 0,-2 2 8,-2 1 0,0 1 0,-3-2 0,-11-7 0,-1-1 0,-4-2-492,16 4 0,-9-3 20,6-5 1011,-42-8-539,-27 0 983,-3 0-103,4 0 103,5 0 0,-3 0 0,3 0 0,-13 3-118,-94-19-865,3 7-492,5-5 0,-9 0 0,-1 4 0,0 1 115,7 4 1,-4 0 48,-4-1 0,-9-1 0,3 2 0,18 3 0,3 2 0,-4 0 82,4-3 0,-3 1 0,-2-1 0,3 1-82,-15 2 0,1 0 0,0 0 0,-4-2 0,-1-2 0,0 1 82,23 0 0,-1 0 0,0 0 0,1 0 0,-1 1 0,-1-1 0,1 0 0,3 0-82,-10 0 0,3 0 0,2 0 0,3 0 0,1 0 0,9 1 18,12 1 1,7 0 1292,-22-7-696,69 4-287,63-6 0,36 4 422,-23 1 0,8 2-422,-8-1 0,9 0 0,5 0 0,-3 1-246,-3 2 0,-1 1 0,1 1 0,3-1 195,-7 0 0,2 1 0,2-1 0,-1 0 0,0-1 51,15-1 0,-1 0 0,2-1 0,2 1-197,-6 0 0,4-1 1,1 1-1,-2-1 0,-4 1 4,-1-1 1,-5 0 0,0 0-1,1 0-53,6-1 0,2-1 0,-1 0 0,-5 1-16,10 0 1,-4 1 0,-11-2 752,-8-2 1,-9-1-316,-7 4 0,-19-2 807,-38 2 0,-97 4-492,26-4 1,-11-1-165,-11 2 1,-12-1 0,-3 0-288,20-1 0,-3 0 0,-2 0 0,-3-1-237,5 0 0,-3 0 1,-2 0-1,-2-1 0,-2 1 137,3-1 0,-1 1 0,-2-1 0,-2 1 0,-1 0 0,0 1-81,9 0 1,-2 1-1,-1 1 1,0-1-1,0 1 1,1 0-1,1-1-23,-7 0 0,1 0 0,1 0 0,0 0 0,-1 0 0,-1 2 23,9 0 1,-3 1-1,-1 1 1,0 0-1,3 0 1,2 1-1,4 1-56,-6 0 0,5 2 1,2-1-1,1 2 0,-2 0 0,-5 0 0,-2 1 1,0 1-1,3 0 0,5 0 21,2 1 0,3 0 0,5 0 0,6 2 667,-25 10 1,15-2 373,-4-8 118,75-2 0,100-8-494,-31-1 0,10 2-489,-6 3 0,9 1 0,4 1 0,-1-2 0,-1-2 0,0-2 0,3 1 0,2 1 0,0 2 0,2 3 0,3-1 0,1 1 0,-1-3 0,3-2 0,0-1 0,1-2 0,-1 1 0,-1 1 0,-6 0 0,-2 1 0,0 1 0,1-1 0,3-1-164,-2 0 0,3-1 0,2 0 0,-1-1 0,-3 1 0,-6 0-82,10 0 0,-7 1 0,-1-1 0,3-1 0,14 0 0,4-1 0,-2 0 0,-9-2-82,-7-1 0,-7-2 0,-7 0 819,6 0 1,-10-2 491,7-15-622,-90 8-361,-45-9 0,-22-5 137,11 2 0,-7-2 1,-5-1-138,-2 0 0,-7-1 0,-3-1 0,1-1 0,17 5 0,-1-1 0,0-1 0,0 1 0,0 1 0,-1 0 0,0 1 0,0 0 0,0 0 0,2 1 0,-13-6 0,2 1 0,0 1 0,1 0-9,2 1 0,-1 1 0,2 0 0,3 3 9,-11-1 0,4 3 0,6 0 0,-12-8 0,11 3-16,27 16 1,13-2 15,14-21 983,17-10 0,9-28 0,16 8-766,11-9-217,14 20 983,-8 16 0,-8 7 0,-17 22 0,-6 3 0,-20-3 0,-40-2-492,12 1 1,-8-2-764,-32-2 0,-7 0 272,30 2 0,-2 0 0,-2 0 0,-13 2 0,-2 1 0,-1 0 0,-1-3 0,1 0 0,2 1 0,14 2 0,3 0 0,-2 0 0,-12 0 0,-1 0 0,12-1 0,-23-10 0,-2 8 0,94 6 0,7-3 0,46-26 0,-3 3 0,20-6 0,7-1-492,-20 13 0,0 0 341,24-13 0,1-1 151,-20 9 0,-5 2 0,22-22 983,-28 12 0,-40 23 0,-104 1-907,24 13 0,-7 1-404,15-1 0,-3 0 0,-4 0 0,-22 2 0,-6 1 0,7 1-164,0 2 0,1 3 475,7 1 1,-4 2-1,8 3 17,0 4 0,7 6-232,1 6 1,9 2 231,3 5 983,60 13-710,70-21-273,13-6 0,14 0-328,-19-7 0,3 0 0,7-3 82,-3-3 0,6-2 0,3-2 0,1 1 49,-13 0 0,2 0 1,0-1-1,0-1 0,-1-1-49,13-4 0,-3-3 0,2-1 0,5 0 82,-18 1 0,5 1 0,2-2 0,-1 0 0,-2 0 0,-5-1-82,10-3 0,-6-1 0,-1-1 0,6 0 49,0 2 0,7-1 1,0 1-1,-3-1 0,-9 0-131,11-2 0,-9-1 0,-5 1-164,23 2 0,-19-4 628,-33-13-136,-92 19 0,-31 3 0,11-7 0,-7-2 0,-6 2-12,-4 3 0,-6 2 0,-4 1 0,-3-3 12,3-3 0,-4-2 0,-1-1 0,-2 1 0,0 2 0,-3 1 0,0 3 0,-1 0 0,-2 0 0,0-1 0,9 0 0,0-1 0,-2-1 0,0 1 0,0 1 0,0 0-164,3 3 0,-2 1 0,1 0 0,1 1 0,1 0 0,2 1-8,-5-2 1,1 2 0,2-1 0,2 1 0,0 1-75,-16-1 1,1 1 0,4 1-1,11 1 246,-15 3 0,15 0 491,23-3 1,20 3 491,38 2-692,59-3 0,34-2-291,-13 5 0,8 1 77,-11-4 1,10-1 0,4 0 0,-1 1-78,3 1 0,1 1 0,1-1 0,0 0 0,5-1 0,2-1 0,0-1 0,3 1 0,-10 0 0,2 0 0,2 0 0,-2 0 0,-3 0 0,5 0 0,-3 0 0,0 0 0,3 0-197,-6 0 0,3 1 1,1-1-1,-2 0 0,-5-1 140,-2-1 1,-4 0-1,-3 0 1,1-1-165,27 0 1,-2 0-1,-11-1 221,-9-1 0,-15-1 983,-1-6 0,-63 11-269,-68-2-714,-8-4 491,6 5 1,-7 2-1,-14-4 1,0 0-1,12 4 1,-3 0-165,-5 0 1,-7-1 0,6 2 163,-2 3 1,1 0-476,9-2 1,-3 1-1,6 3 316,-10 10 0,10 2-332,-20-1 0,29 11 0,65-24 0,34-1 0,31-3 97,-3 1 0,7-2-97,-1-2 0,3-2 213,15-2 0,4-4-213,-21-1 0,2-2 0,-1 0 0,25-5 0,1-2 0,-24 3 0,0-2 0,-3 2 130,12-1 0,-7 0-130,15-17 0,-39 18 0,-72 10 0,-46 8 0,-13 1 0,-12-2-328,25-1 0,-2-2 0,-4 1 82,0 2 0,-4 2 0,-1-1 0,2-2-82,-13-3 0,2-3 0,-4 3 82,10 3 0,-4 2 0,1 1 0,5-2 104,-3-1 1,5-1 0,-3-1 141,-20-2 0,-4 0 0,12 0 0,15 1 0,8 0 214,1-4 0,13-2-214,33-1 0,31-12 0,21-14 0,27-37 983,12 18-492,-17 11 1,1 1 491,21-5-492,-32 19 1,-3 1-490,-1-1 981,-19 10 0,-18 10 0,-24-4 0,-31 2-885,9-1 0,-5-1-590,-20 4 0,-3 2 328,1-4 1,-3 0-329,-17 3 0,-1 1 0,8-1 0,2 1 42,-3-1 0,3 1 347,19 4 1,6 0 102,-10-7 0,58 4 0,60-28 0,-2 7 0,6-1-461,4-1 1,5-2 460,3-1 0,8-2 0,-3 3 0,14 2 0,0 0 0,-11 0 0,4-3 0,-2 4 282,-10 8 0,-2 3 1,0 0-283,29-10 0,-3 1 0,-8 4 0,-4 3 6,-14 10 1,-6 2-7,8-10 0,-37 21 0,-33 2 983,-26 7 0,-7 16-818,-34-9-165,24 1 0,-5-1 332,-27-10 0,-5-5-332,-1 6 0,-4-2-328,11-5 0,-4-2 0,0-2 0,2 0 0,1-1 0,0-1 0,5 1 0,1-1 0,0 0 317,-9 1 1,0-1 0,7 0 10,7-1 0,7 2 0,7 4 0,9 1 0,17 2 0,97 0 0,15-1 0,-14-2 0,7-2-492,16-2 0,2-3 221,-7-3 0,2-1 271,-17 3 0,4 0 0,-1-1 198,-3-3 1,0-3-1,-1 2-198,27-3 0,1 0 0,-22 2 0,3 0 0,-6 0 0,-1-1 0,-2-1-213,13-2 0,-8 0 213,-19 3 0,-13-4 0,-44 11 983,-13 3 0,-16 1 0,-32-4-342,-25-3-150,21 2 1,-2-1-370,4-1 0,0 2-122,-5 3 0,5 0 579,-8-3-579,30 8 0,38 0 0,52-4 0,-12 3 0,35-3 983,-21-2-340,-1-1-643,-19 0 0,-8-1 0,-32 7 0,-37-10 0,-51 1-492,36 2 0,-4-1 167,-18-1 0,0 1 325,20 4 0,0 0 0,-9-4 0,5 2 0,8 5 0,7-6 0,56 8 0,55 0 0,14 0 0,-5 0 0,5 0-492,-10 1 0,0-2 335,8-2 1,0-1 156,-8 0 0,-5-2 0,21-8 983,-11 2-445,-53 3-538,-15 1 0,-36-3 0,-12 3 0,-9 2 0,-6 1 0,-3 1-492,-11-1 0,-3 1 0,-7 4 0,0 0 471,11 0 1,3 0 20,7 6 0,6 0 983,-27 0-705,63 9-278,18-8 0,9 0 0,37 3 0,15 2 0,0-7 0,4-2-194,-4 1 1,3-1 193,37-2 0,4-2-492,-16 1 0,2 0 164,-4 0 0,5 0 0,2 0 0,5 0 0,2 0 0,0 0 0,-2 1 0,-1-1 0,-1-1 0,-2-1 0,0-1 0,-5 0-164,19 3 0,-9-2 0,-30-5 0,-5-1 414,38 6 78,-26-5 0,11 22 0,-24-5 394,6 9 0,6 3-394,-2-3 0,1 0 0,5 5 0,4-1 0,9-3 0,-1-2 491,-24-5 1,-1-1-1,17-2 1,-4-2-478,10 1-14,-24-3 0,-9-3 983,-28-3 0,14 0 0,-37-3-648,-84-15-335,9 6 0,-12-2-328,3 0 0,-6-3 0,-6-1 82,7 3 0,-5-1 0,-2 0 0,0 0 49,16 2 0,0 1 1,0-1-1,0 1 0,1 1-49,-16-3 0,1 0 0,0 2 0,-2 1 49,16 4 0,-3 0 1,1 2-1,1 1 0,6 1-131,-21 2 0,6 2 0,0 2 0,-4 0 0,0 2 0,12 0-164,11 3 0,10 0-492,-15 6 1967,76-3 0,87 11-492,-30-7 1,9 0-165,15 0 1,12 0 0,1-2-33,1 0 0,2-1 0,5-2-541,-8-3 0,5-1 0,3 0 0,2 0 49,-13-1 0,2 0 1,2 1-1,-1-2 0,-1 0 0,-6-2 0,-2 0 1,0-1-1,2 0 0,3 0 33,-1 2 0,4-1 0,2 1 0,0 0 0,-1 0 0,-4-1-33,6 0 0,-2-1 1,-1 0-1,-2-1 0,1 1 0,-3 0 0,0 1 1,-1 0-1,0-2 0,0 0 0,1-1 0,2-2 1,-1 0-1,-4-1 0,-8 1-9,6 1 0,-8-1 1,-3-1 205,30-7 0,-14 0 983,-20 0 0,-62 1 0,-7 3 0,-34-12 0,-31 6-492,-12 2 1,-9 0-1,4 2 1,-4 1-215,7 5 0,-4 0 0,1 1-277,9-1 0,1 1 0,-1 2-328,-10 4 0,-1 4 0,1 1 317,8 0 1,1 2-1,3 2-481,-23 6 0,7 2 421,12 2 1,11 0 70,3-1 0,20-6 983,47-16 0,43-7 0,28-6-492,0-3 1,8-1-31,-9 6 0,3 1-461,-9-3 0,4-3 0,3 2 0,8 3 0,2 3 0,-2-2 0,-15-1 0,-2-2 0,4 2 0,25 0 0,6 1 0,-9 2 0,-9-1 0,-3 1 0,-9 2 0,3 1 0,-7 2 370,-8 2 0,-4 1-370,9-3 0,-6 0 0,4 4 0,-20 0 0,-20 3 0,-24 1 0,-82 8 0,-9-7-64,14 0 0,-7-2 64,16-2 0,-2-1 0,0-1 0,-23 1 0,-5 0-328,1 0 0,-6 0 0,3 0 0,22 0 0,4 0 0,-2 0 52,-7 0 1,-1 0-1,4 0-128,-19 4 1,9 1 403,35-3 0,5 2 0,-40 9 0,78-8 0,4-1 0,66-4 983,-19-6-492,13 6 1,0-1-161,-13-8 652,5 2 0,-61 2-492,-30-2 1,-11-1-231,0 2 1,-5 2-262,-23-2 0,-6 1-328,23 2 0,-1 0 0,1 1-164,-18 1 0,-4 2 164,2-4 0,-7-1 0,5 1-164,-8 2 0,4 0 164,23-2 0,-2-1 0,10 2-67,10 1 1,8 2 394,-11 2 983,48 1-850,49 9 0,28 1-133,-13-5 0,5-1-89,16 4 1,10 0-1,-2-2 89,-15-5 0,-1-2 0,4 0-227,4 2 0,6 0 0,1 0 0,-3-2 227,13-1 0,-3-2 0,5 1 0,-8 1 0,2 0 0,4 1 0,0-1 0,-11 0 0,2 0 0,1 1 0,-1-2 0,-1 1-246,12-1 0,-2-1 0,0 0 0,4 1 49,-10 1 0,3 0 1,1 0-1,-1 1 0,-5-2-49,6 0 0,-4-2 0,-2 1 0,-1 0-82,18 0 0,-3 0 0,-1 0 0,-4 0 0,-3 0 0,-5 0-107,3 0 0,-3 0 435,13-1 0,-6 2 491,-39 2 1,-3 1-91,13-4 0,0 2-401,-10 5 0,0 1 0,0-4 0,2 1 0,8 4 0,3 0 491,-1 0 1,2-1-1,7 2 1,4-1-1,11 0 1,-1 0-381,-25 0 0,3-1-111,3 2 0,7-1 0,-4 1 0,12-1 0,-2 1 0,9 4 0,3 0 0,-16-4 0,2 0 0,-8-2 491,-15-2 1,-1 0-354,21 2 0,9 2 0,-7-1-138,-13-4 0,2 0-182,17 1 1,10 1 0,-8 0 181,-11 2 0,-2 0 0,11-4 0,7-2 0,-14 0 0,13 5 340,-31-9 0,-13-2-340,-39 3 983,-13-10-494,-12 5 494,-13-8 0,-1 3 0,-28-3 0,5 1-492,-6 3 1,-8 1-984,0 0 0,-5-1 185,5-1 1,-6 0 0,0 1-22,-5 2 0,-2 0 0,-1-1 0,-9-4 0,-2-2 0,-2 2 82,18 3 0,-3 1 0,0 0 0,4 0-82,-14-2 0,3-1 0,1 1 0,2 0 0,1 0 0,2 1 0,8 2 0,1 1 0,4-1-164,-12-2 0,3 0 167,2 4 1,6-1 324,-3-5 983,46 6 0,16-3-150,49 1-833,13 5 0,13 0 39,18 0 1,14 1-40,-13 4 0,11 1 0,4 2 0,-3 1-246,-8 0 0,-2 1 0,1 1 0,5 0 49,-1-1 0,3 1 1,3 0-1,3 0 0,1 1 56,-17-1 1,2 1-1,3 1 1,0-1-1,-2 1 1,-2-1-1,-4-1-56,9 1 0,-7-1 1,0 0-1,0 0 0,6 1 56,-7-2 1,6 1-1,3 1 1,-1-1-1,-1 0 1,-7-1-1,-8-1-187,26 2 0,-11-2 0,0 0 0,10 0 0,1 0 0,-13-2 81,-20-5 1,-10 0 1229,16 0-99,-66 0-884,-76-8 0,15-5 0,-9-2 491,-29-1 1,-12-1-353,12-4 1,-6-3-1,-6 1-130,26 9 1,-3 1-1,-2 0 1,-2 0-1,1-1-9,-4-1 0,0-1 0,-2 0 0,-1 1 0,-2 1-164,6 3 0,-2 0 0,-2 2 0,0 0 0,0 1 0,2-1-33,-11 0 0,0 0 1,1 0-1,2 2 0,0 0 134,7 3 1,0 1 0,2 1 0,0 1 0,3-1-184,-12 1 0,1 0 0,4 1 0,5 2 88,0 0 0,5 1 1,9 1 648,4 1 1,13 1 104,13 2 387,48-8-492,45 0 1,18 0-1,-13 0 1,6 0-165,16 0 1,10 0 0,0 0-278,-7 0 0,-1 0 1,4 0-51,-8 0 0,3-1 0,2 1 0,0 1-246,3 0 0,1 2 0,-1-1 0,-1 1 237,-5 0 0,-2-1 0,0 1 0,1 0-237,10 2 0,3 1 0,-3-1 0,-7 0-82,-6-1 0,-6 0 0,-2-1 291,25 3 0,-12-3 37,-20-6 983,-60 2 0,-61-2 0,-11 3-657,24 3 0,-2 1 657,-44 4-492,44-1 1,-3 2-1,-26 5 1,-6-2-1,6-4 1,-8-3-738,18 0 0,-8 0 0,-2 0 0,4-2-58,-6-2 1,3-2-1,-4 1 58,4 0 0,-4 0 0,-1 0 0,2 0-82,-19 0 0,3 1 0,0-2 0,1-2 0,1 0 0,0 0 139,-2 2 0,-1 1 0,-1-1 189,23-3 0,-2-1 0,1 0 0,5 0-235,-3 2 0,4 0 0,2-1 235,-29-4 0,14-1 983,20 0-831,37 3 831,21 3 0,1 3 0,-4-7 0,-39 6 0,-36-10-492,20 6 1,-3 0-425,6 0 1,-2 0-68,-30 0 0,-4 1 0,10 4 0,0 0-492,-9 0 0,-3 0 164,31 0 0,-2 0 0,4 0 68,-14 0 1,2 0-233,-11 0 0,1 0 151,8 4 0,5 0 341,-21-2 0,31 9 983,66-3 0,45 11-285,46 7-698,-28-13 0,9 0 0,3-2-188,12 0 1,4-1-1,1 0 188,-18-2 0,1 0 0,2-1 0,2-1-246,13-1 0,4-2 0,0-1 0,-2 0 0,-10 0 0,-2 1 0,0-1 0,3 0 49,-6-2 0,1 0 1,2 0-1,-1 0 0,-1 0 122,15 0 1,-1 0 0,-1 0 0,-5 0-254,10 0 0,-4 0 0,-2 0 30,-3 0 1,-1 0 0,-13 0 297,24 0 0,-23-3 983,-73 2-492,-50 3 1,-35 1-419,0-2 1,-9 0 141,22 2 0,-6-1 0,-3 1 0,0-2-215,-8-2 0,-1-1 0,-2-1 0,-1 0-197,10 0 0,0 1 1,-2-1-1,0 1 0,1 0 0,0-1 0,1 0 1,-1 1-1,0-1 0,0 2 0,-4-1 0,-1 1 1,0 0-1,1 2 0,4 1-49,-7 3 0,4 2 0,1 2 0,2 0-82,-18 3 0,2 2 0,7 2 0,17-1 0,5 2 0,4 0 797,-12 5 0,10-1-469,-2 1 983,27-8 0,33-8 0,8-5 0,45 2 0,36 5-492,-8-7 1,8 0-1,10 3 1,2 0-1,2-4 1,4 0-820,-21 0 0,4 1 0,0-2 121,2-5 0,1-1 0,0 1 207,-1 5 0,-1 1 0,0-4-328,-1-6 0,0-3 0,-2 1-164,24 6 0,-9-1 440,-37-4 0,-6 0 52,47-2 0,-90 8 0,-95 2 0,10 2 0,-10 2-328,6-1 0,-7 0 0,-4 0 200,9 0 1,-3-1 0,-2 1-1,0 1 128,0 0 0,1 1 0,-2 1 0,0 0-246,-7 1 0,-1 0 0,0 2 0,2 1 76,7 2 1,2 1 0,1 1-1,1 0 170,4 1 0,1 1 0,1 0 0,4 2 251,-8 3 1,5 3 0,5-2-252,-8 4 0,10-2 0,-11 10 0,58-16 983,28-8 0,28-3 0,55-1-904,-23-3 0,5 0 412,7 0 1,4 0-165,-14 0 1,4 1 0,-5-2 163,6-2 1,-2-2-1,13 2 1,-5-3-55,18-10 546,-43 4-593,-23 5-390,-32 0 0,-88 7 0,11-4-328,14 2 0,-11-2 0,-2 1 34,1 2 0,-1 1 1,-1-1-35,-4-2 0,-1 0 0,-1 0 145,-3 2 1,0 0 0,4 3 182,13 2 0,4 2 0,-1 1-328,-1 2 0,-1 1 0,4 2-102,-8 5 1,4 2 429,6 0 0,11 0 0,16-1 983,24-6-481,12-2 481,6-2 0,8 3 0,17-7 0,9 5 0,42-7-80,-3 3-1395,-11-4 0,3-2 302,23-5 190,-35 2 0,-2 0 0,16-11 0,-26 7 0,-19-2 0,-29 9 0,-92-2 0,1 3-492,1-1 0,-5 2 0,27 2 0,-1 2 0,-23-1 0,3 2 0,29 2 0,3 1 431,-9 2 1,6 1 60,3 2 0,30 6 0,66-8 0,54 4 0,-23-10 0,9-3 58,-11 1 0,5-1 0,1-1-58,2-2 0,0 0 0,6 0-246,6 0 0,8 0 0,0 0 0,-4 0-82,2 0 0,-5 0 0,9 0 131,-12-2 0,8 1 1,3-1-1,-1-1 0,-5 1-49,6-1 0,-5 1 0,0-1 0,2-1 0,4-1 0,0 0 0,1-1 0,1 1 49,-18 1 0,3 0 1,-2 0-1,-2 0 0,-5-1-131,14-4 0,-7-1 0,-1 0 0,-3 1 0,-2 0 0,-7-1-134,-5-3 0,-10 0 1445,1-3 0,-25 10 0,-16 6 0,0 0 0,1 0 0,25 7 0,-3 0 0,34 1 0,-8-2 0,32-6 0,5 0-492,-41-4 1,2 0-96,5-1 1,0 0-397,-4-3 0,-1-2 0,-12 2 0,2 1 0,15 2 0,1 1 0,-9-4 0,0 2 0,4 4 0,2 2 0,21-5 0,-2 1 0,14 4 0,-2 4 0,2 1-492,-43-1 0,2 1 164,12 3 0,8 3 0,-8-2 172,-11 0 0,-1 1-172,13 2 0,7 1 0,-9-1 4,-15-3 1,-4 0 21,15 0 1,0 1 301,-4 2 0,-5-1 0,10-7 0,-14 5 0,2-1 0,40-8 959,-47 0-959,43 0 983,-73 0 0,2-3 0,-76-6 0,-16 4-948,24 3 0,-4 3-35,-14 6 0,2 4 0,-28 7-492,28-2 0,-5 1 272,-14-2 0,-1-1 220,4 1 0,-2-1-328,7-4 0,-3 0 0,6-2-164,4-2 0,0-1 164,0-1 0,-5-1 0,2-1 181,-14-2 1,-2 0-182,8 0 0,-4 0 0,2 0 0,5 0 0,3 0 0,2 0-164,-15 0 0,8 0 430,17-3 1,9 0 1044,7-2-508,31-4 508,74-7 0,-4 9-515,13-3 1,6 0 22,-15 8 1,1 2-349,24-5 0,1 1-143,-19 4 0,-2 0 339,15 1 0,-4-2-339,8-4 0,-5 3 0,-55-3 0,-28 5 0,-43 0 0,-22 0 0,-8-4 0,-9-1-246,17 2 0,-7 0 0,-4 0 0,-1 0 0,-3-2 0,-1 0 0,-3 0 0,-2-1 49,4 0 0,-3 0 1,-2-1-1,1 1 0,1 0 0,8 1 0,2 0 1,0 0-1,-2 1 0,-4-1 33,-3 0 0,-4-1 0,-3 0 0,0 0 0,3 1 0,5 1-82,-13 0 0,6 1 0,0 0 0,-4 1 82,20 0 0,-5-1 0,-1 1 0,1 1 0,3-1 0,5 1-82,-8 1 0,5 0 0,3 0 0,3 0-82,-15 0 0,4 0 0,10 0-164,3 0 0,15 0 685,14 3-193,106 5 0,-9-6 0,6 0 491,20 2 1,6-1-165,-16-3 1,2 0 0,-1 0-119,-2 0 0,0 0 0,1 0 118,9 0 1,1 0 0,3 0-1,7-3 1,2 0 0,2 0-656,2 2 0,1 0 0,1 0 82,-17-1 0,0 0 0,1-1 0,-1 1 109,-4 2 0,0 0 1,0 0-1,-2 0-191,17 0 0,-1 0 0,-6 0 143,12 0 0,-11 0 1168,11 0-591,-69 0 591,-28 3 0,-29-2 0,-11 9 0,-33-9-492,11 3 1,-3-1-1,7-3 1,0 0-1,-14 0 1,4 0 491,-7 0 0,30-7-747,37 3-236,42-23 0,35-13 0,-25 15 0,4 0-302,7-1 1,1 1 301,-1 0 0,0 1 0,-4 4 0,0-1 0,4-5 0,-1 2 0,34-10 0,-30 5 729,-29 20-729,-26 3 0,-63-2 0,3 7 0,-7 0-492,-9-6 0,-7-2 164,1 5 0,-8 1 0,4-1 0,17-2 0,2-1 0,-5 1 82,-6 2 0,-7 2 0,-1 0 0,7-1-82,0-3 0,5-1 0,-3 2 0,-18 4 0,-3 1 0,10-1-164,12-3 0,9 0-339,-32 4 831,70 0 983,28 0 0,41-4 0,-24 3 0,21-7 0,-29 8 0,-13-3-738,-31 25 1,19-16 0,-21 17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8:17.150"/>
    </inkml:context>
    <inkml:brush xml:id="br0">
      <inkml:brushProperty name="width" value="0.35" units="cm"/>
      <inkml:brushProperty name="height" value="0.35" units="cm"/>
      <inkml:brushProperty name="color" value="#E71224"/>
    </inkml:brush>
  </inkml:definitions>
  <inkml:trace contextRef="#ctx0" brushRef="#br0">658 469 24575,'77'-33'0,"-7"12"0,8 1 0,6-4 0,10 1-246,-10 9 0,11 1 0,2 1 0,-9 2-82,-11 1 0,-6 3 0,7-1 82,12-1 0,11 1 0,-2 0 0,-10 2-246,10 3 0,-4 2 164,-16-3 0,4 0 0,-1-1 0,-6 1 0,-1 0 0,-3 0-164,14 3 0,-4-2 0,4-5 0,-9-1-492,-19 3 916,-32-3 68,-116-3 0,41 9 0,-4 2 327,-13-3 1,-7-1 0,2 2 163,-16 2 1,-2 0-165,7 0 1,-5 0 0,4 0-73,-14 0 0,2 0-255,17 0 0,-2-1 0,4 2-492,-6 2 0,4 2 0,4-1 0,7 1 375,-10 4 117,28-2 983,42-10-122,9 2 122,48-9 0,38 0-535,-3 0 0,9 2-940,2 2 0,7 1 246,-28 2 0,7 1 0,1-1 0,-3 2-82,10 0 0,-3 2 0,4-1 82,-6 0 0,3 0 0,2 0 0,-4 0-82,16 0 0,-3 0 0,0 0 0,-1 0 0,0 0 0,-6 0 0,-17 0 0,-5 0 0,-5 0-164,9 0 0,-17-3 359,-36-4 133,-67 3 0,-12 1 0,-12 0 491,-24 3 1,-7 0-204,23-2 0,-3-1 1,-4-1-406,9 1 1,-3 0-1,-1 0 1,0 1 116,0-1 0,-1 0 0,0 0 0,-3 0-246,-11-1 0,-3-2 0,-1 1 0,0 1 0,2 3 0,-1 1 0,1 0 0,3-1 0,12-1 0,2-1 0,2 0 0,0 1-82,-22 1 0,2 1 0,10 1 207,13 3 0,8-1 612,8-3 1,11 2 265,21 4 226,32-6 0,77 0 0,7 0-492,5 1 1,9-2-1,-16-3 1,2 0-759,-17 0 0,3 1 0,1-1 267,-1-3 0,0 0 0,0 1 0,2 2 0,0 1 0,0-1-328,3-2 0,1-1 0,-3 2 0,-7 4 0,-2 1 0,-4-1 166,12-3 0,-7-1 162,16 5 983,-65 0-597,-27 0-386,-44 0 0,-20 0 0,-1 0 0,-8 0 327,1 0 1,-8 0 0,-2 0-294,-9 0 1,-3 0 0,3 0-35,16 3 0,3 0 0,-2 0-67,-5-1 0,0 1 1,1 3 66,7 4 0,2 3 0,4 1-291,-21 5 1,5 1 290,5 2 0,9 0 0,0 8 0,50-15 983,20-8 0,9 1 0,18-5 0,41 1-492,2-4 1,8 0-641,10-1 1,6 2 148,-6 1 0,6 2 0,1-1 0,2-2 0,1-1 0,4 1-246,-6 1 0,3 1 0,4-1 0,0 0 49,-13-1 0,2-2 1,0 1-1,1 0 0,-1 0 0,-2 1 0,-1 2 1,1-1-1,1 0 0,2-1 33,-3 0 0,2-1 0,3 0 0,-2 0 0,-1 0 0,-4 2-33,-1 1 0,-4 1 1,-2 0-1,1 0 0,3 0 0,9-2 0,2 0 1,2 0-1,0 0 0,-1 1 0,1 1 0,0 0 1,0 1-1,-2-1 0,-2 1-49,6 0 0,-2 0 0,-2 1 0,3-1 49,-10-1 0,3 1 1,0-1-1,-2 0 0,-6 0-131,20 0 0,-6 0 0,-2 0 0,-4-1 0,0 1 0,-7-2 252,8-1 1,-7-2 566,-14-2 1,-9 0-276,-5-1 767,-28-6 0,-17 3 0,-3 3 0,0-3 0,0 4 0,3-1 0,-2-3 0,2 6 0,0-2 0,-2 3 0,2 0 0,0 0 0,-2 0-196,2 0-787,-32-11 0,-24 1 0,-14-4 0,-12-2-492,-15 0 0,-10 2 164,8 3 0,-6 1 0,-4 0 82,14 0 0,-2-1 0,-1 1 0,1 1 0,1 4 0,1 3 0,-1-1 0,-1-1 0,-7-2 0,-1-3 0,-1 2 0,-3 1 49,14 4 0,-3 2 1,0 0-1,0 1 0,3-2-49,-11-3 0,2-2 0,0 1 0,-4 1 49,7 2 0,-4 2 1,-1 0-1,2 0 0,4-1-49,-4-1 0,4 0 0,2-1 0,0 1 0,5 2 0,2 0 0,0 0 0,1 0 0,1 0 0,0 0 0,2 0 0,7 0-246,-24 0 0,9 0 332,14 0 1,14 0 159,27 0 0,81 8 0,40 2 491,-22-1 1,9 0-165,1-2 1,8-1 0,-1 1-401,-11-1 1,-1 1-1,8-1 73,-6-1 0,9-1 0,3 0 0,0 0 0,-5 0-246,4 2 0,-3-1 0,1 0 0,3 0 84,-3-2 0,5-1 0,1 0 0,-1 0 1,-2 1 161,9 1 0,-2 1 0,-1 0 0,0 0 0,-4-2 0,-1 0 0,1 0 0,1-1-197,-10 1 0,2-1 1,1 0-1,-2 1 0,-5-1-131,21 1 0,-5 1 0,-1-2 66,2-1 1,-1-1 0,-15-1 1244,21 1-884,-61-3 884,-59 2 0,-76-11-590,12 7 0,-12-1-67,13 0 1,-6-1 0,-4 0-327,17 0 0,-2-1 0,-2 0 0,-5 1 0,2 2 0,-4 0 0,-2 1 0,-1-1 0,2 0 0,4-1 0,2-1 0,0 1 0,-2-1 0,-3 2 0,4 2 0,-4 1 0,-2 0 0,1 0 0,2 1 0,4-1 0,-16-1 0,4 1 0,3-1 0,-3 2-246,-6 0 0,-3 0 0,3 1 0,8 2-82,8 0 0,6 1 0,1 0 20,-3 0 0,-1 0 1,12 1 307,14 1 0,10 0 983,-5 3-492,97-7 1,33-2-276,-12 1 1,8 0 28,-7 0 1,8 0 0,5 0 0,-3 0-74,18 0 1,0 0 0,3 0-379,-13 0 1,2 0 0,2 0 0,0 0 205,4 0 0,0 0 0,2 0 0,1 0 0,-13 0 0,3 0 0,-1 0 0,1 0 0,-3 0 0,12 0 0,-2 0 0,0 0 0,3 0 0,-9 0 0,4 0 0,0 0 0,-2 0 0,-6 0 0,-4 0 0,-4 0 0,-3 0 0,3 0-243,4-2 1,3 0 0,-4-1 0,-7 1 242,20 2 0,-13-2 0,-24-4 0,-10 0 0,-8 6 983,-27-4 0,1 4 0,5 0 0,0 0 0,1 0 0,-7 0 0,-3-3 0,6 2 0,5-2 0,6 3 0,13 6-905,-7-5-78,7 9 0,-15-9 0,-6 3 0,-9-1 0,0-2 0,26 15 0,1-2 0,58 25-492,-44-22 0,4-1 108,14 2 1,1-1 383,-10-3 0,-1-3-249,9-5 1,-4-3 248,8 4 0,-7-7 0,-36-3 0,-19 2 0,-3-6 983,-33 4-261,15-1-179,-52-6-543,39 8 0,-21-4 0,-34-6 0,56 6 0,-34-6 0,87 4 0,28 6 0,21-3 0,-24 4 0,4 2-492,2-1 0,4 0 0,20 0 0,2 0 0,-13-1 0,-1 2 0,-1 1 0,-6 1-492,8-2 0,-43 5 0,-12-3 943,-6-2 41,4 2 983,-2-3 0,-47-3 0,-38 2-492,-4 0 1,-13-1-400,11 2 1,-6 0 0,-1 0-93,-6-3 0,-2 0 0,-3 0-246,14 2 0,-3 0 0,-1 1 0,1-1 0,0 1 0,0 0 0,0 0 0,0 1 0,2 1 0,0 0 0,-1 1 0,0 1 0,-8 1 0,-1 1 0,-1-1 0,1 0 0,2-1 0,0-2 0,-1 1 0,0 0 49,13 0 0,-2 2 1,0-1-1,1 0 0,1-1-49,-9-2 0,2-1 0,-1 0 0,-2 1 49,6 0 0,-2 1 1,-1 0-1,2 0 0,4 0-49,2 1 0,4-1 0,1 1 0,-3-1 0,-11-2 0,-4 1 0,0-1 0,5 1-82,-11 2 0,4 0 0,-1 0 0,-3-2 0,-1-2 0,0 1 229,2 0 1,1 0-1,0 0 99,-3-1 0,0 1 0,0 1 0,5 1 0,1 2 0,5-1 0,16-3 0,4 0 0,-2 2 0,-12 3 0,-1 2 0,1-1 0,7-2 0,2 0 0,0-1 327,6 1 1,0 0 0,-4-1-202,-20 1 0,-5-1 0,5 0-126,-7 1 0,4 0 0,0-3 0,2 1 491,16 2 1,5 0-1,5-4 1,5 0 103,-25 7-595,21-4 0,3 2 0,9 7 983,5 0 0,27-7 0,-5 3 0,11-4 0,-11 0 0,13 3 0,-3-7 0,92 14 0,-17-11-492,0 3 1,5-1-407,0-5 1,-2 0-86,32 0-492,-20 0 0,2 0 116,-15-1 0,1 2 376,19 2 0,3 2-492,6 3 0,1 4 164,-23-1 0,1 2 0,-1 2 99,-1 0 0,-1 2 0,-5-1 229,6 5 0,-8-1 0,22 7 0,-68-16 698,-13-7-698,-24 5 0,-17 2 0,-33 3 983,-23 2-892,43-7 0,-2-1-91,-9 1 0,-2 0 0,-7 3 0,-7 2-49,-7 5 0,-9 2 0,7-1 49,0-2 0,4 0 0,10 1 0,-1 3 0,17-6 0,14-3 0,37-1 0,42-8 0,43 7 0,-14-6 0,10 0-328,-8-1 0,5-1 0,0 0-164,30 3 0,1-3 210,-27-4 0,2-2 0,0-2 282,3 0 0,1-3 0,-2 1 0,19-3 0,-1-1 0,-27-1 0,1-1 0,-6 2 491,1 2 1,-8-1 491,9-10-456,-34 13-527,-41 4 0,-60 3 0,-12 0-324,22 3 1,-1 1 323,6-1 0,2 3 0,-33 16 0,12-1 983,32-2 0,19-4 0,23-8-187,44 4-796,55 3-492,-24-5 0,10 0 164,-7-5 0,6-1 0,1 0 0,2 1 0,2 0 0,2-3 82,-15-2 0,1-1 0,2-1 0,-1 0 0,5-1 0,1-1 0,-1-1 0,-2 0-82,11-3 0,-3-2 0,3 0 82,-9-1 0,4-1 0,-2-1 0,-9 2-246,10-4 0,-7 1 0,20 0 0,-30-4-149,-66 5 641,-32 8 0,-45 2 0,-20 2 101,29 1 0,-2 1 0,-3 1-101,-16 1 0,-4 1 0,-2 1 327,-5-2 1,-1 1 0,2 3-169,2 5 0,2 4 1,2-2-160,10-6 0,2-1 0,0 5-328,-12 9 0,0 4 0,7-3 278,2-9 0,7 1 50,4 10 0,8-1 0,12-13 983,62-1-492,43-12 1,18-9-317,-2 2 0,6 0 152,4-2 1,8-1 0,-2 0-249,-17 1 1,-2 0 0,4 0-265,24-1 1,7 1 0,-6-1 184,-22 2 0,-4-2 0,4 1 0,20 0 0,4 0 0,-4-2-328,-24 0 0,-4-1 0,2 0 0,6 2 0,2 1 0,-6-2 255,3-7 0,-6 1 73,-9 10 0,-11-2 0,-27-4 0,-33 8 0,-35-2 0,-17 0 0,2 3 0,-7-1-142,-13-6 1,-11-3 0,0 3 141,4 6 0,0 2 0,-3-1 0,11-4 0,-2-2 0,-1 1 0,1 3 0,1 4 0,0 3 0,1 1 0,3-1 0,-13-3 0,3-1 0,-4 1 0,7 5 0,-6 1 0,3 1 0,13-1 0,5 0 0,7 0 491,-29 2 1,35-4 491,68-2-659,42 0 0,15-1-366,-5-2 0,6-1 42,7 1 0,9 1 0,1-1-328,1-3 0,2 0 0,0 0 0,-3 3 0,0 0 0,-1-1 44,-2-1 1,-1-1 0,0 0 607,1 0 0,0 0 1,-5 1-325,9-1 0,-4-1 0,4-2 0,-11 0 0,-20 4 983,-37 4 0,-110 19-703,24-3 211,-3 7 1,-1 1 491,-5-1 0,15 13 0,24-15 0,19-3-267,5-1-716,13-8 0,44 6 0,44-8-492,-19 6 0,9 0 164,-7-7 0,4-1 0,2 1 0,-1 1 0,1 2 0,3-2 0,16-1 0,3-1 0,0-1 0,1-1 0,1-2 0,-2 1 0,-6-1 0,-1 0 0,4 1 82,-14 0 0,3 0 0,0 1 0,-4-2-82,6-1 0,-5-1 0,1-1 0,3 1 0,0 0 0,-9 0-164,-7 0 0,-11-1 178,10-9 1297,-69 16-313,-5 0 313,-67 0 0,7 7-492,-22-1 1,-7-1-1,32-1 1,0 1-1,-20 7 1,2-1 491,-18 0 0,35 8-362,30-8-621,25-6 0,45-2 0,-4-3 0,39-7 983,-9-1-361,0-6-622,-2-5 0,-21 7 0,8-6 0,-19 12 0,3 1 0,4 5 0,19 14 0,-16-7 0,49 22 0,-59-14 0,20 4 0,-39-7 0,-11-8 0,-35 5 0,2 4 0,-15-1 0,23 0 0,14-8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8:23.240"/>
    </inkml:context>
    <inkml:brush xml:id="br0">
      <inkml:brushProperty name="width" value="0.35" units="cm"/>
      <inkml:brushProperty name="height" value="0.35" units="cm"/>
      <inkml:brushProperty name="color" value="#E71224"/>
    </inkml:brush>
  </inkml:definitions>
  <inkml:trace contextRef="#ctx0" brushRef="#br0">47 2198 24575,'-22'18'0,"4"-4"0,11-3 0,43-8 0,17 1 0,40-4-492,-36-4 0,4-1 0,13 4 0,6 0 164,-11-1 0,4-1 0,1 0 0,1 3 0,2 0 0,4 0 82,-1 0 0,5 0 0,1 0 0,-3 0-82,14 0 0,-3 0 0,3 0 82,-13 0 0,2 0 0,1 0 0,-2 0 0,-7 0 0,-1 0 0,-1 0 0,0 0-23,24 1 1,0 0 0,-1-3 268,-2-2 0,-1-3 0,0 0-206,-4 4 1,0 0 0,-3-4 205,-10-7 0,-3-3 0,-3 2 0,17 4 0,-9 0 0,-26-5 0,-8 1 0,1 4 983,-38 10-875,-6 2 875,28 12 0,-3-3-744,38 1-239,-4 1 0,32-11 491,-40 3 1,0-1-1,-5-3 1,3 0-290,32 0 1,8 0-203,-25 0 0,1 0 0,1 0-328,5-3 0,1 0 0,2 0 0,13 2 0,4 1 0,-6-1-3,11-2 1,-3-2 330,-19-1 0,3 0 0,-6 0 0,5 0 0,-5 0-28,-7-3 0,-8-1 28,-7-1 809,-37 10-809,-5-2 983,-4 6 0,3 4 0,7 6 0,14 7 0,33 21-396,-8-11-587,7 11 0,-25-27 0,-26-6 0,-4-11 0,-76-14 0,5 9 0,-17-4 0,-10 0-492,15 10 0,-3 1 164,7-1 0,-4-2 0,-2 2 0,-2 1 0,-1 1 0,0 1 323,6-1 1,1 0 0,-3 0-324,-18 0 0,-5 0 0,6 0 0,23 0 0,3 0 0,-1 0 24,-13 0 1,-3 0 0,5 0 303,-9-1 0,5 2 0,-3 2 0,7 2 0,-8 0 0,28 4 0,60-3 0,82-5 0,-5 9 288,15-4 0,9-1-288,-25 0 0,0 0 0,13 0 0,-1-1 491,-21-4 1,-5 0-77,34 0-415,-43 0 0,-17 0 0,-39-3 0,-30 2 0,-18-4 0,-10-2-175,-8 2 1,-6-1 174,3 0 0,-6-1 0,2 1-492,-17 0 0,-2 1 185,-1 1 0,-7 1 0,4 1 307,23 1 0,3 2 0,-4-1 0,2 0 0,-4 0 0,-2 0 0,0 0-246,-2 0 0,0 0 0,0 0 0,2 0-82,-14 0 0,2 0 0,-3 0 82,13 0 0,-3 0 0,2 0 0,8 0-246,-16 0 0,6 0 239,14-3 1,-1 0-1,4 0 253,-3 3 0,1-2 0,-22-6 0,2-1 0,27 8 0,3 0 449,-8-6 0,2-2-449,-26-1 0,43 3 0,-2-1 0,-18-1 0,4 0 0,1-4 0,-2 4 0,-2 1 983,0 0 0,-17 0-400,44 8 400,6 4 0,16 1 0,1 0 0,-7 3 0,13-4 0,-14 5 0,13-2-494,-6 1-489,11-1 0,1 0 0,4 3 0,11 7 0,16 3 0,12 6 0,56 4-492,-38-13 0,5-2 0,32 5 0,7-2 164,-24-9 0,2-3 0,3 0 0,7 4 0,3 0 0,1-3 0,5-5 0,1-3 0,-1 2 0,-10 4 0,-2 2 0,4-1 82,-9-5 0,4-1 0,0-1 0,-4 3-82,4 3 0,-4 2 0,6-2 82,6-1 0,7-2 0,0 0 0,-6 2-82,1 2 0,-5 2 0,2-2 82,-13-2 0,2-2 0,-1 0 0,-3 2-82,4 1 0,-3 2 0,-3-2 106,20 0 1,-3 0 221,2 4 0,-6 1 0,-26-2 0,-3 1 0,3-1 0,-2 0 983,27 7-134,-28-2 134,12 0 0,-28-7 0,0-1 0,8-5 0,2 0 0,13 0 0,21 0 0,13 0-492,-36-4 1,-1 0-206,32 2-286,-20-5 0,0-2 0,23-9 0,-45 11 0,0-2 0,3-6 0,-6 0 0,-13 3 0,16-7 0,-41 11 0,-19 4 0,-60 1 0,12-1 0,-8-1-492,-22 4 0,-7 0 164,16-1 0,-4-1 0,-2 0 0,-8-1 0,-2 1 0,-3 0 82,11 0 0,-3 0 0,-1 0 0,1 0 0,4 0 0,0 0 0,0 0 0,0 1 0,1-1 0,0 1 0,0-1 0,-1 1 0,-2 0 0,-1-1 0,2 0 0,4 2-82,-1 0 0,4 0 0,-2 0 0,-19-2 0,-3-1 0,12 2 68,17 2 1,8 0 259,-3-1 0,14-4 0,29-4 0,14 1 0,53 2 0,29 4 0,11 1 0,8 2-173,-7-1 1,6 0 0,2 0 172,-14 0 0,1 0 0,2 0 0,0 0-43,9 0 0,1 0 0,1 0 0,-1 0 43,0 0 0,0 0 0,0 0 0,3 0 0,-12 0 0,2 0 0,1 0 0,-1 0 0,-3 0 0,9 0 0,-4 0 0,1 0 0,1 0 0,10 0 0,2-1 0,-1 1 0,-3 1 0,8 2 0,-4 0 0,4 0 0,-5-2 0,4-1 0,0 0 0,-5 1 17,4 2 1,-4 1 0,0-2-18,-18-1 0,1-1 0,-2-1 0,-2 1 0,4 0 0,-4 0 0,-1 0 0,-4 0 0,-2 0 0,-1 0 0,31 1 0,-2-2-402,-8-2 1,-4-2 401,-20 2 0,-2-2 0,11-2 0,0-3 0,-15-2 0,2-1 0,25-5 0,0-1 491,-26 3 1,-1-2-180,25-17 1,-7 0-313,-11 1 0,10-8 0,0-2 0,-8 2 491,17-3 1,4 0 491,-4-6-645,-12 20 0,6-1-338,0-8 0,-2 2 0,-20 17 0,3 0 0,12-11 0,7-6 0,-9 6 0,-17 13 0,-1 0 0,31-24 0,-1-2 0,-31 19 0,-5-2 491,1-9 1,-3 0 491,17-12 0,-37 8 0,-14 3 0,-14-2-466,-12-5-517,-18-1 0,-52 0-492,42 24 0,-4 3 152,-28-1 1,-7 4 339,3 5 0,-6 4 0,6 1 0,-5 0 0,-2 0 0,-2 2 0,-2 1 0,-4-1-246,10-1 0,-5 0 0,-1-1 0,0 1 0,0-1 0,-1 0 0,0 1 0,2 0 0,8 2 0,1 0 0,1 0 0,0 1 2,2-1 1,-1 0 0,3 1 0,5 0 243,-30 2 0,9 0-123,17 0 0,9 0 123,-5 0 0,50 3 0,23-2 0,87 2 0,2-3 95,-23 0 1,12 0-1,-3 0-95,24 0 0,2 0 0,-17 0 0,4 0 0,0 0 0,-2 0 0,1 0 0,2 0-328,8 0 0,3 0 0,0 0 243,-23 0 0,1 0 1,0 0-1,1 0 85,4 0 0,0 0 0,1 0 0,-1 0-246,-1 0 0,0 0 0,-2 0 0,-1 0 67,16 0 0,-2 0 0,-2 0 179,-9 0 0,-2-1 0,-6 2 0,4 2 0,-9 1 0,7 0 0,-57 8 0,-62 3 0,-29 0 0,13-5 0,-6-1-2,-11 6 1,-10 2 0,4-2 1,15-7 0,3-2 0,-5 1 245,-4 2 1,-6 1 0,-1 0 0,5 0-151,-4 0 1,3 1 0,-3-1-96,5 0 0,-3 0 0,-1 1 0,5-1-12,-2 0 0,5 0 1,-3 1 11,-9 2 0,-2 0 0,6-2-250,-3-4 1,5-1 249,0 6 0,12-2 983,21-9 0,54 3-866,83-4-117,-23 1 0,8-2 327,-10-1 1,4-1 0,3-1-229,6 1 0,3 0 0,-3-2-406,-11-1 1,-3-1 0,3 1 306,13-1 0,2 0 0,-4 1 0,9-3 0,-4-1 57,1-3 1,-8 1-58,6 1 0,-52-5 0,-54 9 0,-49 2 0,-4-2 0,-10 0 32,-8 5 0,-7 2-32,14-4 0,-4 0 0,3 3 0,17 5 0,2 2 0,1 0 0,-36-2 0,2 4 491,2 13 1,8 3-114,32-11 0,3 0-94,-7 5 1,9 1-285,23-3 0,23-7 0,10-3 0,47-5 0,13 0 0,6 1 204,-10-2 1,6 0-205,14 0 0,10 0 0,-3 0-328,-15 0 0,-2 0 0,1 0 313,9-3 0,2 0 1,0 0 14,-3 3 0,0 0 0,-4-2-492,18-5 0,-5-3 193,5 1 1,-7 0 298,-34 1 0,-5 0 0,26-9 0,-79 9 0,-65 7 0,23-4 0,-6-2 138,-37-3 0,-7 0-138,4 0 0,1-1 0,6-3 0,4 1 0,19 7 0,9 1 983,0-2 0,34 4 0,19-1 0,39-13-329,-4-1-654,32-17 983,-14 7 0,-16-1-464,-12 10-519,-26 5 0,-42-8 0,-5 7 0,-13 2-328,-5 0 0,-9 0 0,-3 2 0,-14-1 0,-4 1 0,-5 2 82,13 3 0,-5 1 0,-1 0 0,-1 0 49,15 1 0,-2 0 1,0-1-1,1 2 0,1 0-49,-11 2 0,3 1 0,-1 0 0,-5-1 49,1-2 0,-5-2 1,-2 1-1,3-1 0,6 2-49,6 2 0,5 1 0,0 0 0,-3-1 49,4-2 0,-3-1 1,-2-1-1,3 1 0,2 1-49,-3 2 0,1 1 0,4 0 0,5-1-82,0-2 0,6-1 0,2 2-164,-24 3 0,21 1-392,47-2 884,28 4 0,93-4 0,-7 0 491,-13 0 1,7 0-1,7 0 1,0 0-229,-10 0 1,-1 0 227,3 0 1,-2 0-1,-5-4 1,-6 0 491,9-4 0,1-2-206,-60 5-777,-14 5 983,-57 0 0,2 0-653,-8 1 1,-7-2-823,-3-7 0,-4-1 164,1 2 0,-5 1 0,1-4 100,-21-12 1,-5-2 227,25 10 0,-6 2 0,-1-1 0,7-1 0,4-2 0,5 0 0,-2-1 0,-15 0 0,-3 1 0,4 1-492,-13-1 0,10 3 447,-3-6 45,8 11 0,74 5 0,1-4 0,6-4 983,10-5 0,5-1 0,40-7 0,-3 6 0,29-12-1475,-17 16 0,3 1 193,-16 0 1,2 1 298,25-2 0,1 1-492,-25 0 0,-4 2 83,23 0 409,-18-8 0,-40 18 0,-8-3 0,-40 15 983,-3-2-119,-48 18-864,15-5 957,-28 10-957,24 4 0,14-13 0,22 3 0,26-18 0,4-1 0,44 6 0,48-2 0,-15-2 0,7 2-492,14-1 0,6-1 164,-14-2 0,5-1 0,0 1 0,-2 0 0,0 0 0,3-1 82,-10 0 0,4-1 0,1 0 0,-1 0 0,4 0 0,0 0 0,0 1 0,-3-1 0,-8 0 0,-4 0 0,2 0 0,2 0 0,19 1 0,4-1 0,0 0 0,-7 0-82,-2 2 0,-6 0 0,3 0 82,-7-2 0,2 0 0,1 0 0,-4 0-82,8 2 0,-4 0 0,1-1 0,0-2 0,1 0 0,-1-1 0,1 3 0,-1 1 0,0-2 0,-2-1 0,-1 0 0,-1-1 289,-2 1 0,-2 0 0,0-1 366,-1 1 1,-2-1 0,-4-1 105,5-2 0,-2 0-433,25 4 0,0 1 0,-28-4 0,-3 0 0,5 4 0,2-1 0,17-4 0,-8 0 0,-8 0 491,6 0 1,-1 0 491,-18 0-869,8-8 0,0 0 869,-11 4 0,31-12-492,-40 11 1,-2 1 491,14 2-492,12-1 1,2-2 181,-4-2-673,-21 6 0,-1 1 0,19-7 0,-19 7 0,2 0 0,30 0 491,-26 3 1,-1 1-56,17-3-436,0 12 0,-7-7 0,2-1 206,21 3-206,-17 0 0,0 0 0,25 1 0,-46-1 0,6 1-492,33 1 0,1-1 159,-29-4 1,0-1 332,29 2 0,-3-3 0,11-10 815,-24 1-815,-23-5 404,-37 3-404,-6 4 818,-6-2-818,-71-26 0,-1 14 0,-23 0 0,-6-1 0,6 2-328,-1-2 0,3 1 0,-10 0 164,21 4 0,-9-1 0,-4-1 0,-1 2 0,3 1 0,7 2-82,-9 3 0,6 2 0,1 2 0,-3-1 49,8 0 0,-1 1 1,-2-1-1,0 1 0,1 1 92,-2 0 0,0 1 1,1 0-1,0 1 0,2-1 105,-11 2 0,2 0 0,2 0 0,2 0-328,-15 0 0,2 0 0,4 0 0,12 3 0,3 0 0,7 0 179,2 1 1,6 0 148,-1 1 0,15 0 0,33 1 0,18-6 0,29 0 0,21 0 0,47 8 491,-45-7 1,6 0-253,6 1 1,7 1 0,-4 0-240,5 1 0,4 0 0,13-3 0,11-2 0,-1 3 0,-10 3 0,-1 1 0,2 0-246,-16-2 0,2-2 0,0 1 0,1 0 145,4-1 0,0 1 0,0 0 0,-2 0 101,16 3 0,-3 1 0,4-2 0,-13-3 0,2-2 0,1 0 0,-3 1 0,15 1 0,-4 2 0,0-1-328,-3-2 0,0-1 0,-6-1 10,18-3 0,-11-1 318,-32 5 0,-6-2 0,39-10 0,-55 11 0,-23-3 983,-15 4 0,-47 0-146,9 0-837,-16 0 0,-2 0 0,-3 0 983,-13 0 0,42 3 0,19-2 0,66-8 0,5 5-492,-8-7 1,6 1-514,15 6 0,2 2 22,-12-4 0,3 1-492,24 6 0,4 2 0,-11-1 0,0 3 0,12 10 0,-1 2 0,-19-9 0,0 2 164,-6 4 0,3 4 0,-3-1 129,12 0 0,1 1 199,-9 0 0,4 0 0,-4 0 0,8 0 0,-2-1 0,13 6 0,-5-5-91,-28-14 1,-4-1 90,38 12 0,-36-17 876,-51-7-876,-7 6 983,-7-15 0,-1 10 0,-2-7 0,3 9 0,-9-3-50,-23-1-933,-14 2 0,-2-5 0,-6-1-492,5 10 0,-4 0 131,-22-10 0,-1-1 361,20 8 0,0 1 0,-22-1 0,0 0 0,26 1 0,-1 0 0,-26 4 0,-1 0 0,28 0 0,3 0 0,0 0 0,4 0 0,-9 0 0,29 0 0,16 0 0,12 0 0,27 0 0,8 0 0,54 0 0,-6 0 387,-16 0 1,3 0-388,-16 1 0,2-2-492,27-3 0,2 0 312,-28 3 0,1 0 180,33-7 0,-3-1 0,0 1 0,8-6 0,-64 5 0,-15 1 0,-16 0 867,-5-2-867,-12 1 983,1-4-558,2 7-425,3 0 0,7 2 0,-3 4 0,-18-3 0,-16 3 0,-30 0 0,23 3 0,-6 2-492,-22-5 0,-7 2 164,15 3 0,-3 1 0,1 0 0,2-5 0,0-1 0,0 1 240,-3 2 0,-1 0 1,4 0-405,-17-3 0,8 0 396,20 3 1,4-1 95,-31 0 0,67 3 0,17-5 0,61 0 0,-9 0 0,45 0 491,-35 1 1,-2-2 491,27-5-958,-25 3 0,-2-2 958,6-9-643,-13 2-340,-21 5 0,-13 0 0,-9 6 0,-77-5 0,1-3 0,-13 6 0,-8 1-492,21-2 0,-1 1 460,2 4 0,-3 2 1,2 1 31,-9 4 0,1 3 0,-12 1 0,2 4-492,25 4 0,4 1 456,7-5 0,4 2-4,-21 23 40,5-4 0,28-7 0,-1-2 983,19-15 0,-2 2 0,5 2-754,-4-3-181,3 5-48,7-11 0,-7 11 0,4-7 0,-25 28 0,16-21 0,-46 47 0,50-50 0,-22 22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8:28.234"/>
    </inkml:context>
    <inkml:brush xml:id="br0">
      <inkml:brushProperty name="width" value="0.35" units="cm"/>
      <inkml:brushProperty name="height" value="0.35" units="cm"/>
      <inkml:brushProperty name="color" value="#E71224"/>
    </inkml:brush>
  </inkml:definitions>
  <inkml:trace contextRef="#ctx0" brushRef="#br0">1047 317 24575,'59'-3'0,"-7"-3"0,-34 1 0,1 0 0,-17 2 0,-57 3 0,-17 0 0,2 0 0,-8 0-492,0 0 0,-1 0 0,0 3 0,-2 2 374,-20 3 1,5 4 117,34-1 0,3 3-260,-18 3 0,7 1 260,4 4 0,11-3 0,37-9 0,25-2 0,77 4 0,-25-9 0,8 0-328,0 3 0,6 0 0,2-1 124,8-3 1,2-2 0,-1 1 203,1 1 0,-1 2 0,2-2 0,10 0 0,2-2 0,-1-2 0,-7 0 0,-2-1 0,2-1-246,-13 0 0,1 0 0,0-2 0,-4 0-82,4-3 0,-4-1 0,0-1 0,5-1 0,0-1 0,-9-1-164,-8-3 0,-8 1 170,29-8 322,-57 7 0,-40 9 0,-70 4 0,29 2 0,-6 0 491,-32 2 1,-5 0-474,7 0 1,-2 0 308,20 2 1,-2 1 0,3 1 163,-17 1 1,2 0-360,-9 4 1,3 1-180,22 3 0,8-1 47,-18 3 0,58 0 0,45-12 0,50-2 0,22-2-328,-29 1 0,2 1 0,5-2 179,-1-2 0,5-2 0,1 0 0,1 0 149,5 0 0,2 0 0,0-1 0,1-1-246,2-3 0,0 0 0,1-1 0,3 0 49,-9 1 0,3-1 1,1 0-1,0 0 0,-2 1 0,-3 1 0,-2 0 1,1 0-1,0 1 0,-1-2 0,2 0 0,-1-1 1,1 1-1,0-1 0,1 1 0,4 1 0,2 0 1,1 0-1,-3 1 0,-2 0-49,7-1 0,-4 1 0,-1 0 0,3 1 49,-9 1 0,3 1 1,-1 1-1,-1 0 0,-5 1-131,23-1 0,-6 1 0,-2 0 206,-6 3 0,-3 0 0,-2 0 449,-10 0 1,-1 0 0,-7 0 163,4 0 1,-7 0 491,24 0 0,-68 0 0,-6 0 0,1 0 0,-4 0 0,7 4 0,-6-4 0,2 7 0,-63-3-492,4 2 1,-9 0-339,-31-3 0,-9-1-153,23 1 0,-3 1 0,-8-2 0,10-1 0,-7-1 0,-3 0 0,1-1 0,4 1-246,-1 0 0,3 0 0,0 0 0,-4 0 49,2 0 0,-4-1 1,-1 0-1,2 2 0,4 0-49,0 2 0,3 2 0,3 1 0,3-2-82,-6 0 0,3 0 0,-1 1 0,-15 7 0,-2 2 0,9-1-164,7-4 0,7 1 443,1 2 1,10-1 48,19 0 983,29-6 0,14-2-899,86-12-84,-37 8 0,7 0 327,8-2 1,9 0 0,1 1-302,3 1 0,3 1 0,3 1-272,-10-1 0,4 0 0,1 0 0,-2 0-82,19 0 0,-1 0 0,1 0 320,-18 0 0,2 0 0,-1 0 0,-2 0 8,17 0 0,-2 0 0,-1 0-328,-1-3 0,-2-1 0,3 2 82,-15 1 0,2 1 0,-1 0 0,-5-2-82,5-3 0,-5-1 0,-1 0-11,31 2 1,-11-1 338,-8-5 983,-56 4 0,-34 6-967,-33 0-16,-14 3 0,-8 2 491,-10 0 1,-4 1-165,8 2 1,-3 3 0,-1-2-656,-5-2 0,-1 0 0,0 1 294,2 3 1,0 2 0,-1 0 33,-6-3 0,0 0 0,1 0-257,10 0 0,2 0 0,-2 1 257,-8 2 0,-2 0 0,4-2 0,-10-5 0,2 1-343,-20 10 0,9 0 343,11-13 983,18 15-800,105-18-183,35 10 0,-3-10 0,10 0 327,-10 1 1,5 1 0,0 0-100,0-3 0,2 0 0,1 0-228,15 1 0,4 0 0,-1-3 0,-5-6 0,-2-3 0,0 2 0,-5 4 0,-2 1 0,4-3 0,-12-3 0,4-2 0,-1-2 0,-5 2 0,1 1 0,-4 1 0,1 1 13,10-1 0,1 0 0,-4-1-13,15-8 0,-10 2 439,-28 11 0,-6-1-439,27-12 0,-71 18 0,-20-2 0,-70-14 0,20 7 0,-9-2-136,-1 0 0,-7-2 1,-3 1 135,-3-2 0,-2 1 0,-2 2 0,15 5 0,-2 1 0,1 1 0,0 0 0,-17-3 0,2 1 0,0 4 0,-1 9 0,0 4 0,6 1 0,-10-2 0,8 3 491,13 5 1,12 1 491,12 1-709,29-9-274,42 5 0,51-1 0,-18-4 0,9 1-328,13-3 0,11-2 0,-3-1-164,16 1 0,4-1 246,-25-2 0,7 0 0,1 0 0,-3-3 193,10-1 0,-3-3 0,0 0 53,5 1 0,1 0 0,-3-2 0,-8-3 0,-2-2 0,-1 0 327,-4 0 1,-1 0 0,-9-1 163,-8-1 1,-5-1-254,16 3 0,-28 1-238,-62 5 0,3 4 0,-48-4 0,-22-1-492,-4 4 0,-8 0 246,27-2 0,-5-2 0,-4-1 0,-1 2 0,-12 0 0,-3 1 0,-2 1 0,0-1 0,0 0 0,0 0 0,-1 0 0,-1 0 56,16 1 1,-2 0-1,0 0 1,1 0 0,3 1 189,-7 0 0,3 0 0,0 1 0,-1 2 0,-8 1 0,-1 2 0,1 0 0,7 0-328,4-1 0,7 0 0,-3 2 171,-21 5 0,-2 3 0,13-1-61,20-3 0,8-1 218,-7-1 0,25 3 983,44-6-492,43-2 1,26-6-404,2 3 1,5 0 402,16 1 1,3-2-1,-4-2 1,-7-2 303,9-2 188,-19-3 0,-47 5 0,-25 1 0,-42-11-516,-37 0-467,15 3 0,-8 0-492,-20 1 0,-7 3 164,28 3 0,-3 2 0,-2 0 55,-14-1 0,-5 1 1,4 1 272,13 2 0,3 0 0,-1 0 0,1-1 0,0 1 0,2 1 287,-25 7 0,7 1-287,33-1 0,4 0 0,-8 4 0,9 0 0,23 0 0,19-5 0,41-6 0,23 2 0,-3-2 0,6-2 491,14 2 1,2-2-1,-14-1 1,0-2-364,23-4 0,-7-2-128,-19-4 983,15-9-458,-63 15-525,-8-5 0,-76 0 0,24 4 0,-6 1-492,-24 2 0,-7 1 164,24-1 0,-2 0 0,0 1 12,-30 3 0,0 2 316,25-1 0,-1 1 0,2 1 0,-18 2 0,5 3 491,14 5 1,9 0-461,-2 3-31,40 1 0,23-8 0,7 0 0,30 3 0,21-5 0,39 1 491,-33-5 1,3-2-395,-1 1 1,4 0-426,3 0 0,5 0 0,0 0 0,-11 3 0,0 0 0,3 0 0,24 0 0,5 0 0,0 3 0,-7 2 0,-1 2 0,1 1 82,-16-1 0,2 0 0,0 1 0,0-1 0,3 1 0,0 0 0,0 0 0,-1 0 0,-1 1 0,-1 1 0,0 0 0,-1 0-82,21 1 0,-2-1 0,-3 0 0,-13 1 0,-2-1 0,-8-1-164,-1-1 0,-10 0 1475,10 9-882,-74-19-101,-57 2 0,-32-3 491,19-1 1,-8 2-281,-12 6 0,-1 3-211,14-1 0,1 2 491,-5 6 1,-1 3-1,-2 3 1,2 0-195,14-5 1,2 2-298,-13 6 0,5 0 491,27-9 1,7-1-410,-19 13-82,28-12 0,27-12 983,53-9 0,34-6-770,-10-2 0,8-2-541,-5 4 0,5 0 0,1-1 172,-4-1 0,0-1 0,6-1-90,7-1 0,7-1 0,2 0 0,-4 2 0,-14 3 0,-2 3 0,0 0 0,3-2 0,15-4 0,3-3 0,2 2 0,1 2 49,-16 6 0,2 2 1,1 1-1,-2 0 0,-5 0-49,-1-1 0,-4-1 0,0 1 0,2 0 0,15 0 0,4-1 0,-2 2 0,-10 1-246,15 1 0,-10 1 0,-1-3 0,-8 0 323,-1 4 1152,-34 3 0,-38 1 0,-1 11 0,3 4 0,16 22 0,-9-20 0,13 13 0,-14-27 0,-3 1 0,-1-5 0,-3-3 0,3-7-260,-5 3-723,5-7 0,-3 7 0,-55 1 0,-24-5 0,10 4 0,-8-2-492,-22-7 0,-3-2 0,5 0 0,-6 0 416,1 2 1,-6-1 0,7 2-417,3 1 0,3 1 164,8 3 0,-4 1 0,13 2-283,-10 4 611,5 0 0,48 0 0,44-11 0,-2 8 0,44-3 0,16 1-166,-20 0 1,5 1 165,9 1 0,9 0 0,-2-2-58,-6 0 1,-1-2 0,0 0 57,29-2 0,3-1 0,-17 1 0,4-2 0,-5 2 0,4-1 0,-2-1 0,-14-1 0,2-1 0,-7 1-63,-5 3 0,-7 0 63,26-12 0,-45 10 0,-24 7 983,-10 4 0,13 11 0,-8-6 0,5 7 0,-28-11-496,6 9-487,-14-2 0,12 3 0,6 8 0,-6-10 0,4 16 0,0-16 0,5 7 0,2-9 0,3 3 0,12-1 0,3 2 0,12-6 0,20-1 0,-14-4 0,14 0 0,-29-3 0,-2-1 0,-44 23 0,17-16 0,-55 34 0,29-28 0,-14 9 0,14-7 0,10-2 0,-21 2 0,-15-5 0,2-2 0,-7-2-492,-9 0 0,-6-4 199,11-2 1,-4-3-1,-2 0-35,-8 0 0,-3 0 0,1-1 0,4-2 0,-1-1 0,-3 0 82,5 1 0,-5 0 0,0 0 0,3 1-82,-9-2 0,3 0 0,-2 1 82,9 1 0,-2 1 0,0 0 0,3 0-82,-12-2 0,4 0 0,1 1 0,5 1 0,1 1 0,1 2 0,3 0 0,0 1 0,4 2-164,-19 1 0,6 1 0,14 0 0,6 2 1475,-26 11 0,44-11 0,20 7 0,14-9 0,6 4 0,4-4 0,-3 3 0,2-3 0,-5 4 0,1-1 0,-7 1-94,6 1-889,-22-2 0,-7 4 0,-42-5 0,34 1 0,0 0 0,-40-3-476,22-4 1,3 0 475,1 2 0,-13-7 0,-1 1 0,4 6 0,-9-6 0,-2-1 0,-2 7-492,-7-7 0,-1 1-492,6 5 902,21-1 0,-1 0-351,-26 4 433,16 6 0,5 4 0,32 2 0,22-1 826,9-4-826,1-3 983,6 3 0,4 3-259,13 3-724,46 14 0,-1-9-335,-7-5 0,3-2 335,33-2 0,-34-2 0,1 0 0,36-5 0,-17 6 0,-34-8 0,-32 0 0,-76 0 0,-30 16-492,35-11 0,-4 2 0,-19 9 0,3 3 443,30-6 1,1 0-302,-18 3 1,2 3 349,19 0 0,3 1 0,-39 13 0,40-6 0,4 0 0,-3-4 576,6 10-576,38-30 0,1 1 0,27-4 983,14 6 0,43-4-898,6 4-85,-36-5 0,-1-2 807,23 1-807,-33 0 0,-26 0 0,-99 8 0,28 8 0,-13-8 0,-3 3-984,-19 18 942,30-16 0,0 1 42,-31 23 0,42-20 0,2 0 0,-28 19 0,30-17 0,13-8 0,32-12 0,-3-6 0,-19 3 0,-14-5 0,-46 8 0,-9-13 0,13 10 0,-15 1 0,12 0 0,23 0 0,3 1 491,-54-3 1,24 6-407,74 3-85,7-1 0,36-3 0,20 0 0,2 0 0,4 0-492,-2 4 0,2 0 308,11 0 1,1 2 183,-4 6 0,-3 1 0,-12-4 0,-1 0 0,13 5 0,-2-2-732,6-4 732,14 5 0,-42-11 0,-9 3 0,-11-5 0,-5 0 983,25 0-825,12 0 1,7 0-159,-5 0 0,3 0-357,30 1 1,0-2 356,-30-1 0,-1-3 0,9-3 0,-2-1 0,16-8 0,-13-3 0,-42 11 0,-18 2 0,-38 11 0,18-2 983,-26 11-470,25-6-513,4 0 0,4-6 0,4-2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6T11:38:35.101"/>
    </inkml:context>
    <inkml:brush xml:id="br0">
      <inkml:brushProperty name="width" value="0.35" units="cm"/>
      <inkml:brushProperty name="height" value="0.35" units="cm"/>
      <inkml:brushProperty name="color" value="#E71224"/>
    </inkml:brush>
  </inkml:definitions>
  <inkml:trace contextRef="#ctx0" brushRef="#br0">96 341 24575,'-47'-23'0,"6"3"0,36 16 0,3 4 0,59 8 0,-7 4-328,14-8 0,20-1 0,0-1 0,-11 0 0,-1 1 0,6-2 82,3 0 0,6-2 0,2 1 0,-1 0 0,-2 2 0,-1 1 0,0 0 0,1-1 0,0-2 0,2 1 0,-1-1 0,-2 1 0,-7 1 0,-3 1 0,1-1 0,2 0 0,13-1 0,3-1 0,-1-1 0,-6 1-82,1 0 0,-6 0 0,3 0 82,-11 0 0,4 1 0,-2-1 0,-2-1-82,4-1 0,-3-2 0,0 1 0,0 3 0,1-1 0,-1 0 0,-3-1 0,0-2 0,-1 2 0,-3 1 0,0 2 0,0-1 0,3-3 0,1 0 0,-2 0 819,24 2 1,-5 0-388,-14-4 0,-3 1-104,8 3 0,-2 2 0,-19-1 0,-3 0 0,0 0 0,1 0 0,12 1 0,-4-2 0,17-6 0,15 5 983,-36-5 0,-24 3 0,-16 3 0,5-7 0,-5 7 0,6-3 0,21-3 0,5 5 0,31-4 0,-29 10-492,-2 0 1,4 1-169,-6 2 0,1 0-815,25 3 0,3-2 99,1-2 1,-4-1 392,-20 0 0,-1-2-60,3-5 1,-6-3 59,3-3 0,5-8 0,-30 5 983,-11 2-950,-9 3 950,-1 2-106,-78-3-877,20 3 0,-23 2 0,-13 1-492,6 0 0,-1 2 0,-7-1 0,-4 0 164,8-1 0,-5 1 0,4 1-164,-13 3 0,0 0 164,17-3 0,-4-1 0,1 1 99,7 2 1,0 0 0,-1 0 228,-6-2 0,-2-1 0,-2-1 0,-7-2 0,-3 0 0,-1-1-328,-4 1 0,0 0 0,4-2 0,20-1 0,4-1 0,-3 1 0,-16-1 0,-4 0 0,6 1 0,20 2 0,4 1 0,-1 0 0,-6-1 0,-1 1 0,1 0-46,-30 3 1,9 0 373,35 0 0,5 0 491,1 3 1,1 1 303,-32 5 188,28 3 0,-23 3 0,37-4 0,-19-3 0,10 3 0,-10-10 0,-23 5 0,-16-6-753,31-3 0,-4-2-230,4 0 0,2 0 0,10-3 0,1 0 0,-11-1 0,0 0 0,10 1 0,1 0 0,4 0 0,-1 0 0,-22 3 0,5 0 0,9-6 0,-5 7 0,-2-1 0,-3-10 0,3 10 0,0 1 0,-4-8 143,20 10 1,2 2-144,7-2 0,4 3 0,20 7 0,8-8 0,3 7 983,-2-4-945,49 11-38,0-2 0,17-5 0,10-3-492,-5 0 0,4-1 0,32-3 0,5 0 0,-6 0 0,5 0 246,-28 0 0,5 0 0,3 0 0,-3 0-82,13 0 0,-1 0 0,7 0 131,-15 0 0,6 0 1,3 1-1,-1-2 0,-5 1-7,0-2 1,-4 0 0,0-1 0,3 1-43,13-1 0,3 1 0,0-1 0,-4-1 0,-13 0 0,-4-2 0,0 1 0,1-1 0,0 1 0,1-1 0,0 1 0,-1 0 0,1 2 0,0 0 0,0 0 0,-1 1 0,-1-1 0,0 0 0,-2 1 0,-2 1-82,12 0 0,-2 1 0,-2 1 225,-3-1 1,-1 0-1,-5 0 103,10 0 0,-8 0 0,-12 0 0,-7 0 983,14 0 0,-39 0 0,-15 0 0,-7 0 0,-3 0 0,-58 0 0,-23 0-492,4 0 1,-5 0-1,8 0 1,-3 0-1,-26 0 1,-2 0-645,21 0 1,-1 0 152,10 0 0,-4 0 0,2 0 0,-21-1 0,1 2 0,-5 3 0,-2 0 0,2-3 0,-1 0 0,28 1 0,0 2 0,2-1 0,-27 1 0,2 0 0,3 0 0,8 2 0,-15 7 0,40-2 0,55-7 0,76 8 0,3-3-328,-19-5 0,11-1 0,2 1 0,6 1 0,2 2 0,1-2 0,7-4 0,1-1 0,4 1 82,-16 1 0,2 0 0,2 1 0,3-1 49,-1 0 0,3 1 1,2-1-1,-1 0 0,-3 0-49,4-2 0,-4 0 0,2 0 0,8 2 105,-14 1 1,7 1-1,5 1 1,1 1-1,0-1 1,-4 0-1,-6-1-56,3 0 0,-7-2 1,-1 0-1,2 1 0,7 1 56,-2 1 1,7 2-1,3 0 1,1 0-1,1 1 1,-2-2-1,-4 0-23,3-1 0,-3-1 0,-2 0 0,0 0 0,0 0 0,1 0 0,1 2 0,0 0 0,0 0 0,1 0 0,0-1 0,1 0 23,-8-1 1,3 0-1,1-1 1,-1 0-1,-1 0 1,-3 0-1,-4 0-44,5 2 1,-4-1 0,-3 0-1,0 0 1,3 1 184,11-1 0,1 1 0,2 0 0,-2-1 0,-1 0 0,-9-1 0,-1-1 0,-2 0 0,-1 0 0,-1 0 0,5 1 0,-2 0 0,-2-1 0,2 0 0,2-3 0,2-1 0,-3-1 0,-8 0 0,20 1 0,-9-5 491,-7-8 1,-11-3 408,-10 2 83,32-21 0,-64 26 0,15-6 0,-30 13 0,-27-5 0,2 8 0,-55-12 0,-18 3-492,28 5 1,-5 1-1,-22-1 1,-4 2-984,5 2 0,-3 2 370,16 1 1,-3 2 0,-1-1 121,-3-2 0,-1-1 0,0 1 0,-1 2 0,0 0 0,-2 0 0,-4-3 0,-3 0 0,-3 0 0,9 0 0,-4 0 0,0 0 0,1 0-246,8-2 0,1 0 0,-1-1 0,-2 0 0,-17-1 0,-3-2 0,-1 1 0,6-1 0,18 3 0,3-1 0,1 1 0,-1-1 0,-7 0 0,-3-2 0,3 1 0,5 2-82,5 2 0,4 1 0,1 1-88,-37-1 1,14 0 415,21 3 862,38 1-862,32 0 0,89 7 491,-42-5 1,6-1-385,36 0 0,9 0 220,-30 1 1,2 1 0,1-2-328,10-4 0,1-1 0,4 1-246,-12 1 0,1 0 0,3 1 0,1-1 12,12-2 1,4 0 0,0-1-1,-2 2 234,-8 1 0,-1 0 0,1 1 0,4-1 0,0-1 0,6-1 0,1 0 0,-2 0 0,-6 1 0,-5 1 0,-5 1 0,0 0 0,2-2 0,13 0 0,3 0 0,0-2 0,-4 0 0,9-1 0,-3-1 0,-6-1-328,-22 1 0,-3 0 0,-3-1 266,29-3 0,-14-3 1045,-21-2-781,-59 0-202,-28 7 0,-41 2 0,-17 1 30,-2-3 1,-6 1-31,4 0 0,-7 0 0,-2 0-55,19 2 1,-1-1 0,-2 0-1,-1 0 55,-9-1 0,-1-1 0,-2 0 0,-2 0-197,11 2 0,-2 1 1,-1 0-1,0 0 0,2-1 0,6 1 0,2-1 1,0 0-1,0 1 0,-2 0 93,-9 1 0,-4 0 0,1 1 0,2 1 0,7 0-224,-17 2 0,7 1 0,-2 0 143,12 1 0,-2 0 0,2 0 1,8 1 184,-16 3 0,10 0 491,16-4 1,11 1-70,17 1-422,57-13 0,42 1 0,19 0 491,7-4 1,10 1-370,-26 4 1,7 1 0,3 1 0,0-1 87,4 0 0,2 1 0,1 0 1,0 0-211,2 1 0,1 2 0,1-1 0,1 0-197,-13 0 0,1 1 1,1-1-1,0 0 0,0-1 165,0 0 1,1-1 0,-1-1 0,0 1-1,-2 1 32,8 0 0,-2 0 0,0 1 0,2-1-246,11-1 0,3-1 0,-2 0 0,-9 2-64,-8 0 0,-6 1 1,0 1 573,12-1 1,1 0 0,-14 0-265,19 0 983,-33 0 0,-102 7-315,-58 3-177,19-5 1,-10-1-234,4-1 0,-6 0 0,-1 0-544,1 0 0,-1 0 0,-5 0 286,2 0 0,-6-1 0,1 1 0,6 1 0,1 1 0,7 2 0,-5 1-246,3 0 0,-5 1 0,2 2 0,7 0 19,6 2 0,6 1 0,-1 1-60,-8 4 1,0 2 0,7-2 286,2 0 0,9-1 983,-17 11 0,72-22 0,13-3 0,85-1-492,-25-2 1,6-2-165,-6 1 1,6 0 0,3 0-170,23 0 1,6 0 0,0 0-159,-8 0 0,0 0 0,4 0-246,-12 1 0,3-1 0,1 0 0,-1-1 0,-3 0 0,0-1 0,0-1 0,0 0 0,3 1 0,1 0 0,-1-1 0,0-2 0,-3-1 0,-1-1 0,-1-2 0,0 1 0,-5 1 0,0-1 0,-2 0 0,-3 0-82,14-5 0,-4 0 0,-6-1-164,7-4 0,-10 1 1475,21-7-41,-74 2 41,-34 13 0,-36 0-492,-9-2 1,-12 0-165,-7 3 1,-10 0 0,-2 0-301,13 1 0,-1-2 1,-3 1-1,-4 1-224,3 1 0,-3 1 1,-3 1-1,0 0 0,1 1 0,2 0 0,0 1 1,0 0-1,-1 1 0,0 0 0,-7 0 0,0 0 1,-2 1-1,2 0 0,2 2 123,-10 1 0,2 1 0,0 1 1,-1 1-124,13-1 0,-3 0 1,1 2-1,3 0 0,5 2-131,-15 6 0,8 3 0,-2 0 0,-10 0 0,-2-1 0,9 0-164,6 3 0,10-2 983,17-6 1,8-2 63,7-2 428,35-4 0,97-4 0,-11-7-492,10 1 1,8 1-1,-13 1 1,4-2-165,-8 0 1,4 0 0,2 1-262,6 3 1,3 3-1,-1-3-66,0-3 0,0-2 0,2 1 0,-14 5 0,3 1 0,-2 0 0,-6-1-328,-4-2 0,-5 0 0,1 0 0,15 2 0,2 2 0,-14-1 56,15 0 272,-11-3 983,-78 2-317,-73-2-666,-3 3-8,17 0 1,-10-1 0,1 2 7,-18 2 0,0 3 0,22-1 0,-2 1 0,0 1 2,-4 1 0,0 2 0,1 2-2,5 3 0,2 1 0,0 0 0,-29 8 0,2 0-455,7-1 1,7 0 454,26-6 0,7-1 0,-19 8 0,35-15 983,25-1 0,86-8-492,-25 0 1,7 0-410,27 0 0,12 0-82,-10-3 0,7 0 0,-4-1 0,-22 1 0,-2-1 0,5 0-246,6 0 0,6-1 0,2 0 0,-5-2-82,4-1 0,-4-3 0,0 1 0,1 0 0,-1 0 0,-2 0 0,-6 0 0,-3 0 0,-10 0 249,27-12 79,-31 9 0,-63 8 0,-56 1 0,-31 5 0,16-1 0,-6 0-141,-13 3 0,-10 0 0,4 0 141,23-3 0,3 0 0,-4 3 0,-22 6 0,-4 5 0,5-1 0,26-5 0,4-1 0,-2 2 327,-19 8 1,-4 4 0,7-1-110,-4 4 0,4 0-247,-5 3 0,5 2 29,20-3 0,6 0 0,-22 9 0,33-8 983,41-17 0,7-3 0,54 4-667,16 2 105,-2-4 0,6 0-421,5-4 0,-1-1 0,-8 1 0,-1-1 0,18-3 0,-3-2 491,-30-2 1,-3-1-469,5-2 0,-5-1-23,1-3 0,-35-2 0,-22 12 0,-88 0 0,12 0-30,15 3 1,-12 0 0,6 0 29,4-2 0,0 0 0,-5 4 0,-5 1 0,3 1 0,-8 2 0,3 1 0,3 2 0,5 2 0,14 0 0,10 0 418,9 5-418,38-11 0,49-3 0,22-6-984,25 1 656,-21-4 0,11-3 0,-6 0 266,0-3 0,-3-1 62,18-3 0,1-2 0,-16-1 0,-3-1-338,-13 5 0,-3 0 338,-9-3 0,-5 1 983,3-6 0,-39 9-976,-46 2-7,-48 1 0,24 0 0,-4 1-121,-12 2 0,-5 2 121,-19-1 0,0 1 0,28 4 0,0 0-146,-26-1 0,4 2 146,0 12-423,-1-1 423,56 6 0,26-6 0,22 0 983,16-2 0,36 0-552,36-5-572,-47-4 1,2-2 140,28-2 0,0-2 0,-21 0 0,0 0 0,21-3 0,3-2 0,7-8 0,-4-1 0,-29 9 0,-1 0 0,24-10 0,-5-2 478,-10-7-478,-7 6 0,-24-1 0,-31 20 0,-7-2 0,-12 9 983,4-2-480,-10 16-503,6 1 0,3 3 0,1-1 0,8-9 0,0-1 0,16-2 0,14-4 0,14 0 0,20-10 0,4-9 0,-1 0 0,18-14-984,6 12 925,-28 8 1,3 1 58,11 3 0,-2 3 0,-17 4 0,-3 1 0,5 0 0,-9 1 0,-19 6 0,-9-3 0,-32 4 0,-36-2 0,-7 7 0,-38 0-219,30-4 1,-1 2 218,6-2 0,0 2 0,-18 4 0,1 0 0,20-1 0,2 0-3,4-1 1,3 0 2,-11 8 0,12-6 0,33-7 0,-3-7 0,67 0 0,-19-4 0,18 0 0,3 0 0,13 0 0,18 0 983,-21 0-428,-18 0-550,-18 0-5,-20-4 0,-61-12 0,-14 2 0,0 1 0,-8 0-492,-12-1 0,-3 0 0,-1 3 0,-2 1 164,20 3 0,-2 1 0,2-1 250,-25-2 0,4 1-414,14 7 0,2 0 384,0-7 1,8 0 107,3 6 0,5-9 0,46 7 0,10-6 0,4-1 983,3-4 0,0 1 0,0 0 0,3 3-608,1-3-375,0 3 0,-1 0 0,-3-3 0,0 7 0,0-4 0,0 1 0,0-1 0,0 0 0,-4-9 0,0 8 0,-9-14 0,-1 5 0,-15-20 0,9 16 0,-18-20 0,21 31 0,2 0 0,42 18 0,7 1 0,37 1 0,-18-6 0,40 0 0,-34-6 0,5 5 0,-44-5 0,-18 10 0,1 3 0,69-3 0,6 2-492,7-5 0,9-2 0,-14 2 0,3-2 164,-12-1 0,5-1 0,0 0 0,-1-1 0,0 1 0,3-2 0,11-1 0,2-2 0,2 2 0,5 2 0,1 1 0,3-1 82,-18-1 0,2 0 0,1 0 0,0 1 0,4 3 0,2 0 0,0 1 0,0 0 0,4-2 0,0-1 0,0 0 0,-5 1-82,9 2 0,-4 0 0,2 0 82,-15 0 0,2 0 0,-1 0 0,-4 0-82,4 0 0,-4 0 0,2 0 62,13 0 1,2 0 0,-3 0 265,-9 0 0,-3 0 0,-3 0 362,19 0 0,-6 0-362,-8 0 0,-5 0 491,-16 1 1,-5-2 417,39-4-909,-7-4 0,-45-2 0,32-11 983,-35 9 0,28-14 0,-18 12 0,-3-7 0,-2 3 0,-24 1 0,12 2 0,-21 5 0,2 3 0,-16 4-825,-65 1-158,-22 6 0,-11 3 0,4-2 0,-5 2-328,12 0 0,-6 0 0,4 1 0,16 2 0,3 2 0,-3-2 0,-9-1 0,-2-1 0,-2 0 0,-10 0 0,-2 0 0,0-1 0,0-2 0,0-1 0,-1-1 268,1-1 0,0-2 0,-3 1 60,20 0 0,-3 0 0,1 0 0,2 0 0,-14 0 0,3 0 0,-3 0 0,16 0 0,-3 0 0,1 0 0,4 0-328,-3 0 0,3 0 0,3 0-110,-27 0 1,8 0 99,32 0 1,7 0 337,-17 0 0,63 3 0,12-2 983,88 10 0,-33-2-492,30 1 1,9-1-123,-29-5 1,2 1-370,-1 0 0,6 2 0,-2-2 0,17-3 0,2-2-328,-6 3 0,6 0 0,-3 0 0,-18 0 0,-2 0 0,3 0 56,16-2 1,5-1-1,1 1 272,-18 1 0,1 1 0,1-1 0,-5 0 0,5-2 0,-3 0 0,2 0 0,18-1 0,2 1 0,-9 1 0,-7 3 0,-6 0 0,12-4 0,-4 1-324,-32 6 0,-1 1 324,8-5 0,-5 2 0,-2 7 0,-5-1 983,-33-3 0,-6-3 0,-46-15 0,-40-1-492,8-5 1,-9-1-598,-17 6 0,-5 1 106,30 1 0,-2-1 0,-3 1-328,-20 1 0,-4 1 0,4 1 0,17 2 0,3 0 0,-3 1 82,2 0 0,-5-1 0,2 2 0,5 2-82,2 4 0,6 3 0,2-2-164,-20-2 0,10 3-391,-7 14 883,68-12 983,32-4-163,41-1-820,18-3 0,4-4 0,7-1 491,-13 0 1,3-1-165,-11 0 1,5 0 0,-2-1-261,-3 0 1,-1 1-1,0-1-395,1 1 0,0-1 0,1 1 196,8 2 1,3 0 0,-1 1 131,-2 0 0,-1 0 0,2 0 0,8 3 0,1 0 0,0 0 0,-5 0 0,0 0 0,-5 0 0,17 3 0,-1 2-328,-16-1 0,2 2 0,-2 3-164,19 14 0,-3 2 453,-28-14 1,2 0 0,0 1 38,13 9 0,2 2 0,-7-2 0,-8-5 0,-1-3-331,29 3 0,-6-2 331,-7 2 983,-12-16-136,-54 0 136,-9 0 0,-13-16 0,1 12 0,-19-16 0,-7 13 0,-20 2-82,14-1-901,-40 6-894,-15 0 894,-3 7-492,11-7 0,0 1-492,-3 12 917,-2-7 1,0-1 66,12 3 0,21-1 0,-1 0 0,-14 2 0,31 1 0,-27-2 0,49-5 798,-12-3-798,19 0 983,-9-4 0,8 3-752,-14-11-231,17 7 0,3-4 0,30 0 0,0 4 0,55-9 0,10 2 0,7 1 0,-24 5 0,3 0-328,18-5 0,11-2 0,-11 3-164,-18 4 0,-3-1 325,1-4 0,4-3 0,-9 2 167,29-4 0,-3-6 0,-80 14 0,-8 1 0,-69 0 0,4 3 0,-12 3 0,-6-1-492,14-2 0,0 0 130,-17 2 1,-6 2 33,18-1 0,-3 1 0,0 2 289,4 3 0,1 2 1,-3 1 38,-9-2 0,-2 0 0,2 3-328,9 5 0,1 3 0,3-3-164,-23-2 0,5-1 275,14 10 1,4-1 216,-30-3 983,54-3-625,21-8 625,24-6 0,43 7 0,45 3-914,-27-2 0,6 2-69,-4-1 0,5 1 0,-1-1 0,22 2 0,3-1 0,-7 0 0,6 1 0,-3-3-328,-19-3 0,-3-2 0,2 0 0,14 1 0,3-1 0,-7-1-164,2-1 0,-5-2 0,0 2 0,-9-2-492,-4-3 885,-17 0 99,-39-4 983,-8 1-766,-15-3 1,11 5 0,-8-1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A2D73-2532-A640-A667-27AB4D0D333F}" type="datetimeFigureOut">
              <a:t>6/11/25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FF3D1-0F45-2240-9B47-75654C02E24A}" type="slidenum">
              <a:t>‹#›</a:t>
            </a:fld>
            <a:endParaRPr lang="en-VN"/>
          </a:p>
        </p:txBody>
      </p:sp>
    </p:spTree>
    <p:extLst>
      <p:ext uri="{BB962C8B-B14F-4D97-AF65-F5344CB8AC3E}">
        <p14:creationId xmlns:p14="http://schemas.microsoft.com/office/powerpoint/2010/main" val="197142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576FF3D1-0F45-2240-9B47-75654C02E24A}" type="slidenum">
              <a:t>2</a:t>
            </a:fld>
            <a:endParaRPr lang="en-VN"/>
          </a:p>
        </p:txBody>
      </p:sp>
    </p:spTree>
    <p:extLst>
      <p:ext uri="{BB962C8B-B14F-4D97-AF65-F5344CB8AC3E}">
        <p14:creationId xmlns:p14="http://schemas.microsoft.com/office/powerpoint/2010/main" val="2823081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0FF44-D6FB-41B2-281E-1792ED6A4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81845-6F76-9598-1025-211C6C9E7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BD44D-EB6A-C0C6-2DF2-71865A6307F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7B838A2-D14A-D7EA-49D9-B33645F77166}"/>
              </a:ext>
            </a:extLst>
          </p:cNvPr>
          <p:cNvSpPr>
            <a:spLocks noGrp="1"/>
          </p:cNvSpPr>
          <p:nvPr>
            <p:ph type="sldNum" sz="quarter" idx="5"/>
          </p:nvPr>
        </p:nvSpPr>
        <p:spPr/>
        <p:txBody>
          <a:bodyPr/>
          <a:lstStyle/>
          <a:p>
            <a:fld id="{576FF3D1-0F45-2240-9B47-75654C02E24A}" type="slidenum">
              <a:t>3</a:t>
            </a:fld>
            <a:endParaRPr lang="en-VN"/>
          </a:p>
        </p:txBody>
      </p:sp>
    </p:spTree>
    <p:extLst>
      <p:ext uri="{BB962C8B-B14F-4D97-AF65-F5344CB8AC3E}">
        <p14:creationId xmlns:p14="http://schemas.microsoft.com/office/powerpoint/2010/main" val="155738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7666-B804-8747-48DF-0E6F53C5F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9A52A-FB8B-A2F0-779D-BA1B4F8DD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BCADE-1403-4753-7CFD-88AAB63155D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38AAB0F-7E87-333F-9FC3-EF0BD710A8C1}"/>
              </a:ext>
            </a:extLst>
          </p:cNvPr>
          <p:cNvSpPr>
            <a:spLocks noGrp="1"/>
          </p:cNvSpPr>
          <p:nvPr>
            <p:ph type="sldNum" sz="quarter" idx="5"/>
          </p:nvPr>
        </p:nvSpPr>
        <p:spPr/>
        <p:txBody>
          <a:bodyPr/>
          <a:lstStyle/>
          <a:p>
            <a:fld id="{576FF3D1-0F45-2240-9B47-75654C02E24A}" type="slidenum">
              <a:t>4</a:t>
            </a:fld>
            <a:endParaRPr lang="en-VN"/>
          </a:p>
        </p:txBody>
      </p:sp>
    </p:spTree>
    <p:extLst>
      <p:ext uri="{BB962C8B-B14F-4D97-AF65-F5344CB8AC3E}">
        <p14:creationId xmlns:p14="http://schemas.microsoft.com/office/powerpoint/2010/main" val="1894183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552C9-410A-DB22-0544-7A33303BF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2AD92-003A-1B26-8897-850C1147F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6F773-3909-7822-9BB8-6195115F1B2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2BFB303-DD30-A987-AB43-85D19D8A6E0A}"/>
              </a:ext>
            </a:extLst>
          </p:cNvPr>
          <p:cNvSpPr>
            <a:spLocks noGrp="1"/>
          </p:cNvSpPr>
          <p:nvPr>
            <p:ph type="sldNum" sz="quarter" idx="5"/>
          </p:nvPr>
        </p:nvSpPr>
        <p:spPr/>
        <p:txBody>
          <a:bodyPr/>
          <a:lstStyle/>
          <a:p>
            <a:fld id="{576FF3D1-0F45-2240-9B47-75654C02E24A}" type="slidenum">
              <a:t>5</a:t>
            </a:fld>
            <a:endParaRPr lang="en-VN"/>
          </a:p>
        </p:txBody>
      </p:sp>
    </p:spTree>
    <p:extLst>
      <p:ext uri="{BB962C8B-B14F-4D97-AF65-F5344CB8AC3E}">
        <p14:creationId xmlns:p14="http://schemas.microsoft.com/office/powerpoint/2010/main" val="463473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19778-C9B4-2964-1EA6-2913FF17C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EA3C7-C013-83A2-89AF-20DE58FC6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48796-C10B-E7DA-E112-D9958123995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E1906F4-015C-DCE0-286B-3E38B887F715}"/>
              </a:ext>
            </a:extLst>
          </p:cNvPr>
          <p:cNvSpPr>
            <a:spLocks noGrp="1"/>
          </p:cNvSpPr>
          <p:nvPr>
            <p:ph type="sldNum" sz="quarter" idx="5"/>
          </p:nvPr>
        </p:nvSpPr>
        <p:spPr/>
        <p:txBody>
          <a:bodyPr/>
          <a:lstStyle/>
          <a:p>
            <a:fld id="{576FF3D1-0F45-2240-9B47-75654C02E24A}" type="slidenum">
              <a:t>6</a:t>
            </a:fld>
            <a:endParaRPr lang="en-VN"/>
          </a:p>
        </p:txBody>
      </p:sp>
    </p:spTree>
    <p:extLst>
      <p:ext uri="{BB962C8B-B14F-4D97-AF65-F5344CB8AC3E}">
        <p14:creationId xmlns:p14="http://schemas.microsoft.com/office/powerpoint/2010/main" val="3467907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7A527-5C91-FC56-E645-530CE6362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8634C-2799-2426-10E0-2068BC734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6B122-39ED-D2B0-1F81-EE0C36149D8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6E49C7C-AE7C-CE45-83C1-73F5154FC0C3}"/>
              </a:ext>
            </a:extLst>
          </p:cNvPr>
          <p:cNvSpPr>
            <a:spLocks noGrp="1"/>
          </p:cNvSpPr>
          <p:nvPr>
            <p:ph type="sldNum" sz="quarter" idx="5"/>
          </p:nvPr>
        </p:nvSpPr>
        <p:spPr/>
        <p:txBody>
          <a:bodyPr/>
          <a:lstStyle/>
          <a:p>
            <a:fld id="{576FF3D1-0F45-2240-9B47-75654C02E24A}" type="slidenum">
              <a:t>7</a:t>
            </a:fld>
            <a:endParaRPr lang="en-VN"/>
          </a:p>
        </p:txBody>
      </p:sp>
    </p:spTree>
    <p:extLst>
      <p:ext uri="{BB962C8B-B14F-4D97-AF65-F5344CB8AC3E}">
        <p14:creationId xmlns:p14="http://schemas.microsoft.com/office/powerpoint/2010/main" val="327069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17243-2981-BAFD-2E4C-5DF9E355E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ECAA4-1B61-C42D-91FA-61DE219ED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E2E15-626E-9242-BA62-16DF893E214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F6810F6-1870-0F83-6AB8-C451F741FBC9}"/>
              </a:ext>
            </a:extLst>
          </p:cNvPr>
          <p:cNvSpPr>
            <a:spLocks noGrp="1"/>
          </p:cNvSpPr>
          <p:nvPr>
            <p:ph type="sldNum" sz="quarter" idx="5"/>
          </p:nvPr>
        </p:nvSpPr>
        <p:spPr/>
        <p:txBody>
          <a:bodyPr/>
          <a:lstStyle/>
          <a:p>
            <a:fld id="{576FF3D1-0F45-2240-9B47-75654C02E24A}" type="slidenum">
              <a:t>8</a:t>
            </a:fld>
            <a:endParaRPr lang="en-VN"/>
          </a:p>
        </p:txBody>
      </p:sp>
    </p:spTree>
    <p:extLst>
      <p:ext uri="{BB962C8B-B14F-4D97-AF65-F5344CB8AC3E}">
        <p14:creationId xmlns:p14="http://schemas.microsoft.com/office/powerpoint/2010/main" val="1755513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87528-7A4C-04F2-36B4-458A37A22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273D8-4CDD-93F0-6EBF-22BD2B174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EE0E2-E2C3-878F-B16D-47BCFE88391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FDF1103-9A67-1983-0471-06A61D4463C2}"/>
              </a:ext>
            </a:extLst>
          </p:cNvPr>
          <p:cNvSpPr>
            <a:spLocks noGrp="1"/>
          </p:cNvSpPr>
          <p:nvPr>
            <p:ph type="sldNum" sz="quarter" idx="5"/>
          </p:nvPr>
        </p:nvSpPr>
        <p:spPr/>
        <p:txBody>
          <a:bodyPr/>
          <a:lstStyle/>
          <a:p>
            <a:fld id="{576FF3D1-0F45-2240-9B47-75654C02E24A}" type="slidenum">
              <a:t>9</a:t>
            </a:fld>
            <a:endParaRPr lang="en-VN"/>
          </a:p>
        </p:txBody>
      </p:sp>
    </p:spTree>
    <p:extLst>
      <p:ext uri="{BB962C8B-B14F-4D97-AF65-F5344CB8AC3E}">
        <p14:creationId xmlns:p14="http://schemas.microsoft.com/office/powerpoint/2010/main" val="1089930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956C0-02A3-841C-A390-5B8C5124B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66970-08E5-26CC-F789-B88DC9542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55371-016F-EF2A-173F-2D20D9FD276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479AE5E-9A8C-C3C5-99FC-225899460FD1}"/>
              </a:ext>
            </a:extLst>
          </p:cNvPr>
          <p:cNvSpPr>
            <a:spLocks noGrp="1"/>
          </p:cNvSpPr>
          <p:nvPr>
            <p:ph type="sldNum" sz="quarter" idx="5"/>
          </p:nvPr>
        </p:nvSpPr>
        <p:spPr/>
        <p:txBody>
          <a:bodyPr/>
          <a:lstStyle/>
          <a:p>
            <a:fld id="{576FF3D1-0F45-2240-9B47-75654C02E24A}" type="slidenum">
              <a:t>10</a:t>
            </a:fld>
            <a:endParaRPr lang="en-VN"/>
          </a:p>
        </p:txBody>
      </p:sp>
    </p:spTree>
    <p:extLst>
      <p:ext uri="{BB962C8B-B14F-4D97-AF65-F5344CB8AC3E}">
        <p14:creationId xmlns:p14="http://schemas.microsoft.com/office/powerpoint/2010/main" val="584245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BBAB8-2F72-BECB-C339-AE9584170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EABED-61F9-A9CC-362D-AE6BF7A7F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FCEF7-8669-DFA8-74FD-16644CF2532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0DEAF6C-ADEF-983D-2686-22861F2A7C53}"/>
              </a:ext>
            </a:extLst>
          </p:cNvPr>
          <p:cNvSpPr>
            <a:spLocks noGrp="1"/>
          </p:cNvSpPr>
          <p:nvPr>
            <p:ph type="sldNum" sz="quarter" idx="5"/>
          </p:nvPr>
        </p:nvSpPr>
        <p:spPr/>
        <p:txBody>
          <a:bodyPr/>
          <a:lstStyle/>
          <a:p>
            <a:fld id="{576FF3D1-0F45-2240-9B47-75654C02E24A}" type="slidenum">
              <a:t>11</a:t>
            </a:fld>
            <a:endParaRPr lang="en-VN"/>
          </a:p>
        </p:txBody>
      </p:sp>
    </p:spTree>
    <p:extLst>
      <p:ext uri="{BB962C8B-B14F-4D97-AF65-F5344CB8AC3E}">
        <p14:creationId xmlns:p14="http://schemas.microsoft.com/office/powerpoint/2010/main" val="1295558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E6DFF-0BB0-C9A8-E528-72F6374DD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8EC62-F8AF-18A0-D856-07A42D4FA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F3121-E16F-0C8E-17A0-7F29104007B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A1E9702-72B6-5142-865E-1F1D377FBE27}"/>
              </a:ext>
            </a:extLst>
          </p:cNvPr>
          <p:cNvSpPr>
            <a:spLocks noGrp="1"/>
          </p:cNvSpPr>
          <p:nvPr>
            <p:ph type="sldNum" sz="quarter" idx="5"/>
          </p:nvPr>
        </p:nvSpPr>
        <p:spPr/>
        <p:txBody>
          <a:bodyPr/>
          <a:lstStyle/>
          <a:p>
            <a:fld id="{576FF3D1-0F45-2240-9B47-75654C02E24A}" type="slidenum">
              <a:t>12</a:t>
            </a:fld>
            <a:endParaRPr lang="en-VN"/>
          </a:p>
        </p:txBody>
      </p:sp>
    </p:spTree>
    <p:extLst>
      <p:ext uri="{BB962C8B-B14F-4D97-AF65-F5344CB8AC3E}">
        <p14:creationId xmlns:p14="http://schemas.microsoft.com/office/powerpoint/2010/main" val="466434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3FB2E-0D74-C352-EADB-D442677E4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8D790-68D9-B08C-D73A-311F323AD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A7ACC-2860-9D1D-C0DA-C8CD6D1558BF}"/>
              </a:ext>
            </a:extLst>
          </p:cNvPr>
          <p:cNvSpPr>
            <a:spLocks noGrp="1"/>
          </p:cNvSpPr>
          <p:nvPr>
            <p:ph type="body" idx="1"/>
          </p:nvPr>
        </p:nvSpPr>
        <p:spPr/>
        <p:txBody>
          <a:bodyPr/>
          <a:lstStyle/>
          <a:p>
            <a:r>
              <a:rPr lang="en-VN"/>
              <a:t>note 1: </a:t>
            </a:r>
            <a:r>
              <a:rPr lang="en-US"/>
              <a:t>https://docs.oracle.com/en/java/javase/17/docs/specs/man/javac.html#classpath:~:text=While%20javac%20is,hierarchies%2C%20as%20appropriate.</a:t>
            </a:r>
          </a:p>
          <a:p>
            <a:endParaRPr lang="en-VN"/>
          </a:p>
        </p:txBody>
      </p:sp>
      <p:sp>
        <p:nvSpPr>
          <p:cNvPr id="4" name="Slide Number Placeholder 3">
            <a:extLst>
              <a:ext uri="{FF2B5EF4-FFF2-40B4-BE49-F238E27FC236}">
                <a16:creationId xmlns:a16="http://schemas.microsoft.com/office/drawing/2014/main" id="{9DCF92FD-CF5B-6422-4024-BD584EC60403}"/>
              </a:ext>
            </a:extLst>
          </p:cNvPr>
          <p:cNvSpPr>
            <a:spLocks noGrp="1"/>
          </p:cNvSpPr>
          <p:nvPr>
            <p:ph type="sldNum" sz="quarter" idx="5"/>
          </p:nvPr>
        </p:nvSpPr>
        <p:spPr/>
        <p:txBody>
          <a:bodyPr/>
          <a:lstStyle/>
          <a:p>
            <a:fld id="{576FF3D1-0F45-2240-9B47-75654C02E24A}" type="slidenum">
              <a:t>13</a:t>
            </a:fld>
            <a:endParaRPr lang="en-VN"/>
          </a:p>
        </p:txBody>
      </p:sp>
    </p:spTree>
    <p:extLst>
      <p:ext uri="{BB962C8B-B14F-4D97-AF65-F5344CB8AC3E}">
        <p14:creationId xmlns:p14="http://schemas.microsoft.com/office/powerpoint/2010/main" val="3178953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371DE-83DC-9514-CD88-B490823F4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7FC2C-C726-AAA8-2326-D05892C97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C1429-987E-FAA8-C4AF-B3F5F6908F8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1840239-AFA4-AD87-4182-3F11EFA40205}"/>
              </a:ext>
            </a:extLst>
          </p:cNvPr>
          <p:cNvSpPr>
            <a:spLocks noGrp="1"/>
          </p:cNvSpPr>
          <p:nvPr>
            <p:ph type="sldNum" sz="quarter" idx="5"/>
          </p:nvPr>
        </p:nvSpPr>
        <p:spPr/>
        <p:txBody>
          <a:bodyPr/>
          <a:lstStyle/>
          <a:p>
            <a:fld id="{576FF3D1-0F45-2240-9B47-75654C02E24A}" type="slidenum">
              <a:t>14</a:t>
            </a:fld>
            <a:endParaRPr lang="en-VN"/>
          </a:p>
        </p:txBody>
      </p:sp>
    </p:spTree>
    <p:extLst>
      <p:ext uri="{BB962C8B-B14F-4D97-AF65-F5344CB8AC3E}">
        <p14:creationId xmlns:p14="http://schemas.microsoft.com/office/powerpoint/2010/main" val="1144318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4F7CA-CC95-562F-2840-F87A11343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8980B-DB76-4D03-64E9-069CE82D8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CEFD8-4C1B-91D5-5488-CA380002BE6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4B29F8E-0E0C-1EEC-7334-8572E3B4E789}"/>
              </a:ext>
            </a:extLst>
          </p:cNvPr>
          <p:cNvSpPr>
            <a:spLocks noGrp="1"/>
          </p:cNvSpPr>
          <p:nvPr>
            <p:ph type="sldNum" sz="quarter" idx="5"/>
          </p:nvPr>
        </p:nvSpPr>
        <p:spPr/>
        <p:txBody>
          <a:bodyPr/>
          <a:lstStyle/>
          <a:p>
            <a:fld id="{576FF3D1-0F45-2240-9B47-75654C02E24A}" type="slidenum">
              <a:t>15</a:t>
            </a:fld>
            <a:endParaRPr lang="en-VN"/>
          </a:p>
        </p:txBody>
      </p:sp>
    </p:spTree>
    <p:extLst>
      <p:ext uri="{BB962C8B-B14F-4D97-AF65-F5344CB8AC3E}">
        <p14:creationId xmlns:p14="http://schemas.microsoft.com/office/powerpoint/2010/main" val="3111618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C83F0-E2CE-9800-9707-21841B64A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4FA8F-B67D-2899-E236-B223C6AAF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39FC5-B011-1AD9-D01F-80E51EFC418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43CFCF4-813B-B5FC-B2C6-750CE83EA8F1}"/>
              </a:ext>
            </a:extLst>
          </p:cNvPr>
          <p:cNvSpPr>
            <a:spLocks noGrp="1"/>
          </p:cNvSpPr>
          <p:nvPr>
            <p:ph type="sldNum" sz="quarter" idx="5"/>
          </p:nvPr>
        </p:nvSpPr>
        <p:spPr/>
        <p:txBody>
          <a:bodyPr/>
          <a:lstStyle/>
          <a:p>
            <a:fld id="{576FF3D1-0F45-2240-9B47-75654C02E24A}" type="slidenum">
              <a:t>16</a:t>
            </a:fld>
            <a:endParaRPr lang="en-VN"/>
          </a:p>
        </p:txBody>
      </p:sp>
    </p:spTree>
    <p:extLst>
      <p:ext uri="{BB962C8B-B14F-4D97-AF65-F5344CB8AC3E}">
        <p14:creationId xmlns:p14="http://schemas.microsoft.com/office/powerpoint/2010/main" val="1739238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8C6F6-DD51-F44D-E570-506AD4835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AEB4D-CA70-01AC-0C4E-9E601BBB3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A8F5B-D5DE-BBB9-8C7E-722CFC5980D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9DE1002-5B91-F366-4DCB-237E5D7AF509}"/>
              </a:ext>
            </a:extLst>
          </p:cNvPr>
          <p:cNvSpPr>
            <a:spLocks noGrp="1"/>
          </p:cNvSpPr>
          <p:nvPr>
            <p:ph type="sldNum" sz="quarter" idx="5"/>
          </p:nvPr>
        </p:nvSpPr>
        <p:spPr/>
        <p:txBody>
          <a:bodyPr/>
          <a:lstStyle/>
          <a:p>
            <a:fld id="{576FF3D1-0F45-2240-9B47-75654C02E24A}" type="slidenum">
              <a:t>17</a:t>
            </a:fld>
            <a:endParaRPr lang="en-VN"/>
          </a:p>
        </p:txBody>
      </p:sp>
    </p:spTree>
    <p:extLst>
      <p:ext uri="{BB962C8B-B14F-4D97-AF65-F5344CB8AC3E}">
        <p14:creationId xmlns:p14="http://schemas.microsoft.com/office/powerpoint/2010/main" val="1729426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6D378-1329-2805-C415-41BA43AC2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E082D-0070-0441-FA3B-4FCDE3B59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ED5B6-2A82-174A-156E-6FC199904E6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7FC4191-F0EE-EC28-A6E1-7D6FAF5ED70C}"/>
              </a:ext>
            </a:extLst>
          </p:cNvPr>
          <p:cNvSpPr>
            <a:spLocks noGrp="1"/>
          </p:cNvSpPr>
          <p:nvPr>
            <p:ph type="sldNum" sz="quarter" idx="5"/>
          </p:nvPr>
        </p:nvSpPr>
        <p:spPr/>
        <p:txBody>
          <a:bodyPr/>
          <a:lstStyle/>
          <a:p>
            <a:fld id="{576FF3D1-0F45-2240-9B47-75654C02E24A}" type="slidenum">
              <a:t>18</a:t>
            </a:fld>
            <a:endParaRPr lang="en-VN"/>
          </a:p>
        </p:txBody>
      </p:sp>
    </p:spTree>
    <p:extLst>
      <p:ext uri="{BB962C8B-B14F-4D97-AF65-F5344CB8AC3E}">
        <p14:creationId xmlns:p14="http://schemas.microsoft.com/office/powerpoint/2010/main" val="2561197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62FDA-9F17-89BF-092D-00CC9D3B1D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1D02D-EF84-6D26-2045-CD35274430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B554C-6559-9665-73EE-FFBDD48EF11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63A0D566-ABEA-C37F-5A3C-BE515D490B67}"/>
              </a:ext>
            </a:extLst>
          </p:cNvPr>
          <p:cNvSpPr>
            <a:spLocks noGrp="1"/>
          </p:cNvSpPr>
          <p:nvPr>
            <p:ph type="sldNum" sz="quarter" idx="5"/>
          </p:nvPr>
        </p:nvSpPr>
        <p:spPr/>
        <p:txBody>
          <a:bodyPr/>
          <a:lstStyle/>
          <a:p>
            <a:fld id="{576FF3D1-0F45-2240-9B47-75654C02E24A}" type="slidenum">
              <a:t>19</a:t>
            </a:fld>
            <a:endParaRPr lang="en-VN"/>
          </a:p>
        </p:txBody>
      </p:sp>
    </p:spTree>
    <p:extLst>
      <p:ext uri="{BB962C8B-B14F-4D97-AF65-F5344CB8AC3E}">
        <p14:creationId xmlns:p14="http://schemas.microsoft.com/office/powerpoint/2010/main" val="4004328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286F5-7E1A-95AE-866B-2722CFA99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1BA7B-0C41-8676-4277-996CE2F60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8072C-2CA1-7A0D-7D32-3B2A26ADD9C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CBC74C7-E5E7-87DB-4F93-967D05523C30}"/>
              </a:ext>
            </a:extLst>
          </p:cNvPr>
          <p:cNvSpPr>
            <a:spLocks noGrp="1"/>
          </p:cNvSpPr>
          <p:nvPr>
            <p:ph type="sldNum" sz="quarter" idx="5"/>
          </p:nvPr>
        </p:nvSpPr>
        <p:spPr/>
        <p:txBody>
          <a:bodyPr/>
          <a:lstStyle/>
          <a:p>
            <a:fld id="{576FF3D1-0F45-2240-9B47-75654C02E24A}" type="slidenum">
              <a:t>20</a:t>
            </a:fld>
            <a:endParaRPr lang="en-VN"/>
          </a:p>
        </p:txBody>
      </p:sp>
    </p:spTree>
    <p:extLst>
      <p:ext uri="{BB962C8B-B14F-4D97-AF65-F5344CB8AC3E}">
        <p14:creationId xmlns:p14="http://schemas.microsoft.com/office/powerpoint/2010/main" val="2777872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49E1-0E79-E426-382D-1B1213C50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742DB0-874D-573A-FAF5-E1E1B504C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97BD1B-AB8B-B662-20BA-8EFCDD6613B2}"/>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5" name="Footer Placeholder 4">
            <a:extLst>
              <a:ext uri="{FF2B5EF4-FFF2-40B4-BE49-F238E27FC236}">
                <a16:creationId xmlns:a16="http://schemas.microsoft.com/office/drawing/2014/main" id="{162332DA-B328-C938-C5CC-150A884B9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92F4-C033-8786-943E-2AE1C3273771}"/>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00899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7693-B66D-3FF6-66FB-B2B66B9B5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D8C97-B2D4-9D9C-F7A8-115F22C5A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C4265-6111-645E-966E-B831FDA6AFE9}"/>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5" name="Footer Placeholder 4">
            <a:extLst>
              <a:ext uri="{FF2B5EF4-FFF2-40B4-BE49-F238E27FC236}">
                <a16:creationId xmlns:a16="http://schemas.microsoft.com/office/drawing/2014/main" id="{F7DE0A0A-A8A5-760E-E5D5-68A445A84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C847C-376C-028A-DCDA-F438CA4C2E0A}"/>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121948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1A4A-1448-BFB4-783B-B383569CF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4B3B29-C6AF-4859-0D81-048A8D8E7F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8660D-702B-4436-92F0-7E362647F91F}"/>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5" name="Footer Placeholder 4">
            <a:extLst>
              <a:ext uri="{FF2B5EF4-FFF2-40B4-BE49-F238E27FC236}">
                <a16:creationId xmlns:a16="http://schemas.microsoft.com/office/drawing/2014/main" id="{F121AB1F-50DC-799D-662D-6ABE6F9CF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C0759-C06B-BD43-A867-64E4943CB97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68852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B286-E109-DF56-3354-9EBB9B5AD3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FBA1BC-FD2E-EC48-7F3D-EAE382EF6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81FB9B-4CC0-59F3-79CE-50BDB1CF5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6D12A-6B6F-D96F-E37E-60E80B018217}"/>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6" name="Footer Placeholder 5">
            <a:extLst>
              <a:ext uri="{FF2B5EF4-FFF2-40B4-BE49-F238E27FC236}">
                <a16:creationId xmlns:a16="http://schemas.microsoft.com/office/drawing/2014/main" id="{6EAB1D1D-9984-1BE0-A9AE-482E21A1F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9D570-A79C-057C-6355-694323D92B8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12225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2E31-2F30-2FBC-B963-E9A07AEB33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ECD35A-8B39-BC77-3C19-54035D890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408F13-7339-18A8-8571-F9F2D86771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A57706-1749-9278-F728-58B990AE4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4423B-8211-534A-22EC-BE8E0E770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59B804-1DE5-9C35-6F81-3A293D1A90F7}"/>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8" name="Footer Placeholder 7">
            <a:extLst>
              <a:ext uri="{FF2B5EF4-FFF2-40B4-BE49-F238E27FC236}">
                <a16:creationId xmlns:a16="http://schemas.microsoft.com/office/drawing/2014/main" id="{171D4FF6-84CE-0494-D968-CE07AA6D33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568B0D-5839-7A38-CE68-9BEFDA69F38E}"/>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3705768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FDC7-1509-15E3-FC6B-805EA76BD5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55E65-38EA-9E43-0C6D-EB82CBCB3444}"/>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4" name="Footer Placeholder 3">
            <a:extLst>
              <a:ext uri="{FF2B5EF4-FFF2-40B4-BE49-F238E27FC236}">
                <a16:creationId xmlns:a16="http://schemas.microsoft.com/office/drawing/2014/main" id="{01EC6B55-0201-1312-335A-069E8331F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DA86EF-5BE7-951E-E1F1-DB496365FBE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291921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77714-1AE4-D06D-041E-70C6F3BE0678}"/>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3" name="Footer Placeholder 2">
            <a:extLst>
              <a:ext uri="{FF2B5EF4-FFF2-40B4-BE49-F238E27FC236}">
                <a16:creationId xmlns:a16="http://schemas.microsoft.com/office/drawing/2014/main" id="{964B493B-9D46-0485-1C7C-EC89D1B99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5D092-CD68-93A5-D410-D8D9F0F32E3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84488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8FCC-59F7-002F-887A-3AE9E3CA3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5E3BF3-66ED-D5F7-4D10-42A1711BC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1EEA8-D320-6867-9BA6-758966E3F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5B38-62A1-CE82-8A74-5434C0A4131B}"/>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6" name="Footer Placeholder 5">
            <a:extLst>
              <a:ext uri="{FF2B5EF4-FFF2-40B4-BE49-F238E27FC236}">
                <a16:creationId xmlns:a16="http://schemas.microsoft.com/office/drawing/2014/main" id="{B65B5D93-06AF-21CA-460C-74E6E8B24F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5CCB2-2362-5C44-3188-75821D5703E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24750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FF888-87D6-FE2D-6CB5-C363685D3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4AE296-04DC-6316-72BF-93486EDBC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5E4AC3-BDF1-C463-09B8-B7AACAA77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38EDC2-B5DC-02FD-C84A-A77A922DA504}"/>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6" name="Footer Placeholder 5">
            <a:extLst>
              <a:ext uri="{FF2B5EF4-FFF2-40B4-BE49-F238E27FC236}">
                <a16:creationId xmlns:a16="http://schemas.microsoft.com/office/drawing/2014/main" id="{3193FCE8-2ECF-C3F9-9FBA-7159C1FE7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C1A29-C80D-1CF9-8B56-52DE889EC456}"/>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7712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605A-C9D9-3FEE-4AD7-93E29ECE6F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40FCE-C444-FED9-4D9B-911BEFE9A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A9C4A-29FB-8709-12DA-C4B70DE854EC}"/>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5" name="Footer Placeholder 4">
            <a:extLst>
              <a:ext uri="{FF2B5EF4-FFF2-40B4-BE49-F238E27FC236}">
                <a16:creationId xmlns:a16="http://schemas.microsoft.com/office/drawing/2014/main" id="{FDDD6E77-31D8-44C9-8C00-C85B1FBD5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131BB-31B3-265D-7085-74DC5991AAE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77532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07958B-44E0-1781-BCCB-A1EADD44A0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CEE1AC-BA82-4227-EF6E-CD4C94528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4FCB6-CEB8-F8B1-0ACF-D57EE7B35017}"/>
              </a:ext>
            </a:extLst>
          </p:cNvPr>
          <p:cNvSpPr>
            <a:spLocks noGrp="1"/>
          </p:cNvSpPr>
          <p:nvPr>
            <p:ph type="dt" sz="half" idx="10"/>
          </p:nvPr>
        </p:nvSpPr>
        <p:spPr/>
        <p:txBody>
          <a:bodyPr/>
          <a:lstStyle/>
          <a:p>
            <a:fld id="{BAA8DE05-51EE-4692-B197-877FA1DAAAED}" type="datetimeFigureOut">
              <a:rPr lang="en-US" smtClean="0"/>
              <a:t>11/6/25</a:t>
            </a:fld>
            <a:endParaRPr lang="en-US"/>
          </a:p>
        </p:txBody>
      </p:sp>
      <p:sp>
        <p:nvSpPr>
          <p:cNvPr id="5" name="Footer Placeholder 4">
            <a:extLst>
              <a:ext uri="{FF2B5EF4-FFF2-40B4-BE49-F238E27FC236}">
                <a16:creationId xmlns:a16="http://schemas.microsoft.com/office/drawing/2014/main" id="{EC264267-9C54-4B02-8EEA-5CA891411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CB251-E39D-B765-D0D9-DD43E8D38D4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98694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09D87-B60C-2F4C-DA19-BB04307F5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374F2-0FF1-114D-5529-1A4E23665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FAB11-252C-AF3A-1868-D64F46A9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8DE05-51EE-4692-B197-877FA1DAAAED}" type="datetimeFigureOut">
              <a:rPr lang="en-US" smtClean="0"/>
              <a:t>11/6/25</a:t>
            </a:fld>
            <a:endParaRPr lang="en-US"/>
          </a:p>
        </p:txBody>
      </p:sp>
      <p:sp>
        <p:nvSpPr>
          <p:cNvPr id="5" name="Footer Placeholder 4">
            <a:extLst>
              <a:ext uri="{FF2B5EF4-FFF2-40B4-BE49-F238E27FC236}">
                <a16:creationId xmlns:a16="http://schemas.microsoft.com/office/drawing/2014/main" id="{E54987AE-9E20-DF1B-0ECB-89583BCE6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754B6-F244-E0B6-9D65-0E3B11C54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2391D-08EA-4D13-AA34-90E6B0650B1C}" type="slidenum">
              <a:rPr lang="en-US" smtClean="0"/>
              <a:t>‹#›</a:t>
            </a:fld>
            <a:endParaRPr lang="en-US"/>
          </a:p>
        </p:txBody>
      </p:sp>
    </p:spTree>
    <p:extLst>
      <p:ext uri="{BB962C8B-B14F-4D97-AF65-F5344CB8AC3E}">
        <p14:creationId xmlns:p14="http://schemas.microsoft.com/office/powerpoint/2010/main" val="704804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customXml" Target="../ink/ink4.xml"/><Relationship Id="rId5" Type="http://schemas.openxmlformats.org/officeDocument/2006/relationships/image" Target="../media/image2.png"/><Relationship Id="rId1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customXml" Target="../ink/ink1.xml"/><Relationship Id="rId9" Type="http://schemas.openxmlformats.org/officeDocument/2006/relationships/customXml" Target="../ink/ink3.xml"/><Relationship Id="rId14" Type="http://schemas.openxmlformats.org/officeDocument/2006/relationships/customXml" Target="../ink/ink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10.xml"/><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customXml" Target="../ink/ink7.xml"/><Relationship Id="rId11" Type="http://schemas.openxmlformats.org/officeDocument/2006/relationships/customXml" Target="../ink/ink9.xml"/><Relationship Id="rId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customXml" Target="../ink/ink6.xml"/><Relationship Id="rId9" Type="http://schemas.openxmlformats.org/officeDocument/2006/relationships/customXml" Target="../ink/ink8.xml"/><Relationship Id="rId1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20.png"/><Relationship Id="rId12" Type="http://schemas.openxmlformats.org/officeDocument/2006/relationships/customXml" Target="../ink/ink14.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ustomXml" Target="../ink/ink11.xml"/><Relationship Id="rId11" Type="http://schemas.openxmlformats.org/officeDocument/2006/relationships/image" Target="../media/image22.png"/><Relationship Id="rId5" Type="http://schemas.openxmlformats.org/officeDocument/2006/relationships/image" Target="../media/image19.png"/><Relationship Id="rId15" Type="http://schemas.openxmlformats.org/officeDocument/2006/relationships/image" Target="../media/image24.png"/><Relationship Id="rId10" Type="http://schemas.openxmlformats.org/officeDocument/2006/relationships/customXml" Target="../ink/ink13.xml"/><Relationship Id="rId4" Type="http://schemas.openxmlformats.org/officeDocument/2006/relationships/image" Target="../media/image18.png"/><Relationship Id="rId9" Type="http://schemas.openxmlformats.org/officeDocument/2006/relationships/image" Target="../media/image21.png"/><Relationship Id="rId14" Type="http://schemas.openxmlformats.org/officeDocument/2006/relationships/customXml" Target="../ink/ink15.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customXml" Target="../ink/ink18.xml"/><Relationship Id="rId13" Type="http://schemas.openxmlformats.org/officeDocument/2006/relationships/image" Target="../media/image31.png"/><Relationship Id="rId18" Type="http://schemas.openxmlformats.org/officeDocument/2006/relationships/customXml" Target="../ink/ink23.xml"/><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customXml" Target="../ink/ink20.xml"/><Relationship Id="rId17" Type="http://schemas.openxmlformats.org/officeDocument/2006/relationships/image" Target="../media/image33.png"/><Relationship Id="rId2" Type="http://schemas.openxmlformats.org/officeDocument/2006/relationships/notesSlide" Target="../notesSlides/notesSlide10.xml"/><Relationship Id="rId16" Type="http://schemas.openxmlformats.org/officeDocument/2006/relationships/customXml" Target="../ink/ink22.xml"/><Relationship Id="rId1" Type="http://schemas.openxmlformats.org/officeDocument/2006/relationships/slideLayout" Target="../slideLayouts/slideLayout1.xml"/><Relationship Id="rId6" Type="http://schemas.openxmlformats.org/officeDocument/2006/relationships/customXml" Target="../ink/ink17.xml"/><Relationship Id="rId11" Type="http://schemas.openxmlformats.org/officeDocument/2006/relationships/image" Target="../media/image30.png"/><Relationship Id="rId5" Type="http://schemas.openxmlformats.org/officeDocument/2006/relationships/image" Target="../media/image27.png"/><Relationship Id="rId15" Type="http://schemas.openxmlformats.org/officeDocument/2006/relationships/image" Target="../media/image32.png"/><Relationship Id="rId10" Type="http://schemas.openxmlformats.org/officeDocument/2006/relationships/customXml" Target="../ink/ink19.xml"/><Relationship Id="rId19" Type="http://schemas.openxmlformats.org/officeDocument/2006/relationships/image" Target="../media/image34.png"/><Relationship Id="rId4" Type="http://schemas.openxmlformats.org/officeDocument/2006/relationships/customXml" Target="../ink/ink16.xml"/><Relationship Id="rId9" Type="http://schemas.openxmlformats.org/officeDocument/2006/relationships/image" Target="../media/image29.png"/><Relationship Id="rId14" Type="http://schemas.openxmlformats.org/officeDocument/2006/relationships/customXml" Target="../ink/ink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customXml" Target="../ink/ink26.xml"/><Relationship Id="rId13" Type="http://schemas.openxmlformats.org/officeDocument/2006/relationships/image" Target="../media/image41.png"/><Relationship Id="rId18" Type="http://schemas.openxmlformats.org/officeDocument/2006/relationships/customXml" Target="../ink/ink31.xml"/><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customXml" Target="../ink/ink28.xml"/><Relationship Id="rId17" Type="http://schemas.openxmlformats.org/officeDocument/2006/relationships/image" Target="../media/image43.png"/><Relationship Id="rId2" Type="http://schemas.openxmlformats.org/officeDocument/2006/relationships/notesSlide" Target="../notesSlides/notesSlide14.xml"/><Relationship Id="rId16" Type="http://schemas.openxmlformats.org/officeDocument/2006/relationships/customXml" Target="../ink/ink30.xml"/><Relationship Id="rId1" Type="http://schemas.openxmlformats.org/officeDocument/2006/relationships/slideLayout" Target="../slideLayouts/slideLayout1.xml"/><Relationship Id="rId6" Type="http://schemas.openxmlformats.org/officeDocument/2006/relationships/customXml" Target="../ink/ink25.xml"/><Relationship Id="rId11" Type="http://schemas.openxmlformats.org/officeDocument/2006/relationships/image" Target="../media/image40.png"/><Relationship Id="rId5" Type="http://schemas.openxmlformats.org/officeDocument/2006/relationships/image" Target="../media/image37.png"/><Relationship Id="rId15" Type="http://schemas.openxmlformats.org/officeDocument/2006/relationships/image" Target="../media/image42.png"/><Relationship Id="rId10" Type="http://schemas.openxmlformats.org/officeDocument/2006/relationships/customXml" Target="../ink/ink27.xml"/><Relationship Id="rId19" Type="http://schemas.openxmlformats.org/officeDocument/2006/relationships/image" Target="../media/image44.png"/><Relationship Id="rId4" Type="http://schemas.openxmlformats.org/officeDocument/2006/relationships/customXml" Target="../ink/ink24.xml"/><Relationship Id="rId9" Type="http://schemas.openxmlformats.org/officeDocument/2006/relationships/image" Target="../media/image39.png"/><Relationship Id="rId14" Type="http://schemas.openxmlformats.org/officeDocument/2006/relationships/customXml" Target="../ink/ink29.xml"/></Relationships>
</file>

<file path=ppt/slides/_rels/slide16.xml.rels><?xml version="1.0" encoding="UTF-8" standalone="yes"?>
<Relationships xmlns="http://schemas.openxmlformats.org/package/2006/relationships"><Relationship Id="rId8" Type="http://schemas.openxmlformats.org/officeDocument/2006/relationships/customXml" Target="../ink/ink34.xml"/><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customXml" Target="../ink/ink33.xml"/><Relationship Id="rId5" Type="http://schemas.openxmlformats.org/officeDocument/2006/relationships/image" Target="../media/image46.png"/><Relationship Id="rId4" Type="http://schemas.openxmlformats.org/officeDocument/2006/relationships/customXml" Target="../ink/ink32.xml"/><Relationship Id="rId9" Type="http://schemas.openxmlformats.org/officeDocument/2006/relationships/image" Target="../media/image4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customXml" Target="../ink/ink37.xml"/><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customXml" Target="../ink/ink36.xml"/><Relationship Id="rId11" Type="http://schemas.openxmlformats.org/officeDocument/2006/relationships/image" Target="../media/image53.png"/><Relationship Id="rId5" Type="http://schemas.openxmlformats.org/officeDocument/2006/relationships/image" Target="../media/image50.png"/><Relationship Id="rId10" Type="http://schemas.openxmlformats.org/officeDocument/2006/relationships/customXml" Target="../ink/ink38.xml"/><Relationship Id="rId4" Type="http://schemas.openxmlformats.org/officeDocument/2006/relationships/customXml" Target="../ink/ink35.xml"/><Relationship Id="rId9" Type="http://schemas.openxmlformats.org/officeDocument/2006/relationships/image" Target="../media/image52.png"/></Relationships>
</file>

<file path=ppt/slides/_rels/slide19.xml.rels><?xml version="1.0" encoding="UTF-8" standalone="yes"?>
<Relationships xmlns="http://schemas.openxmlformats.org/package/2006/relationships"><Relationship Id="rId8" Type="http://schemas.openxmlformats.org/officeDocument/2006/relationships/customXml" Target="../ink/ink41.xml"/><Relationship Id="rId13"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6.png"/><Relationship Id="rId12" Type="http://schemas.openxmlformats.org/officeDocument/2006/relationships/customXml" Target="../ink/ink43.xml"/><Relationship Id="rId17" Type="http://schemas.openxmlformats.org/officeDocument/2006/relationships/image" Target="../media/image61.png"/><Relationship Id="rId2" Type="http://schemas.openxmlformats.org/officeDocument/2006/relationships/notesSlide" Target="../notesSlides/notesSlide18.xml"/><Relationship Id="rId16" Type="http://schemas.openxmlformats.org/officeDocument/2006/relationships/customXml" Target="../ink/ink45.xml"/><Relationship Id="rId1" Type="http://schemas.openxmlformats.org/officeDocument/2006/relationships/slideLayout" Target="../slideLayouts/slideLayout1.xml"/><Relationship Id="rId6" Type="http://schemas.openxmlformats.org/officeDocument/2006/relationships/customXml" Target="../ink/ink40.xml"/><Relationship Id="rId11" Type="http://schemas.openxmlformats.org/officeDocument/2006/relationships/image" Target="../media/image58.png"/><Relationship Id="rId5" Type="http://schemas.openxmlformats.org/officeDocument/2006/relationships/image" Target="../media/image55.png"/><Relationship Id="rId15" Type="http://schemas.openxmlformats.org/officeDocument/2006/relationships/image" Target="../media/image60.png"/><Relationship Id="rId10" Type="http://schemas.openxmlformats.org/officeDocument/2006/relationships/customXml" Target="../ink/ink42.xml"/><Relationship Id="rId4" Type="http://schemas.openxmlformats.org/officeDocument/2006/relationships/customXml" Target="../ink/ink39.xml"/><Relationship Id="rId9" Type="http://schemas.openxmlformats.org/officeDocument/2006/relationships/image" Target="../media/image57.png"/><Relationship Id="rId14" Type="http://schemas.openxmlformats.org/officeDocument/2006/relationships/customXml" Target="../ink/ink4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2DBD-CB83-55BD-128C-2C66E47798F8}"/>
              </a:ext>
            </a:extLst>
          </p:cNvPr>
          <p:cNvSpPr>
            <a:spLocks noGrp="1"/>
          </p:cNvSpPr>
          <p:nvPr>
            <p:ph type="ctrTitle"/>
          </p:nvPr>
        </p:nvSpPr>
        <p:spPr/>
        <p:txBody>
          <a:bodyPr/>
          <a:lstStyle/>
          <a:p>
            <a:r>
              <a:rPr lang="en-US"/>
              <a:t>Java SE 17 – Presentation</a:t>
            </a:r>
          </a:p>
        </p:txBody>
      </p:sp>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p:txBody>
          <a:bodyPr/>
          <a:lstStyle/>
          <a:p>
            <a:r>
              <a:rPr lang="en-US"/>
              <a:t>(Comeback) - Chapter 1 – Building Blocks</a:t>
            </a:r>
          </a:p>
        </p:txBody>
      </p:sp>
    </p:spTree>
    <p:extLst>
      <p:ext uri="{BB962C8B-B14F-4D97-AF65-F5344CB8AC3E}">
        <p14:creationId xmlns:p14="http://schemas.microsoft.com/office/powerpoint/2010/main" val="243732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Learning about the environment</a:t>
            </a:r>
          </a:p>
        </p:txBody>
      </p:sp>
      <p:sp>
        <p:nvSpPr>
          <p:cNvPr id="4" name="Subtitle 2">
            <a:extLst>
              <a:ext uri="{FF2B5EF4-FFF2-40B4-BE49-F238E27FC236}">
                <a16:creationId xmlns:a16="http://schemas.microsoft.com/office/drawing/2014/main" id="{BBA13038-CAB8-FCA0-CDE8-65E40C2F10A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Major component of Java</a:t>
            </a:r>
          </a:p>
          <a:p>
            <a:pPr algn="l"/>
            <a:r>
              <a:rPr lang="en-US" sz="1800">
                <a:sym typeface="Wingdings" pitchFamily="2" charset="2"/>
              </a:rPr>
              <a:t>JDK</a:t>
            </a:r>
          </a:p>
          <a:p>
            <a:pPr algn="l"/>
            <a:endParaRPr lang="en-US" sz="1800">
              <a:sym typeface="Wingdings" pitchFamily="2" charset="2"/>
            </a:endParaRPr>
          </a:p>
          <a:p>
            <a:pPr algn="l"/>
            <a:r>
              <a:rPr lang="en-US" sz="1800">
                <a:sym typeface="Wingdings" pitchFamily="2" charset="2"/>
              </a:rPr>
              <a:t>JRE</a:t>
            </a:r>
          </a:p>
          <a:p>
            <a:pPr algn="l"/>
            <a:endParaRPr lang="en-US" sz="1800">
              <a:sym typeface="Wingdings" pitchFamily="2" charset="2"/>
            </a:endParaRPr>
          </a:p>
          <a:p>
            <a:pPr algn="l"/>
            <a:r>
              <a:rPr lang="en-US" sz="1800">
                <a:sym typeface="Wingdings" pitchFamily="2" charset="2"/>
              </a:rPr>
              <a:t>JVM</a:t>
            </a:r>
          </a:p>
        </p:txBody>
      </p:sp>
    </p:spTree>
    <p:extLst>
      <p:ext uri="{BB962C8B-B14F-4D97-AF65-F5344CB8AC3E}">
        <p14:creationId xmlns:p14="http://schemas.microsoft.com/office/powerpoint/2010/main" val="71544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10C67-A91E-DCDF-5289-5151A26FDC9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B3514DB-38B6-0C61-A554-CF0C9FCD556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Understanding the class structure</a:t>
            </a:r>
          </a:p>
        </p:txBody>
      </p:sp>
      <p:sp>
        <p:nvSpPr>
          <p:cNvPr id="4" name="Subtitle 2">
            <a:extLst>
              <a:ext uri="{FF2B5EF4-FFF2-40B4-BE49-F238E27FC236}">
                <a16:creationId xmlns:a16="http://schemas.microsoft.com/office/drawing/2014/main" id="{ACD703AF-6A2F-7966-D3DC-28F316667B4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a Java ..., ... is the most basic ... block</a:t>
            </a:r>
          </a:p>
          <a:p>
            <a:pPr algn="l"/>
            <a:r>
              <a:rPr lang="en-US" sz="1800">
                <a:sym typeface="Wingdings" pitchFamily="2" charset="2"/>
              </a:rPr>
              <a:t>- It has ... and ...</a:t>
            </a:r>
          </a:p>
          <a:p>
            <a:pPr algn="l"/>
            <a:r>
              <a:rPr lang="en-US" sz="1800">
                <a:sym typeface="Wingdings" pitchFamily="2" charset="2"/>
              </a:rPr>
              <a:t>– To use it, we need to create ... (also referred to as ....)</a:t>
            </a:r>
          </a:p>
          <a:p>
            <a:pPr algn="l"/>
            <a:r>
              <a:rPr lang="en-US" sz="1800">
                <a:sym typeface="Wingdings" pitchFamily="2" charset="2"/>
              </a:rPr>
              <a:t>- Apart from Object (instance), we also need something called ... to use ...</a:t>
            </a:r>
          </a:p>
          <a:p>
            <a:pPr algn="l"/>
            <a:endParaRPr lang="en-US" sz="1800">
              <a:sym typeface="Wingdings" pitchFamily="2" charset="2"/>
            </a:endParaRPr>
          </a:p>
          <a:p>
            <a:pPr algn="l"/>
            <a:r>
              <a:rPr lang="en-US" sz="1800" b="1">
                <a:sym typeface="Wingdings" pitchFamily="2" charset="2"/>
              </a:rPr>
              <a:t>Field and methods</a:t>
            </a:r>
          </a:p>
          <a:p>
            <a:pPr algn="l"/>
            <a:r>
              <a:rPr lang="en-US" sz="1800" b="1">
                <a:sym typeface="Wingdings" pitchFamily="2" charset="2"/>
              </a:rPr>
              <a:t>Field ?</a:t>
            </a:r>
          </a:p>
          <a:p>
            <a:pPr algn="l"/>
            <a:endParaRPr lang="en-US" sz="1800" b="1">
              <a:sym typeface="Wingdings" pitchFamily="2" charset="2"/>
            </a:endParaRPr>
          </a:p>
          <a:p>
            <a:pPr algn="l"/>
            <a:r>
              <a:rPr lang="en-US" sz="1800" b="1">
                <a:sym typeface="Wingdings" pitchFamily="2" charset="2"/>
              </a:rPr>
              <a:t>Method ?</a:t>
            </a:r>
          </a:p>
          <a:p>
            <a:pPr algn="l"/>
            <a:endParaRPr lang="en-US" sz="1800" b="1">
              <a:sym typeface="Wingdings" pitchFamily="2" charset="2"/>
            </a:endParaRPr>
          </a:p>
          <a:p>
            <a:pPr algn="l"/>
            <a:r>
              <a:rPr lang="en-US" sz="1800">
                <a:sym typeface="Wingdings" pitchFamily="2" charset="2"/>
              </a:rPr>
              <a:t>- The following example is the ... class we can ..</a:t>
            </a:r>
          </a:p>
          <a:p>
            <a:pPr algn="l"/>
            <a:r>
              <a:rPr lang="en-US" sz="1800">
                <a:sym typeface="Wingdings" pitchFamily="2" charset="2"/>
              </a:rPr>
              <a:t>(code illustration snippet 1)</a:t>
            </a:r>
          </a:p>
          <a:p>
            <a:pPr algn="l"/>
            <a:r>
              <a:rPr lang="en-US" sz="1800">
                <a:sym typeface="Wingdings" pitchFamily="2" charset="2"/>
              </a:rPr>
              <a:t>(code illustration snippet 2,3)</a:t>
            </a:r>
          </a:p>
          <a:p>
            <a:pPr algn="l"/>
            <a:endParaRPr lang="en-US" sz="1800">
              <a:sym typeface="Wingdings" pitchFamily="2" charset="2"/>
            </a:endParaRPr>
          </a:p>
          <a:p>
            <a:pPr algn="l"/>
            <a:r>
              <a:rPr lang="en-US" sz="1800">
                <a:sym typeface="Wingdings" pitchFamily="2" charset="2"/>
              </a:rPr>
              <a:t>- ... name and parameter is called ...</a:t>
            </a:r>
          </a:p>
        </p:txBody>
      </p:sp>
    </p:spTree>
    <p:extLst>
      <p:ext uri="{BB962C8B-B14F-4D97-AF65-F5344CB8AC3E}">
        <p14:creationId xmlns:p14="http://schemas.microsoft.com/office/powerpoint/2010/main" val="243881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5984C-52E4-88EC-F31E-029F9B186F9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F7653A2-B489-476E-D1EA-B6333DB9D1D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Understanding the class structure</a:t>
            </a:r>
          </a:p>
        </p:txBody>
      </p:sp>
      <p:sp>
        <p:nvSpPr>
          <p:cNvPr id="4" name="Subtitle 2">
            <a:extLst>
              <a:ext uri="{FF2B5EF4-FFF2-40B4-BE49-F238E27FC236}">
                <a16:creationId xmlns:a16="http://schemas.microsoft.com/office/drawing/2014/main" id="{1D8DAFC1-EF76-768C-E13F-C6B33FD9DEEB}"/>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Comments</a:t>
            </a:r>
          </a:p>
          <a:p>
            <a:pPr algn="l"/>
            <a:endParaRPr lang="en-US" sz="1800" b="1">
              <a:sym typeface="Wingdings" pitchFamily="2" charset="2"/>
            </a:endParaRPr>
          </a:p>
        </p:txBody>
      </p:sp>
      <p:pic>
        <p:nvPicPr>
          <p:cNvPr id="2" name="Picture 1">
            <a:extLst>
              <a:ext uri="{FF2B5EF4-FFF2-40B4-BE49-F238E27FC236}">
                <a16:creationId xmlns:a16="http://schemas.microsoft.com/office/drawing/2014/main" id="{788B4104-1B2E-C30F-7DCF-F2900343BF50}"/>
              </a:ext>
            </a:extLst>
          </p:cNvPr>
          <p:cNvPicPr>
            <a:picLocks noChangeAspect="1"/>
          </p:cNvPicPr>
          <p:nvPr/>
        </p:nvPicPr>
        <p:blipFill>
          <a:blip r:embed="rId3"/>
          <a:stretch>
            <a:fillRect/>
          </a:stretch>
        </p:blipFill>
        <p:spPr>
          <a:xfrm>
            <a:off x="4379869" y="1282390"/>
            <a:ext cx="3432261" cy="1707840"/>
          </a:xfrm>
          <a:prstGeom prst="rect">
            <a:avLst/>
          </a:prstGeom>
        </p:spPr>
      </p:pic>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8A542A49-FA74-73B5-3F75-0D46EF12F63C}"/>
                  </a:ext>
                </a:extLst>
              </p14:cNvPr>
              <p14:cNvContentPartPr/>
              <p14:nvPr/>
            </p14:nvContentPartPr>
            <p14:xfrm>
              <a:off x="5127471" y="1472620"/>
              <a:ext cx="1715040" cy="261000"/>
            </p14:xfrm>
          </p:contentPart>
        </mc:Choice>
        <mc:Fallback>
          <p:pic>
            <p:nvPicPr>
              <p:cNvPr id="6" name="Ink 5">
                <a:extLst>
                  <a:ext uri="{FF2B5EF4-FFF2-40B4-BE49-F238E27FC236}">
                    <a16:creationId xmlns:a16="http://schemas.microsoft.com/office/drawing/2014/main" id="{8A542A49-FA74-73B5-3F75-0D46EF12F63C}"/>
                  </a:ext>
                </a:extLst>
              </p:cNvPr>
              <p:cNvPicPr/>
              <p:nvPr/>
            </p:nvPicPr>
            <p:blipFill>
              <a:blip r:embed="rId5"/>
              <a:stretch>
                <a:fillRect/>
              </a:stretch>
            </p:blipFill>
            <p:spPr>
              <a:xfrm>
                <a:off x="5064471" y="1409980"/>
                <a:ext cx="184068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8677500D-5F88-1BD0-42A2-1E323900F822}"/>
                  </a:ext>
                </a:extLst>
              </p14:cNvPr>
              <p14:cNvContentPartPr/>
              <p14:nvPr/>
            </p14:nvContentPartPr>
            <p14:xfrm>
              <a:off x="5254191" y="1955380"/>
              <a:ext cx="1946160" cy="205560"/>
            </p14:xfrm>
          </p:contentPart>
        </mc:Choice>
        <mc:Fallback>
          <p:pic>
            <p:nvPicPr>
              <p:cNvPr id="7" name="Ink 6">
                <a:extLst>
                  <a:ext uri="{FF2B5EF4-FFF2-40B4-BE49-F238E27FC236}">
                    <a16:creationId xmlns:a16="http://schemas.microsoft.com/office/drawing/2014/main" id="{8677500D-5F88-1BD0-42A2-1E323900F822}"/>
                  </a:ext>
                </a:extLst>
              </p:cNvPr>
              <p:cNvPicPr/>
              <p:nvPr/>
            </p:nvPicPr>
            <p:blipFill>
              <a:blip r:embed="rId7"/>
              <a:stretch>
                <a:fillRect/>
              </a:stretch>
            </p:blipFill>
            <p:spPr>
              <a:xfrm>
                <a:off x="5191551" y="1892380"/>
                <a:ext cx="2071800" cy="331200"/>
              </a:xfrm>
              <a:prstGeom prst="rect">
                <a:avLst/>
              </a:prstGeom>
            </p:spPr>
          </p:pic>
        </mc:Fallback>
      </mc:AlternateContent>
      <p:pic>
        <p:nvPicPr>
          <p:cNvPr id="8" name="Picture 7">
            <a:extLst>
              <a:ext uri="{FF2B5EF4-FFF2-40B4-BE49-F238E27FC236}">
                <a16:creationId xmlns:a16="http://schemas.microsoft.com/office/drawing/2014/main" id="{B1171271-10B9-70AC-8923-C80DE1C4FBA6}"/>
              </a:ext>
            </a:extLst>
          </p:cNvPr>
          <p:cNvPicPr>
            <a:picLocks noChangeAspect="1"/>
          </p:cNvPicPr>
          <p:nvPr/>
        </p:nvPicPr>
        <p:blipFill>
          <a:blip r:embed="rId8"/>
          <a:stretch>
            <a:fillRect/>
          </a:stretch>
        </p:blipFill>
        <p:spPr>
          <a:xfrm>
            <a:off x="3803649" y="3061239"/>
            <a:ext cx="4584700" cy="1663700"/>
          </a:xfrm>
          <a:prstGeom prst="rect">
            <a:avLst/>
          </a:prstGeom>
        </p:spPr>
      </p:pic>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A149A536-0E8B-EA76-0F42-3AA2A596CBF6}"/>
                  </a:ext>
                </a:extLst>
              </p14:cNvPr>
              <p14:cNvContentPartPr/>
              <p14:nvPr/>
            </p14:nvContentPartPr>
            <p14:xfrm>
              <a:off x="4291551" y="3638380"/>
              <a:ext cx="3723480" cy="155880"/>
            </p14:xfrm>
          </p:contentPart>
        </mc:Choice>
        <mc:Fallback>
          <p:pic>
            <p:nvPicPr>
              <p:cNvPr id="9" name="Ink 8">
                <a:extLst>
                  <a:ext uri="{FF2B5EF4-FFF2-40B4-BE49-F238E27FC236}">
                    <a16:creationId xmlns:a16="http://schemas.microsoft.com/office/drawing/2014/main" id="{A149A536-0E8B-EA76-0F42-3AA2A596CBF6}"/>
                  </a:ext>
                </a:extLst>
              </p:cNvPr>
              <p:cNvPicPr/>
              <p:nvPr/>
            </p:nvPicPr>
            <p:blipFill>
              <a:blip r:embed="rId10"/>
              <a:stretch>
                <a:fillRect/>
              </a:stretch>
            </p:blipFill>
            <p:spPr>
              <a:xfrm>
                <a:off x="4228551" y="3575380"/>
                <a:ext cx="384912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F3DE11FF-851F-F17C-03A3-D4C2C1FC406B}"/>
                  </a:ext>
                </a:extLst>
              </p14:cNvPr>
              <p14:cNvContentPartPr/>
              <p14:nvPr/>
            </p14:nvContentPartPr>
            <p14:xfrm>
              <a:off x="4346631" y="3993340"/>
              <a:ext cx="3328200" cy="130680"/>
            </p14:xfrm>
          </p:contentPart>
        </mc:Choice>
        <mc:Fallback>
          <p:pic>
            <p:nvPicPr>
              <p:cNvPr id="10" name="Ink 9">
                <a:extLst>
                  <a:ext uri="{FF2B5EF4-FFF2-40B4-BE49-F238E27FC236}">
                    <a16:creationId xmlns:a16="http://schemas.microsoft.com/office/drawing/2014/main" id="{F3DE11FF-851F-F17C-03A3-D4C2C1FC406B}"/>
                  </a:ext>
                </a:extLst>
              </p:cNvPr>
              <p:cNvPicPr/>
              <p:nvPr/>
            </p:nvPicPr>
            <p:blipFill>
              <a:blip r:embed="rId12"/>
              <a:stretch>
                <a:fillRect/>
              </a:stretch>
            </p:blipFill>
            <p:spPr>
              <a:xfrm>
                <a:off x="4283991" y="3930700"/>
                <a:ext cx="3453840" cy="256320"/>
              </a:xfrm>
              <a:prstGeom prst="rect">
                <a:avLst/>
              </a:prstGeom>
            </p:spPr>
          </p:pic>
        </mc:Fallback>
      </mc:AlternateContent>
      <p:pic>
        <p:nvPicPr>
          <p:cNvPr id="11" name="Picture 10">
            <a:extLst>
              <a:ext uri="{FF2B5EF4-FFF2-40B4-BE49-F238E27FC236}">
                <a16:creationId xmlns:a16="http://schemas.microsoft.com/office/drawing/2014/main" id="{F6BC781D-212D-FB89-2E36-92C8CFDBD160}"/>
              </a:ext>
            </a:extLst>
          </p:cNvPr>
          <p:cNvPicPr>
            <a:picLocks noChangeAspect="1"/>
          </p:cNvPicPr>
          <p:nvPr/>
        </p:nvPicPr>
        <p:blipFill>
          <a:blip r:embed="rId13"/>
          <a:stretch>
            <a:fillRect/>
          </a:stretch>
        </p:blipFill>
        <p:spPr>
          <a:xfrm>
            <a:off x="4182571" y="5039211"/>
            <a:ext cx="4089400" cy="863600"/>
          </a:xfrm>
          <a:prstGeom prst="rect">
            <a:avLst/>
          </a:prstGeom>
        </p:spPr>
      </p:pic>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B450D2AB-CBB4-5ED5-05C1-C687AD72E6F8}"/>
                  </a:ext>
                </a:extLst>
              </p14:cNvPr>
              <p14:cNvContentPartPr/>
              <p14:nvPr/>
            </p14:nvContentPartPr>
            <p14:xfrm>
              <a:off x="4670631" y="5347660"/>
              <a:ext cx="3368880" cy="212040"/>
            </p14:xfrm>
          </p:contentPart>
        </mc:Choice>
        <mc:Fallback>
          <p:pic>
            <p:nvPicPr>
              <p:cNvPr id="12" name="Ink 11">
                <a:extLst>
                  <a:ext uri="{FF2B5EF4-FFF2-40B4-BE49-F238E27FC236}">
                    <a16:creationId xmlns:a16="http://schemas.microsoft.com/office/drawing/2014/main" id="{B450D2AB-CBB4-5ED5-05C1-C687AD72E6F8}"/>
                  </a:ext>
                </a:extLst>
              </p:cNvPr>
              <p:cNvPicPr/>
              <p:nvPr/>
            </p:nvPicPr>
            <p:blipFill>
              <a:blip r:embed="rId15"/>
              <a:stretch>
                <a:fillRect/>
              </a:stretch>
            </p:blipFill>
            <p:spPr>
              <a:xfrm>
                <a:off x="4607991" y="5284660"/>
                <a:ext cx="3494520" cy="337680"/>
              </a:xfrm>
              <a:prstGeom prst="rect">
                <a:avLst/>
              </a:prstGeom>
            </p:spPr>
          </p:pic>
        </mc:Fallback>
      </mc:AlternateContent>
    </p:spTree>
    <p:extLst>
      <p:ext uri="{BB962C8B-B14F-4D97-AF65-F5344CB8AC3E}">
        <p14:creationId xmlns:p14="http://schemas.microsoft.com/office/powerpoint/2010/main" val="195233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9E47-7D61-C365-4523-A8769CF1FBB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8EA7E5F-B7DE-0159-9C85-1FB30BE6E8C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Understanding the class structure</a:t>
            </a:r>
          </a:p>
        </p:txBody>
      </p:sp>
      <p:sp>
        <p:nvSpPr>
          <p:cNvPr id="4" name="Subtitle 2">
            <a:extLst>
              <a:ext uri="{FF2B5EF4-FFF2-40B4-BE49-F238E27FC236}">
                <a16:creationId xmlns:a16="http://schemas.microsoft.com/office/drawing/2014/main" id="{6820D389-E18E-CE9B-77BC-06566043EE2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Determine whether these examples are incorrect or not</a:t>
            </a:r>
          </a:p>
          <a:p>
            <a:pPr algn="l"/>
            <a:endParaRPr lang="en-US" sz="1800" b="1">
              <a:sym typeface="Wingdings" pitchFamily="2" charset="2"/>
            </a:endParaRPr>
          </a:p>
        </p:txBody>
      </p:sp>
      <p:pic>
        <p:nvPicPr>
          <p:cNvPr id="5" name="Picture 4">
            <a:extLst>
              <a:ext uri="{FF2B5EF4-FFF2-40B4-BE49-F238E27FC236}">
                <a16:creationId xmlns:a16="http://schemas.microsoft.com/office/drawing/2014/main" id="{2B491CEC-7CA9-B40C-128D-045BDA14204A}"/>
              </a:ext>
            </a:extLst>
          </p:cNvPr>
          <p:cNvPicPr>
            <a:picLocks noChangeAspect="1"/>
          </p:cNvPicPr>
          <p:nvPr/>
        </p:nvPicPr>
        <p:blipFill>
          <a:blip r:embed="rId3"/>
          <a:stretch>
            <a:fillRect/>
          </a:stretch>
        </p:blipFill>
        <p:spPr>
          <a:xfrm>
            <a:off x="7813288" y="78480"/>
            <a:ext cx="3009590" cy="6701040"/>
          </a:xfrm>
          <a:prstGeom prst="rect">
            <a:avLst/>
          </a:prstGeom>
        </p:spPr>
      </p:pic>
    </p:spTree>
    <p:extLst>
      <p:ext uri="{BB962C8B-B14F-4D97-AF65-F5344CB8AC3E}">
        <p14:creationId xmlns:p14="http://schemas.microsoft.com/office/powerpoint/2010/main" val="209947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FEF79-D6A8-EB74-1745-7E98A254AE1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2C7303E-8F1F-101D-CD00-8B5C5997835B}"/>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the class structure</a:t>
            </a:r>
          </a:p>
        </p:txBody>
      </p:sp>
      <p:sp>
        <p:nvSpPr>
          <p:cNvPr id="4" name="Subtitle 2">
            <a:extLst>
              <a:ext uri="{FF2B5EF4-FFF2-40B4-BE49-F238E27FC236}">
                <a16:creationId xmlns:a16="http://schemas.microsoft.com/office/drawing/2014/main" id="{87262199-33F8-073B-A846-0376352E65A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Classes and Source file</a:t>
            </a:r>
          </a:p>
          <a:p>
            <a:pPr algn="l"/>
            <a:r>
              <a:rPr lang="en-US" sz="1800">
                <a:sym typeface="Wingdings" pitchFamily="2" charset="2"/>
              </a:rPr>
              <a:t>- Most of the ... are in separate ... source ...</a:t>
            </a:r>
          </a:p>
          <a:p>
            <a:pPr algn="l"/>
            <a:r>
              <a:rPr lang="en-US" sz="1800">
                <a:sym typeface="Wingdings" pitchFamily="2" charset="2"/>
              </a:rPr>
              <a:t>- .... is an independent type that can be .... (Chap 7 will reveal more type such as ...)</a:t>
            </a:r>
          </a:p>
          <a:p>
            <a:pPr algn="l"/>
            <a:r>
              <a:rPr lang="en-US" sz="1800">
                <a:sym typeface="Wingdings" pitchFamily="2" charset="2"/>
              </a:rPr>
              <a:t>- A top-level ... is not required to have ... </a:t>
            </a:r>
          </a:p>
          <a:p>
            <a:pPr algn="l"/>
            <a:r>
              <a:rPr lang="en-US" sz="1800">
                <a:sym typeface="Wingdings" pitchFamily="2" charset="2"/>
              </a:rPr>
              <a:t>(code illustration snippet 4)</a:t>
            </a:r>
          </a:p>
          <a:p>
            <a:pPr algn="l"/>
            <a:r>
              <a:rPr lang="en-US" sz="1800">
                <a:sym typeface="Wingdings" pitchFamily="2" charset="2"/>
              </a:rPr>
              <a:t>- A ... source ... can have multiple ... however, only one of them have ...</a:t>
            </a:r>
          </a:p>
          <a:p>
            <a:pPr algn="l"/>
            <a:r>
              <a:rPr lang="en-US" sz="1800">
                <a:sym typeface="Wingdings" pitchFamily="2" charset="2"/>
              </a:rPr>
              <a:t>– This class's ... must also the same as ...</a:t>
            </a:r>
          </a:p>
          <a:p>
            <a:pPr algn="l"/>
            <a:r>
              <a:rPr lang="en-US" sz="1800">
                <a:sym typeface="Wingdings" pitchFamily="2" charset="2"/>
              </a:rPr>
              <a:t>(code illustration snippet 5)</a:t>
            </a:r>
          </a:p>
        </p:txBody>
      </p:sp>
    </p:spTree>
    <p:extLst>
      <p:ext uri="{BB962C8B-B14F-4D97-AF65-F5344CB8AC3E}">
        <p14:creationId xmlns:p14="http://schemas.microsoft.com/office/powerpoint/2010/main" val="174791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6D8F3-C39E-9CE3-807B-6410EF5EE76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455BEE4-878E-D121-34BA-DEC3F916E85A}"/>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Writing a main() method</a:t>
            </a:r>
          </a:p>
        </p:txBody>
      </p:sp>
      <p:sp>
        <p:nvSpPr>
          <p:cNvPr id="4" name="Subtitle 2">
            <a:extLst>
              <a:ext uri="{FF2B5EF4-FFF2-40B4-BE49-F238E27FC236}">
                <a16:creationId xmlns:a16="http://schemas.microsoft.com/office/drawing/2014/main" id="{DAD7EE93-753C-B487-84E7-B00AB248DD6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6)</a:t>
            </a:r>
          </a:p>
          <a:p>
            <a:pPr algn="l"/>
            <a:r>
              <a:rPr lang="en-US" sz="1800">
                <a:sym typeface="Wingdings" pitchFamily="2" charset="2"/>
              </a:rPr>
              <a:t>- To run this program using ..., we first need to ... it and then we can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To use the ... method, its ... must be correct (keyword...) otherwise ...</a:t>
            </a:r>
          </a:p>
          <a:p>
            <a:pPr algn="l"/>
            <a:r>
              <a:rPr lang="en-US" sz="1800">
                <a:sym typeface="Wingdings" pitchFamily="2" charset="2"/>
              </a:rPr>
              <a:t>- The ... method's parameter ... can be .. like this ...</a:t>
            </a: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79CD32EC-0AF4-3F3E-36AF-2E7658DF3A1D}"/>
              </a:ext>
            </a:extLst>
          </p:cNvPr>
          <p:cNvPicPr>
            <a:picLocks noChangeAspect="1"/>
          </p:cNvPicPr>
          <p:nvPr/>
        </p:nvPicPr>
        <p:blipFill>
          <a:blip r:embed="rId3"/>
          <a:stretch>
            <a:fillRect/>
          </a:stretch>
        </p:blipFill>
        <p:spPr>
          <a:xfrm>
            <a:off x="3349263" y="1752909"/>
            <a:ext cx="5493474" cy="2027354"/>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9C3C54C2-8EAC-0A14-EEBF-B81A6EF95B69}"/>
                  </a:ext>
                </a:extLst>
              </p14:cNvPr>
              <p14:cNvContentPartPr/>
              <p14:nvPr/>
            </p14:nvContentPartPr>
            <p14:xfrm>
              <a:off x="3763431" y="1980580"/>
              <a:ext cx="1634040" cy="542880"/>
            </p14:xfrm>
          </p:contentPart>
        </mc:Choice>
        <mc:Fallback>
          <p:pic>
            <p:nvPicPr>
              <p:cNvPr id="5" name="Ink 4">
                <a:extLst>
                  <a:ext uri="{FF2B5EF4-FFF2-40B4-BE49-F238E27FC236}">
                    <a16:creationId xmlns:a16="http://schemas.microsoft.com/office/drawing/2014/main" id="{9C3C54C2-8EAC-0A14-EEBF-B81A6EF95B69}"/>
                  </a:ext>
                </a:extLst>
              </p:cNvPr>
              <p:cNvPicPr/>
              <p:nvPr/>
            </p:nvPicPr>
            <p:blipFill>
              <a:blip r:embed="rId5"/>
              <a:stretch>
                <a:fillRect/>
              </a:stretch>
            </p:blipFill>
            <p:spPr>
              <a:xfrm>
                <a:off x="3700431" y="1917940"/>
                <a:ext cx="1759680" cy="668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907A3F43-2A69-B1E8-5E85-27E692643BAE}"/>
                  </a:ext>
                </a:extLst>
              </p14:cNvPr>
              <p14:cNvContentPartPr/>
              <p14:nvPr/>
            </p14:nvContentPartPr>
            <p14:xfrm>
              <a:off x="3804111" y="2875540"/>
              <a:ext cx="1253880" cy="577440"/>
            </p14:xfrm>
          </p:contentPart>
        </mc:Choice>
        <mc:Fallback>
          <p:pic>
            <p:nvPicPr>
              <p:cNvPr id="9" name="Ink 8">
                <a:extLst>
                  <a:ext uri="{FF2B5EF4-FFF2-40B4-BE49-F238E27FC236}">
                    <a16:creationId xmlns:a16="http://schemas.microsoft.com/office/drawing/2014/main" id="{907A3F43-2A69-B1E8-5E85-27E692643BAE}"/>
                  </a:ext>
                </a:extLst>
              </p:cNvPr>
              <p:cNvPicPr/>
              <p:nvPr/>
            </p:nvPicPr>
            <p:blipFill>
              <a:blip r:embed="rId7"/>
              <a:stretch>
                <a:fillRect/>
              </a:stretch>
            </p:blipFill>
            <p:spPr>
              <a:xfrm>
                <a:off x="3741471" y="2812540"/>
                <a:ext cx="1379520" cy="703080"/>
              </a:xfrm>
              <a:prstGeom prst="rect">
                <a:avLst/>
              </a:prstGeom>
            </p:spPr>
          </p:pic>
        </mc:Fallback>
      </mc:AlternateContent>
      <p:pic>
        <p:nvPicPr>
          <p:cNvPr id="10" name="Picture 9">
            <a:extLst>
              <a:ext uri="{FF2B5EF4-FFF2-40B4-BE49-F238E27FC236}">
                <a16:creationId xmlns:a16="http://schemas.microsoft.com/office/drawing/2014/main" id="{3E352BB9-1E9B-253D-513F-8ED48219241B}"/>
              </a:ext>
            </a:extLst>
          </p:cNvPr>
          <p:cNvPicPr>
            <a:picLocks noChangeAspect="1"/>
          </p:cNvPicPr>
          <p:nvPr/>
        </p:nvPicPr>
        <p:blipFill>
          <a:blip r:embed="rId8"/>
          <a:stretch>
            <a:fillRect/>
          </a:stretch>
        </p:blipFill>
        <p:spPr>
          <a:xfrm>
            <a:off x="4616331" y="4565340"/>
            <a:ext cx="2959338" cy="1471922"/>
          </a:xfrm>
          <a:prstGeom prst="rect">
            <a:avLst/>
          </a:prstGeom>
        </p:spPr>
      </p:pic>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A23276D5-6B3F-A471-927F-84BC0439BA28}"/>
                  </a:ext>
                </a:extLst>
              </p14:cNvPr>
              <p14:cNvContentPartPr/>
              <p14:nvPr/>
            </p14:nvContentPartPr>
            <p14:xfrm>
              <a:off x="5741271" y="4786060"/>
              <a:ext cx="1101600" cy="335520"/>
            </p14:xfrm>
          </p:contentPart>
        </mc:Choice>
        <mc:Fallback>
          <p:pic>
            <p:nvPicPr>
              <p:cNvPr id="11" name="Ink 10">
                <a:extLst>
                  <a:ext uri="{FF2B5EF4-FFF2-40B4-BE49-F238E27FC236}">
                    <a16:creationId xmlns:a16="http://schemas.microsoft.com/office/drawing/2014/main" id="{A23276D5-6B3F-A471-927F-84BC0439BA28}"/>
                  </a:ext>
                </a:extLst>
              </p:cNvPr>
              <p:cNvPicPr/>
              <p:nvPr/>
            </p:nvPicPr>
            <p:blipFill>
              <a:blip r:embed="rId10"/>
              <a:stretch>
                <a:fillRect/>
              </a:stretch>
            </p:blipFill>
            <p:spPr>
              <a:xfrm>
                <a:off x="5678631" y="4723420"/>
                <a:ext cx="1227240" cy="461160"/>
              </a:xfrm>
              <a:prstGeom prst="rect">
                <a:avLst/>
              </a:prstGeom>
            </p:spPr>
          </p:pic>
        </mc:Fallback>
      </mc:AlternateContent>
      <p:grpSp>
        <p:nvGrpSpPr>
          <p:cNvPr id="15" name="Group 14">
            <a:extLst>
              <a:ext uri="{FF2B5EF4-FFF2-40B4-BE49-F238E27FC236}">
                <a16:creationId xmlns:a16="http://schemas.microsoft.com/office/drawing/2014/main" id="{095E7273-2A61-B590-7225-C79666FA7498}"/>
              </a:ext>
            </a:extLst>
          </p:cNvPr>
          <p:cNvGrpSpPr/>
          <p:nvPr/>
        </p:nvGrpSpPr>
        <p:grpSpPr>
          <a:xfrm>
            <a:off x="5748831" y="5228140"/>
            <a:ext cx="1664280" cy="574200"/>
            <a:chOff x="5748831" y="5228140"/>
            <a:chExt cx="1664280" cy="574200"/>
          </a:xfrm>
        </p:grpSpPr>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2ED79EC1-DB4C-9AF4-A896-898FB4F5DBB2}"/>
                    </a:ext>
                  </a:extLst>
                </p14:cNvPr>
                <p14:cNvContentPartPr/>
                <p14:nvPr/>
              </p14:nvContentPartPr>
              <p14:xfrm>
                <a:off x="5830911" y="5228140"/>
                <a:ext cx="1456560" cy="242640"/>
              </p14:xfrm>
            </p:contentPart>
          </mc:Choice>
          <mc:Fallback>
            <p:pic>
              <p:nvPicPr>
                <p:cNvPr id="12" name="Ink 11">
                  <a:extLst>
                    <a:ext uri="{FF2B5EF4-FFF2-40B4-BE49-F238E27FC236}">
                      <a16:creationId xmlns:a16="http://schemas.microsoft.com/office/drawing/2014/main" id="{2ED79EC1-DB4C-9AF4-A896-898FB4F5DBB2}"/>
                    </a:ext>
                  </a:extLst>
                </p:cNvPr>
                <p:cNvPicPr/>
                <p:nvPr/>
              </p:nvPicPr>
              <p:blipFill>
                <a:blip r:embed="rId12"/>
                <a:stretch>
                  <a:fillRect/>
                </a:stretch>
              </p:blipFill>
              <p:spPr>
                <a:xfrm>
                  <a:off x="5768271" y="5165140"/>
                  <a:ext cx="158220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8A068E22-6FAA-8BAB-61D4-BC5D324930DC}"/>
                    </a:ext>
                  </a:extLst>
                </p14:cNvPr>
                <p14:cNvContentPartPr/>
                <p14:nvPr/>
              </p14:nvContentPartPr>
              <p14:xfrm>
                <a:off x="5748831" y="5630620"/>
                <a:ext cx="1664280" cy="171720"/>
              </p14:xfrm>
            </p:contentPart>
          </mc:Choice>
          <mc:Fallback>
            <p:pic>
              <p:nvPicPr>
                <p:cNvPr id="13" name="Ink 12">
                  <a:extLst>
                    <a:ext uri="{FF2B5EF4-FFF2-40B4-BE49-F238E27FC236}">
                      <a16:creationId xmlns:a16="http://schemas.microsoft.com/office/drawing/2014/main" id="{8A068E22-6FAA-8BAB-61D4-BC5D324930DC}"/>
                    </a:ext>
                  </a:extLst>
                </p:cNvPr>
                <p:cNvPicPr/>
                <p:nvPr/>
              </p:nvPicPr>
              <p:blipFill>
                <a:blip r:embed="rId14"/>
                <a:stretch>
                  <a:fillRect/>
                </a:stretch>
              </p:blipFill>
              <p:spPr>
                <a:xfrm>
                  <a:off x="5686191" y="5567620"/>
                  <a:ext cx="1789920" cy="297360"/>
                </a:xfrm>
                <a:prstGeom prst="rect">
                  <a:avLst/>
                </a:prstGeom>
              </p:spPr>
            </p:pic>
          </mc:Fallback>
        </mc:AlternateContent>
      </p:grpSp>
    </p:spTree>
    <p:extLst>
      <p:ext uri="{BB962C8B-B14F-4D97-AF65-F5344CB8AC3E}">
        <p14:creationId xmlns:p14="http://schemas.microsoft.com/office/powerpoint/2010/main" val="4098623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49568-FD76-67A8-BC62-8798D1AEAC2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79B424E-3932-BCF0-F84E-837562A8655D}"/>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Writing a main() method</a:t>
            </a:r>
          </a:p>
        </p:txBody>
      </p:sp>
      <p:sp>
        <p:nvSpPr>
          <p:cNvPr id="4" name="Subtitle 2">
            <a:extLst>
              <a:ext uri="{FF2B5EF4-FFF2-40B4-BE49-F238E27FC236}">
                <a16:creationId xmlns:a16="http://schemas.microsoft.com/office/drawing/2014/main" id="{9C3C2696-653C-165B-465D-55CE9382168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main() method only allows ... and ... modifier</a:t>
            </a:r>
          </a:p>
          <a:p>
            <a:pPr algn="l"/>
            <a:r>
              <a:rPr lang="en-US" sz="1800">
                <a:sym typeface="Wingdings" pitchFamily="2" charset="2"/>
              </a:rPr>
              <a:t>(code illustration snippet 7)</a:t>
            </a:r>
          </a:p>
          <a:p>
            <a:pPr algn="l"/>
            <a:endParaRPr lang="en-US" sz="1800">
              <a:sym typeface="Wingdings" pitchFamily="2" charset="2"/>
            </a:endParaRPr>
          </a:p>
          <a:p>
            <a:pPr algn="l"/>
            <a:endParaRPr lang="en-US" sz="1800">
              <a:sym typeface="Wingdings" pitchFamily="2" charset="2"/>
            </a:endParaRPr>
          </a:p>
        </p:txBody>
      </p:sp>
      <p:pic>
        <p:nvPicPr>
          <p:cNvPr id="6" name="Picture 5">
            <a:extLst>
              <a:ext uri="{FF2B5EF4-FFF2-40B4-BE49-F238E27FC236}">
                <a16:creationId xmlns:a16="http://schemas.microsoft.com/office/drawing/2014/main" id="{1EA5DBB2-E040-BFB2-0212-17026EB3172A}"/>
              </a:ext>
            </a:extLst>
          </p:cNvPr>
          <p:cNvPicPr>
            <a:picLocks noChangeAspect="1"/>
          </p:cNvPicPr>
          <p:nvPr/>
        </p:nvPicPr>
        <p:blipFill>
          <a:blip r:embed="rId3"/>
          <a:stretch>
            <a:fillRect/>
          </a:stretch>
        </p:blipFill>
        <p:spPr>
          <a:xfrm>
            <a:off x="3533597" y="1594624"/>
            <a:ext cx="5124805" cy="1688171"/>
          </a:xfrm>
          <a:prstGeom prst="rect">
            <a:avLst/>
          </a:prstGeom>
        </p:spPr>
      </p:pic>
      <p:pic>
        <p:nvPicPr>
          <p:cNvPr id="7" name="Picture 6">
            <a:extLst>
              <a:ext uri="{FF2B5EF4-FFF2-40B4-BE49-F238E27FC236}">
                <a16:creationId xmlns:a16="http://schemas.microsoft.com/office/drawing/2014/main" id="{9F0783A4-C5D4-C44E-1249-0026853188A6}"/>
              </a:ext>
            </a:extLst>
          </p:cNvPr>
          <p:cNvPicPr>
            <a:picLocks noChangeAspect="1"/>
          </p:cNvPicPr>
          <p:nvPr/>
        </p:nvPicPr>
        <p:blipFill>
          <a:blip r:embed="rId4"/>
          <a:stretch>
            <a:fillRect/>
          </a:stretch>
        </p:blipFill>
        <p:spPr>
          <a:xfrm>
            <a:off x="3696154" y="3429000"/>
            <a:ext cx="4799692" cy="1286726"/>
          </a:xfrm>
          <a:prstGeom prst="rect">
            <a:avLst/>
          </a:prstGeom>
        </p:spPr>
      </p:pic>
      <p:pic>
        <p:nvPicPr>
          <p:cNvPr id="8" name="Picture 7">
            <a:extLst>
              <a:ext uri="{FF2B5EF4-FFF2-40B4-BE49-F238E27FC236}">
                <a16:creationId xmlns:a16="http://schemas.microsoft.com/office/drawing/2014/main" id="{E5ACC570-08D4-957A-0DA2-5BD629B53184}"/>
              </a:ext>
            </a:extLst>
          </p:cNvPr>
          <p:cNvPicPr>
            <a:picLocks noChangeAspect="1"/>
          </p:cNvPicPr>
          <p:nvPr/>
        </p:nvPicPr>
        <p:blipFill>
          <a:blip r:embed="rId5"/>
          <a:stretch>
            <a:fillRect/>
          </a:stretch>
        </p:blipFill>
        <p:spPr>
          <a:xfrm>
            <a:off x="4034571" y="4861931"/>
            <a:ext cx="3464103" cy="1536891"/>
          </a:xfrm>
          <a:prstGeom prst="rect">
            <a:avLst/>
          </a:prstGeom>
        </p:spPr>
      </p:pic>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826A0A28-A87B-6CFF-7852-6C97FA6CD945}"/>
                  </a:ext>
                </a:extLst>
              </p14:cNvPr>
              <p14:cNvContentPartPr/>
              <p14:nvPr/>
            </p14:nvContentPartPr>
            <p14:xfrm>
              <a:off x="7566831" y="5281060"/>
              <a:ext cx="391320" cy="399600"/>
            </p14:xfrm>
          </p:contentPart>
        </mc:Choice>
        <mc:Fallback>
          <p:pic>
            <p:nvPicPr>
              <p:cNvPr id="14" name="Ink 13">
                <a:extLst>
                  <a:ext uri="{FF2B5EF4-FFF2-40B4-BE49-F238E27FC236}">
                    <a16:creationId xmlns:a16="http://schemas.microsoft.com/office/drawing/2014/main" id="{826A0A28-A87B-6CFF-7852-6C97FA6CD945}"/>
                  </a:ext>
                </a:extLst>
              </p:cNvPr>
              <p:cNvPicPr/>
              <p:nvPr/>
            </p:nvPicPr>
            <p:blipFill>
              <a:blip r:embed="rId7"/>
              <a:stretch>
                <a:fillRect/>
              </a:stretch>
            </p:blipFill>
            <p:spPr>
              <a:xfrm>
                <a:off x="7560711" y="5274940"/>
                <a:ext cx="403560" cy="411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2CDCB6D0-A72B-32E8-4AF1-53D6BD35420B}"/>
                  </a:ext>
                </a:extLst>
              </p14:cNvPr>
              <p14:cNvContentPartPr/>
              <p14:nvPr/>
            </p14:nvContentPartPr>
            <p14:xfrm>
              <a:off x="7686351" y="5817100"/>
              <a:ext cx="360" cy="360"/>
            </p14:xfrm>
          </p:contentPart>
        </mc:Choice>
        <mc:Fallback>
          <p:pic>
            <p:nvPicPr>
              <p:cNvPr id="16" name="Ink 15">
                <a:extLst>
                  <a:ext uri="{FF2B5EF4-FFF2-40B4-BE49-F238E27FC236}">
                    <a16:creationId xmlns:a16="http://schemas.microsoft.com/office/drawing/2014/main" id="{2CDCB6D0-A72B-32E8-4AF1-53D6BD35420B}"/>
                  </a:ext>
                </a:extLst>
              </p:cNvPr>
              <p:cNvPicPr/>
              <p:nvPr/>
            </p:nvPicPr>
            <p:blipFill>
              <a:blip r:embed="rId9"/>
              <a:stretch>
                <a:fillRect/>
              </a:stretch>
            </p:blipFill>
            <p:spPr>
              <a:xfrm>
                <a:off x="7680231" y="581098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B095AB80-D224-421C-8ADB-F5FBB4951B70}"/>
                  </a:ext>
                </a:extLst>
              </p14:cNvPr>
              <p14:cNvContentPartPr/>
              <p14:nvPr/>
            </p14:nvContentPartPr>
            <p14:xfrm>
              <a:off x="8249031" y="5384380"/>
              <a:ext cx="300960" cy="412200"/>
            </p14:xfrm>
          </p:contentPart>
        </mc:Choice>
        <mc:Fallback>
          <p:pic>
            <p:nvPicPr>
              <p:cNvPr id="17" name="Ink 16">
                <a:extLst>
                  <a:ext uri="{FF2B5EF4-FFF2-40B4-BE49-F238E27FC236}">
                    <a16:creationId xmlns:a16="http://schemas.microsoft.com/office/drawing/2014/main" id="{B095AB80-D224-421C-8ADB-F5FBB4951B70}"/>
                  </a:ext>
                </a:extLst>
              </p:cNvPr>
              <p:cNvPicPr/>
              <p:nvPr/>
            </p:nvPicPr>
            <p:blipFill>
              <a:blip r:embed="rId11"/>
              <a:stretch>
                <a:fillRect/>
              </a:stretch>
            </p:blipFill>
            <p:spPr>
              <a:xfrm>
                <a:off x="8242911" y="5378260"/>
                <a:ext cx="313200" cy="424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3A0016AA-C14F-ED33-6694-269393DF4B79}"/>
                  </a:ext>
                </a:extLst>
              </p14:cNvPr>
              <p14:cNvContentPartPr/>
              <p14:nvPr/>
            </p14:nvContentPartPr>
            <p14:xfrm>
              <a:off x="8140671" y="5930500"/>
              <a:ext cx="54000" cy="69480"/>
            </p14:xfrm>
          </p:contentPart>
        </mc:Choice>
        <mc:Fallback>
          <p:pic>
            <p:nvPicPr>
              <p:cNvPr id="18" name="Ink 17">
                <a:extLst>
                  <a:ext uri="{FF2B5EF4-FFF2-40B4-BE49-F238E27FC236}">
                    <a16:creationId xmlns:a16="http://schemas.microsoft.com/office/drawing/2014/main" id="{3A0016AA-C14F-ED33-6694-269393DF4B79}"/>
                  </a:ext>
                </a:extLst>
              </p:cNvPr>
              <p:cNvPicPr/>
              <p:nvPr/>
            </p:nvPicPr>
            <p:blipFill>
              <a:blip r:embed="rId13"/>
              <a:stretch>
                <a:fillRect/>
              </a:stretch>
            </p:blipFill>
            <p:spPr>
              <a:xfrm>
                <a:off x="8134551" y="5924380"/>
                <a:ext cx="6624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9" name="Ink 18">
                <a:extLst>
                  <a:ext uri="{FF2B5EF4-FFF2-40B4-BE49-F238E27FC236}">
                    <a16:creationId xmlns:a16="http://schemas.microsoft.com/office/drawing/2014/main" id="{8B1825A1-E687-AA54-47C7-85C8BBD9B370}"/>
                  </a:ext>
                </a:extLst>
              </p14:cNvPr>
              <p14:cNvContentPartPr/>
              <p14:nvPr/>
            </p14:nvContentPartPr>
            <p14:xfrm>
              <a:off x="7651431" y="5795500"/>
              <a:ext cx="147240" cy="91440"/>
            </p14:xfrm>
          </p:contentPart>
        </mc:Choice>
        <mc:Fallback>
          <p:pic>
            <p:nvPicPr>
              <p:cNvPr id="19" name="Ink 18">
                <a:extLst>
                  <a:ext uri="{FF2B5EF4-FFF2-40B4-BE49-F238E27FC236}">
                    <a16:creationId xmlns:a16="http://schemas.microsoft.com/office/drawing/2014/main" id="{8B1825A1-E687-AA54-47C7-85C8BBD9B370}"/>
                  </a:ext>
                </a:extLst>
              </p:cNvPr>
              <p:cNvPicPr/>
              <p:nvPr/>
            </p:nvPicPr>
            <p:blipFill>
              <a:blip r:embed="rId15"/>
              <a:stretch>
                <a:fillRect/>
              </a:stretch>
            </p:blipFill>
            <p:spPr>
              <a:xfrm>
                <a:off x="7645311" y="5789380"/>
                <a:ext cx="159480" cy="103680"/>
              </a:xfrm>
              <a:prstGeom prst="rect">
                <a:avLst/>
              </a:prstGeom>
            </p:spPr>
          </p:pic>
        </mc:Fallback>
      </mc:AlternateContent>
    </p:spTree>
    <p:extLst>
      <p:ext uri="{BB962C8B-B14F-4D97-AF65-F5344CB8AC3E}">
        <p14:creationId xmlns:p14="http://schemas.microsoft.com/office/powerpoint/2010/main" val="3837612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CC6A0-C37B-49F9-47C4-3E235FB5F2D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90FAF93-AA50-C058-BDD2-239F9BF27C06}"/>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Writing the main() method</a:t>
            </a:r>
          </a:p>
        </p:txBody>
      </p:sp>
      <p:sp>
        <p:nvSpPr>
          <p:cNvPr id="4" name="Subtitle 2">
            <a:extLst>
              <a:ext uri="{FF2B5EF4-FFF2-40B4-BE49-F238E27FC236}">
                <a16:creationId xmlns:a16="http://schemas.microsoft.com/office/drawing/2014/main" id="{B5338092-CF62-C0D7-ECBC-4865BCB72E1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If we are bored of using ... and ... continuously =&gt; we can use something like this</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This is called single ... Instead of using ... and ... endlessly, we can both ... and ... immediately </a:t>
            </a:r>
          </a:p>
          <a:p>
            <a:pPr algn="l"/>
            <a:r>
              <a:rPr lang="en-US" sz="1800">
                <a:sym typeface="Wingdings" pitchFamily="2" charset="2"/>
              </a:rPr>
              <a:t>- However, this feature is designed ... not for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EF77E9FB-1605-99B8-B4A3-CE047E945DCF}"/>
              </a:ext>
            </a:extLst>
          </p:cNvPr>
          <p:cNvPicPr>
            <a:picLocks noChangeAspect="1"/>
          </p:cNvPicPr>
          <p:nvPr/>
        </p:nvPicPr>
        <p:blipFill>
          <a:blip r:embed="rId3"/>
          <a:stretch>
            <a:fillRect/>
          </a:stretch>
        </p:blipFill>
        <p:spPr>
          <a:xfrm>
            <a:off x="3077233" y="1564577"/>
            <a:ext cx="6037533" cy="1256681"/>
          </a:xfrm>
          <a:prstGeom prst="rect">
            <a:avLst/>
          </a:prstGeom>
        </p:spPr>
      </p:pic>
    </p:spTree>
    <p:extLst>
      <p:ext uri="{BB962C8B-B14F-4D97-AF65-F5344CB8AC3E}">
        <p14:creationId xmlns:p14="http://schemas.microsoft.com/office/powerpoint/2010/main" val="3386819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6AB56-963C-6E69-65DB-87318DDAF81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303499C-7595-9305-9E9E-11D31C32B6FF}"/>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E268A5BF-DFDB-695C-91C3-0506234E85E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Java has many ... in ... =&gt; We need a way to ... them =&gt; We have ... – a way to manage...</a:t>
            </a:r>
          </a:p>
          <a:p>
            <a:pPr algn="l"/>
            <a:r>
              <a:rPr lang="en-US" sz="1800">
                <a:sym typeface="Wingdings" pitchFamily="2" charset="2"/>
              </a:rPr>
              <a:t>- In order to use a class that Java ..., we need to tell it ...</a:t>
            </a:r>
          </a:p>
          <a:p>
            <a:pPr algn="l"/>
            <a:r>
              <a:rPr lang="en-US" sz="1800">
                <a:sym typeface="Wingdings" pitchFamily="2" charset="2"/>
              </a:rPr>
              <a:t>(code illustration snippet 8)</a:t>
            </a:r>
          </a:p>
          <a:p>
            <a:pPr algn="l"/>
            <a:r>
              <a:rPr lang="en-US" sz="1800">
                <a:sym typeface="Wingdings" pitchFamily="2" charset="2"/>
              </a:rPr>
              <a:t>– In order to tell ..., we need to use ... statement</a:t>
            </a:r>
          </a:p>
          <a:p>
            <a:pPr algn="l"/>
            <a:r>
              <a:rPr lang="en-US" sz="1800">
                <a:sym typeface="Wingdings" pitchFamily="2" charset="2"/>
              </a:rPr>
              <a:t>(code illustration snippet 9)</a:t>
            </a:r>
          </a:p>
          <a:p>
            <a:pPr algn="l"/>
            <a:r>
              <a:rPr lang="en-US" sz="1800">
                <a:sym typeface="Wingdings" pitchFamily="2" charset="2"/>
              </a:rPr>
              <a:t>- According to convention, ... name ...</a:t>
            </a:r>
          </a:p>
          <a:p>
            <a:pPr algn="l"/>
            <a:r>
              <a:rPr lang="en-US" sz="1800">
                <a:sym typeface="Wingdings" pitchFamily="2" charset="2"/>
              </a:rPr>
              <a:t>– Classes in the same ... can be ... </a:t>
            </a:r>
          </a:p>
          <a:p>
            <a:pPr algn="l"/>
            <a:r>
              <a:rPr lang="en-US" sz="1800">
                <a:sym typeface="Wingdings" pitchFamily="2" charset="2"/>
              </a:rPr>
              <a:t>(code illuustration snippet 10)</a:t>
            </a:r>
          </a:p>
          <a:p>
            <a:pPr algn="l"/>
            <a:r>
              <a:rPr lang="en-US" sz="1800">
                <a:sym typeface="Wingdings" pitchFamily="2" charset="2"/>
              </a:rPr>
              <a:t>Note: wildcard wont...</a:t>
            </a:r>
          </a:p>
          <a:p>
            <a:pPr algn="l"/>
            <a:r>
              <a:rPr lang="en-US" sz="1800">
                <a:sym typeface="Wingdings" pitchFamily="2" charset="2"/>
              </a:rPr>
              <a:t>– There is only 1 package that is automatically ..., which is ...</a:t>
            </a:r>
          </a:p>
          <a:p>
            <a:pPr algn="l"/>
            <a:r>
              <a:rPr lang="en-US" sz="1800">
                <a:sym typeface="Wingdings" pitchFamily="2" charset="2"/>
              </a:rPr>
              <a:t>- Java allows ... import</a:t>
            </a:r>
          </a:p>
          <a:p>
            <a:pPr algn="l"/>
            <a:r>
              <a:rPr lang="en-US" sz="1800">
                <a:sym typeface="Wingdings" pitchFamily="2" charset="2"/>
              </a:rPr>
              <a:t>(code illustration snippet 11)</a:t>
            </a:r>
          </a:p>
          <a:p>
            <a:pPr algn="l"/>
            <a:endParaRPr lang="en-US" sz="1800">
              <a:sym typeface="Wingdings" pitchFamily="2" charset="2"/>
            </a:endParaRPr>
          </a:p>
        </p:txBody>
      </p:sp>
    </p:spTree>
    <p:extLst>
      <p:ext uri="{BB962C8B-B14F-4D97-AF65-F5344CB8AC3E}">
        <p14:creationId xmlns:p14="http://schemas.microsoft.com/office/powerpoint/2010/main" val="119473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CFF0-FFA3-6436-8603-F770A33A1DA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F77AADF-ACA9-F184-4F13-4A0D404CDBD8}"/>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16503B7D-1D11-2DB0-0742-26A40AFC468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69FA2A5C-B81A-48B9-20C8-BCD0A1D39586}"/>
              </a:ext>
            </a:extLst>
          </p:cNvPr>
          <p:cNvPicPr>
            <a:picLocks noChangeAspect="1"/>
          </p:cNvPicPr>
          <p:nvPr/>
        </p:nvPicPr>
        <p:blipFill>
          <a:blip r:embed="rId3"/>
          <a:stretch>
            <a:fillRect/>
          </a:stretch>
        </p:blipFill>
        <p:spPr>
          <a:xfrm>
            <a:off x="1712536" y="1451018"/>
            <a:ext cx="8766928" cy="3955964"/>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AA6016A4-ADC8-CD8B-A57E-8ADDC45B1278}"/>
                  </a:ext>
                </a:extLst>
              </p14:cNvPr>
              <p14:cNvContentPartPr/>
              <p14:nvPr/>
            </p14:nvContentPartPr>
            <p14:xfrm>
              <a:off x="5604831" y="2860420"/>
              <a:ext cx="3753720" cy="39600"/>
            </p14:xfrm>
          </p:contentPart>
        </mc:Choice>
        <mc:Fallback>
          <p:pic>
            <p:nvPicPr>
              <p:cNvPr id="5" name="Ink 4">
                <a:extLst>
                  <a:ext uri="{FF2B5EF4-FFF2-40B4-BE49-F238E27FC236}">
                    <a16:creationId xmlns:a16="http://schemas.microsoft.com/office/drawing/2014/main" id="{AA6016A4-ADC8-CD8B-A57E-8ADDC45B1278}"/>
                  </a:ext>
                </a:extLst>
              </p:cNvPr>
              <p:cNvPicPr/>
              <p:nvPr/>
            </p:nvPicPr>
            <p:blipFill>
              <a:blip r:embed="rId5"/>
              <a:stretch>
                <a:fillRect/>
              </a:stretch>
            </p:blipFill>
            <p:spPr>
              <a:xfrm>
                <a:off x="5541831" y="2797420"/>
                <a:ext cx="387936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10D6B6C0-0250-2C5E-08A6-ACDD03FF6515}"/>
                  </a:ext>
                </a:extLst>
              </p14:cNvPr>
              <p14:cNvContentPartPr/>
              <p14:nvPr/>
            </p14:nvContentPartPr>
            <p14:xfrm>
              <a:off x="5685111" y="3139060"/>
              <a:ext cx="3296520" cy="54720"/>
            </p14:xfrm>
          </p:contentPart>
        </mc:Choice>
        <mc:Fallback>
          <p:pic>
            <p:nvPicPr>
              <p:cNvPr id="6" name="Ink 5">
                <a:extLst>
                  <a:ext uri="{FF2B5EF4-FFF2-40B4-BE49-F238E27FC236}">
                    <a16:creationId xmlns:a16="http://schemas.microsoft.com/office/drawing/2014/main" id="{10D6B6C0-0250-2C5E-08A6-ACDD03FF6515}"/>
                  </a:ext>
                </a:extLst>
              </p:cNvPr>
              <p:cNvPicPr/>
              <p:nvPr/>
            </p:nvPicPr>
            <p:blipFill>
              <a:blip r:embed="rId7"/>
              <a:stretch>
                <a:fillRect/>
              </a:stretch>
            </p:blipFill>
            <p:spPr>
              <a:xfrm>
                <a:off x="5622471" y="3076060"/>
                <a:ext cx="342216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B9CAAEF5-AB8A-C963-B3CF-17F91028895F}"/>
                  </a:ext>
                </a:extLst>
              </p14:cNvPr>
              <p14:cNvContentPartPr/>
              <p14:nvPr/>
            </p14:nvContentPartPr>
            <p14:xfrm>
              <a:off x="5658471" y="3767260"/>
              <a:ext cx="4524480" cy="64440"/>
            </p14:xfrm>
          </p:contentPart>
        </mc:Choice>
        <mc:Fallback>
          <p:pic>
            <p:nvPicPr>
              <p:cNvPr id="7" name="Ink 6">
                <a:extLst>
                  <a:ext uri="{FF2B5EF4-FFF2-40B4-BE49-F238E27FC236}">
                    <a16:creationId xmlns:a16="http://schemas.microsoft.com/office/drawing/2014/main" id="{B9CAAEF5-AB8A-C963-B3CF-17F91028895F}"/>
                  </a:ext>
                </a:extLst>
              </p:cNvPr>
              <p:cNvPicPr/>
              <p:nvPr/>
            </p:nvPicPr>
            <p:blipFill>
              <a:blip r:embed="rId9"/>
              <a:stretch>
                <a:fillRect/>
              </a:stretch>
            </p:blipFill>
            <p:spPr>
              <a:xfrm>
                <a:off x="5595471" y="3704620"/>
                <a:ext cx="465012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33BEFA0C-18F5-140F-9354-B250CB851442}"/>
                  </a:ext>
                </a:extLst>
              </p14:cNvPr>
              <p14:cNvContentPartPr/>
              <p14:nvPr/>
            </p14:nvContentPartPr>
            <p14:xfrm>
              <a:off x="5642991" y="4077580"/>
              <a:ext cx="2817720" cy="56880"/>
            </p14:xfrm>
          </p:contentPart>
        </mc:Choice>
        <mc:Fallback>
          <p:pic>
            <p:nvPicPr>
              <p:cNvPr id="8" name="Ink 7">
                <a:extLst>
                  <a:ext uri="{FF2B5EF4-FFF2-40B4-BE49-F238E27FC236}">
                    <a16:creationId xmlns:a16="http://schemas.microsoft.com/office/drawing/2014/main" id="{33BEFA0C-18F5-140F-9354-B250CB851442}"/>
                  </a:ext>
                </a:extLst>
              </p:cNvPr>
              <p:cNvPicPr/>
              <p:nvPr/>
            </p:nvPicPr>
            <p:blipFill>
              <a:blip r:embed="rId11"/>
              <a:stretch>
                <a:fillRect/>
              </a:stretch>
            </p:blipFill>
            <p:spPr>
              <a:xfrm>
                <a:off x="5580351" y="4014940"/>
                <a:ext cx="294336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68B18C5B-AB81-5049-900B-96F1F77B1190}"/>
                  </a:ext>
                </a:extLst>
              </p14:cNvPr>
              <p14:cNvContentPartPr/>
              <p14:nvPr/>
            </p14:nvContentPartPr>
            <p14:xfrm>
              <a:off x="5674671" y="4689580"/>
              <a:ext cx="3932280" cy="80640"/>
            </p14:xfrm>
          </p:contentPart>
        </mc:Choice>
        <mc:Fallback>
          <p:pic>
            <p:nvPicPr>
              <p:cNvPr id="9" name="Ink 8">
                <a:extLst>
                  <a:ext uri="{FF2B5EF4-FFF2-40B4-BE49-F238E27FC236}">
                    <a16:creationId xmlns:a16="http://schemas.microsoft.com/office/drawing/2014/main" id="{68B18C5B-AB81-5049-900B-96F1F77B1190}"/>
                  </a:ext>
                </a:extLst>
              </p:cNvPr>
              <p:cNvPicPr/>
              <p:nvPr/>
            </p:nvPicPr>
            <p:blipFill>
              <a:blip r:embed="rId13"/>
              <a:stretch>
                <a:fillRect/>
              </a:stretch>
            </p:blipFill>
            <p:spPr>
              <a:xfrm>
                <a:off x="5611671" y="4626580"/>
                <a:ext cx="405792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8EC4FAAF-55B2-D25C-B4AB-1BB4B119C6BF}"/>
                  </a:ext>
                </a:extLst>
              </p14:cNvPr>
              <p14:cNvContentPartPr/>
              <p14:nvPr/>
            </p14:nvContentPartPr>
            <p14:xfrm>
              <a:off x="5551911" y="5006380"/>
              <a:ext cx="1807200" cy="24840"/>
            </p14:xfrm>
          </p:contentPart>
        </mc:Choice>
        <mc:Fallback>
          <p:pic>
            <p:nvPicPr>
              <p:cNvPr id="10" name="Ink 9">
                <a:extLst>
                  <a:ext uri="{FF2B5EF4-FFF2-40B4-BE49-F238E27FC236}">
                    <a16:creationId xmlns:a16="http://schemas.microsoft.com/office/drawing/2014/main" id="{8EC4FAAF-55B2-D25C-B4AB-1BB4B119C6BF}"/>
                  </a:ext>
                </a:extLst>
              </p:cNvPr>
              <p:cNvPicPr/>
              <p:nvPr/>
            </p:nvPicPr>
            <p:blipFill>
              <a:blip r:embed="rId15"/>
              <a:stretch>
                <a:fillRect/>
              </a:stretch>
            </p:blipFill>
            <p:spPr>
              <a:xfrm>
                <a:off x="5489271" y="4943380"/>
                <a:ext cx="1932840" cy="150480"/>
              </a:xfrm>
              <a:prstGeom prst="rect">
                <a:avLst/>
              </a:prstGeom>
            </p:spPr>
          </p:pic>
        </mc:Fallback>
      </mc:AlternateContent>
      <p:grpSp>
        <p:nvGrpSpPr>
          <p:cNvPr id="14" name="Group 13">
            <a:extLst>
              <a:ext uri="{FF2B5EF4-FFF2-40B4-BE49-F238E27FC236}">
                <a16:creationId xmlns:a16="http://schemas.microsoft.com/office/drawing/2014/main" id="{BB38C9D8-32CA-AB38-557C-D9BFDFBBD65F}"/>
              </a:ext>
            </a:extLst>
          </p:cNvPr>
          <p:cNvGrpSpPr/>
          <p:nvPr/>
        </p:nvGrpSpPr>
        <p:grpSpPr>
          <a:xfrm>
            <a:off x="2158551" y="2415100"/>
            <a:ext cx="4969080" cy="106560"/>
            <a:chOff x="2158551" y="2415100"/>
            <a:chExt cx="4969080" cy="106560"/>
          </a:xfrm>
        </p:grpSpPr>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0A00940E-F7CF-9D20-27AD-6DBBAD3D5D81}"/>
                    </a:ext>
                  </a:extLst>
                </p14:cNvPr>
                <p14:cNvContentPartPr/>
                <p14:nvPr/>
              </p14:nvContentPartPr>
              <p14:xfrm>
                <a:off x="2158551" y="2471620"/>
                <a:ext cx="4706640" cy="50040"/>
              </p14:xfrm>
            </p:contentPart>
          </mc:Choice>
          <mc:Fallback>
            <p:pic>
              <p:nvPicPr>
                <p:cNvPr id="11" name="Ink 10">
                  <a:extLst>
                    <a:ext uri="{FF2B5EF4-FFF2-40B4-BE49-F238E27FC236}">
                      <a16:creationId xmlns:a16="http://schemas.microsoft.com/office/drawing/2014/main" id="{0A00940E-F7CF-9D20-27AD-6DBBAD3D5D81}"/>
                    </a:ext>
                  </a:extLst>
                </p:cNvPr>
                <p:cNvPicPr/>
                <p:nvPr/>
              </p:nvPicPr>
              <p:blipFill>
                <a:blip r:embed="rId17"/>
                <a:stretch>
                  <a:fillRect/>
                </a:stretch>
              </p:blipFill>
              <p:spPr>
                <a:xfrm>
                  <a:off x="2095911" y="2408620"/>
                  <a:ext cx="483228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20AA3B1A-2043-B966-7987-A887D6991A73}"/>
                    </a:ext>
                  </a:extLst>
                </p14:cNvPr>
                <p14:cNvContentPartPr/>
                <p14:nvPr/>
              </p14:nvContentPartPr>
              <p14:xfrm>
                <a:off x="2405871" y="2415100"/>
                <a:ext cx="4721760" cy="93960"/>
              </p14:xfrm>
            </p:contentPart>
          </mc:Choice>
          <mc:Fallback>
            <p:pic>
              <p:nvPicPr>
                <p:cNvPr id="12" name="Ink 11">
                  <a:extLst>
                    <a:ext uri="{FF2B5EF4-FFF2-40B4-BE49-F238E27FC236}">
                      <a16:creationId xmlns:a16="http://schemas.microsoft.com/office/drawing/2014/main" id="{20AA3B1A-2043-B966-7987-A887D6991A73}"/>
                    </a:ext>
                  </a:extLst>
                </p:cNvPr>
                <p:cNvPicPr/>
                <p:nvPr/>
              </p:nvPicPr>
              <p:blipFill>
                <a:blip r:embed="rId19"/>
                <a:stretch>
                  <a:fillRect/>
                </a:stretch>
              </p:blipFill>
              <p:spPr>
                <a:xfrm>
                  <a:off x="2343231" y="2352100"/>
                  <a:ext cx="4847400" cy="219600"/>
                </a:xfrm>
                <a:prstGeom prst="rect">
                  <a:avLst/>
                </a:prstGeom>
              </p:spPr>
            </p:pic>
          </mc:Fallback>
        </mc:AlternateContent>
      </p:grpSp>
    </p:spTree>
    <p:extLst>
      <p:ext uri="{BB962C8B-B14F-4D97-AF65-F5344CB8AC3E}">
        <p14:creationId xmlns:p14="http://schemas.microsoft.com/office/powerpoint/2010/main" val="193217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26E0A-4748-D92D-EFA4-67451240928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448C1D8-5086-0F5B-524F-5E28B4BA3492}"/>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31D7198A-3BA0-218F-8677-92F07FF77A5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Naming conflict</a:t>
            </a:r>
          </a:p>
          <a:p>
            <a:pPr algn="l"/>
            <a:r>
              <a:rPr lang="en-US" sz="1800">
                <a:sym typeface="Wingdings" pitchFamily="2" charset="2"/>
              </a:rPr>
              <a:t>- Because classes ... can't ... =&gt; We use ... to prevent ... =&gt; Multiple ... can be found ...</a:t>
            </a:r>
          </a:p>
          <a:p>
            <a:pPr algn="l"/>
            <a:r>
              <a:rPr lang="en-US" sz="1800">
                <a:sym typeface="Wingdings" pitchFamily="2" charset="2"/>
              </a:rPr>
              <a:t>(code illustration snippet 12)</a:t>
            </a:r>
          </a:p>
          <a:p>
            <a:pPr algn="l"/>
            <a:r>
              <a:rPr lang="en-US" sz="1800">
                <a:sym typeface="Wingdings" pitchFamily="2" charset="2"/>
              </a:rPr>
              <a:t>- In this snippet, we don't know which ... since we got java.... and java... =&gt; ???</a:t>
            </a:r>
          </a:p>
          <a:p>
            <a:pPr algn="l"/>
            <a:r>
              <a:rPr lang="en-US" sz="1800">
                <a:sym typeface="Wingdings" pitchFamily="2" charset="2"/>
              </a:rPr>
              <a:t>– We could do like this but...</a:t>
            </a:r>
          </a:p>
          <a:p>
            <a:pPr algn="l"/>
            <a:r>
              <a:rPr lang="en-US" sz="1800">
                <a:sym typeface="Wingdings" pitchFamily="2" charset="2"/>
              </a:rPr>
              <a:t>(code illustration snippet 13)</a:t>
            </a:r>
          </a:p>
          <a:p>
            <a:pPr algn="l"/>
            <a:r>
              <a:rPr lang="en-US" sz="1800">
                <a:sym typeface="Wingdings" pitchFamily="2" charset="2"/>
              </a:rPr>
              <a:t>- A way to solve this is ... </a:t>
            </a:r>
          </a:p>
          <a:p>
            <a:pPr algn="l"/>
            <a:r>
              <a:rPr lang="en-US" sz="1800">
                <a:sym typeface="Wingdings" pitchFamily="2" charset="2"/>
              </a:rPr>
              <a:t>(code illustration snippet 14)</a:t>
            </a:r>
          </a:p>
          <a:p>
            <a:pPr algn="l"/>
            <a:r>
              <a:rPr lang="en-US" sz="1800">
                <a:sym typeface="Wingdings" pitchFamily="2" charset="2"/>
              </a:rPr>
              <a:t>- But what if i need other ...</a:t>
            </a:r>
          </a:p>
          <a:p>
            <a:pPr algn="l"/>
            <a:r>
              <a:rPr lang="en-US" sz="1800">
                <a:sym typeface="Wingdings" pitchFamily="2" charset="2"/>
              </a:rPr>
              <a:t>(code illustration snippet 15)</a:t>
            </a:r>
          </a:p>
          <a:p>
            <a:pPr algn="l"/>
            <a:r>
              <a:rPr lang="en-US" sz="1800">
                <a:sym typeface="Wingdings" pitchFamily="2" charset="2"/>
              </a:rPr>
              <a:t>- What if i try...</a:t>
            </a:r>
          </a:p>
          <a:p>
            <a:pPr algn="l"/>
            <a:r>
              <a:rPr lang="en-US" sz="1800">
                <a:sym typeface="Wingdings" pitchFamily="2" charset="2"/>
              </a:rPr>
              <a:t>(code illustration snippet 16)</a:t>
            </a:r>
          </a:p>
          <a:p>
            <a:pPr algn="l"/>
            <a:r>
              <a:rPr lang="en-US" sz="1800">
                <a:sym typeface="Wingdings" pitchFamily="2" charset="2"/>
              </a:rPr>
              <a:t>- Finally, if we really need ...</a:t>
            </a:r>
          </a:p>
          <a:p>
            <a:pPr algn="l"/>
            <a:r>
              <a:rPr lang="en-US" sz="1800">
                <a:sym typeface="Wingdings" pitchFamily="2" charset="2"/>
              </a:rPr>
              <a:t>(code illustration snippet 17)</a:t>
            </a:r>
          </a:p>
        </p:txBody>
      </p:sp>
    </p:spTree>
    <p:extLst>
      <p:ext uri="{BB962C8B-B14F-4D97-AF65-F5344CB8AC3E}">
        <p14:creationId xmlns:p14="http://schemas.microsoft.com/office/powerpoint/2010/main" val="276465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AF52-0CDA-B64F-5CA6-FEB976AB69B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805A2C7-8B8A-9E4E-D06F-D2865D6F7E98}"/>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8D7D175F-E439-724D-DBD1-39F42F6976F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Creating a new package</a:t>
            </a:r>
          </a:p>
          <a:p>
            <a:pPr algn="l"/>
            <a:r>
              <a:rPr lang="en-US" sz="1800">
                <a:sym typeface="Wingdings" pitchFamily="2" charset="2"/>
              </a:rPr>
              <a:t>- All of the code we just write is inside ....</a:t>
            </a:r>
          </a:p>
          <a:p>
            <a:pPr algn="l"/>
            <a:r>
              <a:rPr lang="en-US" sz="1800">
                <a:sym typeface="Wingdings" pitchFamily="2" charset="2"/>
              </a:rPr>
              <a:t>- This is a special package, ... ,... ...</a:t>
            </a:r>
          </a:p>
          <a:p>
            <a:pPr algn="l"/>
            <a:r>
              <a:rPr lang="en-US" sz="1800">
                <a:sym typeface="Wingdings" pitchFamily="2" charset="2"/>
              </a:rPr>
              <a:t>- ... name = ... ?</a:t>
            </a:r>
          </a:p>
          <a:p>
            <a:pPr algn="l"/>
            <a:r>
              <a:rPr lang="en-US" sz="1800">
                <a:sym typeface="Wingdings" pitchFamily="2" charset="2"/>
              </a:rPr>
              <a:t>(code illustration snippet 17)</a:t>
            </a:r>
          </a:p>
          <a:p>
            <a:pPr algn="l"/>
            <a:r>
              <a:rPr lang="en-US" sz="1800" b="1">
                <a:sym typeface="Wingdings" pitchFamily="2" charset="2"/>
              </a:rPr>
              <a:t>Compiling and running code with packages</a:t>
            </a:r>
          </a:p>
          <a:p>
            <a:pPr algn="l"/>
            <a:r>
              <a:rPr lang="en-US" sz="1800">
                <a:sym typeface="Wingdings" pitchFamily="2" charset="2"/>
              </a:rPr>
              <a:t>1. ?</a:t>
            </a:r>
          </a:p>
          <a:p>
            <a:pPr algn="l"/>
            <a:r>
              <a:rPr lang="en-US" sz="1800">
                <a:sym typeface="Wingdings" pitchFamily="2" charset="2"/>
              </a:rPr>
              <a:t>2. ? </a:t>
            </a:r>
          </a:p>
          <a:p>
            <a:pPr algn="l"/>
            <a:r>
              <a:rPr lang="en-US" sz="1800">
                <a:sym typeface="Wingdings" pitchFamily="2" charset="2"/>
              </a:rPr>
              <a:t>3. ? </a:t>
            </a:r>
          </a:p>
          <a:p>
            <a:pPr algn="l"/>
            <a:r>
              <a:rPr lang="en-US" sz="1800">
                <a:sym typeface="Wingdings" pitchFamily="2" charset="2"/>
              </a:rPr>
              <a:t>(code illustration snippet 18)</a:t>
            </a:r>
          </a:p>
          <a:p>
            <a:pPr algn="l"/>
            <a:r>
              <a:rPr lang="en-US" sz="1800">
                <a:sym typeface="Wingdings" pitchFamily="2" charset="2"/>
              </a:rPr>
              <a:t>Note: OCFA books is bad at this topic. According to the official Java specs, the command in this book is ... not what they ... The reason why we keep getting ... is because ... JSE is ... (note 1)</a:t>
            </a:r>
          </a:p>
          <a:p>
            <a:pPr algn="l"/>
            <a:r>
              <a:rPr lang="en-US" sz="1800">
                <a:sym typeface="Wingdings" pitchFamily="2" charset="2"/>
              </a:rPr>
              <a:t>- If we have multiple ... that we need to ..., we can use ...</a:t>
            </a:r>
          </a:p>
          <a:p>
            <a:pPr algn="l"/>
            <a:r>
              <a:rPr lang="en-US" sz="1800">
                <a:sym typeface="Wingdings" pitchFamily="2" charset="2"/>
              </a:rPr>
              <a:t>– Then we can run ..</a:t>
            </a:r>
          </a:p>
          <a:p>
            <a:pPr algn="l"/>
            <a:r>
              <a:rPr lang="en-US" sz="1800">
                <a:sym typeface="Wingdings" pitchFamily="2" charset="2"/>
              </a:rPr>
              <a:t>(code illustration snippet 19)</a:t>
            </a:r>
          </a:p>
        </p:txBody>
      </p:sp>
    </p:spTree>
    <p:extLst>
      <p:ext uri="{BB962C8B-B14F-4D97-AF65-F5344CB8AC3E}">
        <p14:creationId xmlns:p14="http://schemas.microsoft.com/office/powerpoint/2010/main" val="332852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16B24-3925-7C57-020D-82FCFD0BB75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3605F1F-606F-4CB5-614A-1C801B257389}"/>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3E924E44-2BE4-6E07-F6C8-0F2A775654AB}"/>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As you can see, the ... file is in the same ... (an example to show how strict ...)</a:t>
            </a:r>
          </a:p>
          <a:p>
            <a:pPr algn="l"/>
            <a:r>
              <a:rPr lang="en-US" sz="1800">
                <a:sym typeface="Wingdings" pitchFamily="2" charset="2"/>
              </a:rPr>
              <a:t>- By default, Java will ... but we can ... this by using the ... flag</a:t>
            </a:r>
          </a:p>
          <a:p>
            <a:pPr algn="l"/>
            <a:r>
              <a:rPr lang="en-US" sz="1800">
                <a:sym typeface="Wingdings" pitchFamily="2" charset="2"/>
              </a:rPr>
              <a:t>Note: the ... command is case-..., therefore, ... is different from ...</a:t>
            </a:r>
          </a:p>
          <a:p>
            <a:pPr algn="l"/>
            <a:r>
              <a:rPr lang="en-US" sz="1800">
                <a:sym typeface="Wingdings" pitchFamily="2" charset="2"/>
              </a:rPr>
              <a:t>(code illustration snippet 20)</a:t>
            </a:r>
          </a:p>
          <a:p>
            <a:pPr algn="l"/>
            <a:r>
              <a:rPr lang="en-US" sz="1800">
                <a:sym typeface="Wingdings" pitchFamily="2" charset="2"/>
              </a:rPr>
              <a:t>- The "—classpath" flags means we tell ... to run the ...</a:t>
            </a:r>
          </a:p>
          <a:p>
            <a:pPr algn="l"/>
            <a:r>
              <a:rPr lang="en-US" sz="1800">
                <a:sym typeface="Wingdings" pitchFamily="2" charset="2"/>
              </a:rPr>
              <a:t>– If this flag is not ... =&gt; ... assume ...</a:t>
            </a:r>
          </a:p>
          <a:p>
            <a:pPr algn="l"/>
            <a:r>
              <a:rPr lang="en-US" sz="1800">
                <a:sym typeface="Wingdings" pitchFamily="2" charset="2"/>
              </a:rPr>
              <a:t>– In order to use this flag, we must use a ... that contains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 difference between 3 ...</a:t>
            </a:r>
          </a:p>
          <a:p>
            <a:pPr algn="l"/>
            <a:r>
              <a:rPr lang="en-US" sz="1800">
                <a:sym typeface="Wingdings" pitchFamily="2" charset="2"/>
              </a:rPr>
              <a:t>(code illustration snippet 21)</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982A807D-B020-9B55-8954-E8E65CA62606}"/>
              </a:ext>
            </a:extLst>
          </p:cNvPr>
          <p:cNvPicPr>
            <a:picLocks noChangeAspect="1"/>
          </p:cNvPicPr>
          <p:nvPr/>
        </p:nvPicPr>
        <p:blipFill>
          <a:blip r:embed="rId3"/>
          <a:stretch>
            <a:fillRect/>
          </a:stretch>
        </p:blipFill>
        <p:spPr>
          <a:xfrm>
            <a:off x="2817542" y="3429000"/>
            <a:ext cx="6556916" cy="1455234"/>
          </a:xfrm>
          <a:prstGeom prst="rect">
            <a:avLst/>
          </a:prstGeom>
        </p:spPr>
      </p:pic>
    </p:spTree>
    <p:extLst>
      <p:ext uri="{BB962C8B-B14F-4D97-AF65-F5344CB8AC3E}">
        <p14:creationId xmlns:p14="http://schemas.microsoft.com/office/powerpoint/2010/main" val="199349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36AEB-FCA2-96E0-1DF5-0F57FD02145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ED10A23-17CA-555B-FAF6-B11DE712670E}"/>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69D0A3F5-DF32-B512-2125-13DE3B8C2AF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5" name="Picture 4">
            <a:extLst>
              <a:ext uri="{FF2B5EF4-FFF2-40B4-BE49-F238E27FC236}">
                <a16:creationId xmlns:a16="http://schemas.microsoft.com/office/drawing/2014/main" id="{79B69E97-62D5-3F59-4A50-0A1C42C9023E}"/>
              </a:ext>
            </a:extLst>
          </p:cNvPr>
          <p:cNvPicPr>
            <a:picLocks noChangeAspect="1"/>
          </p:cNvPicPr>
          <p:nvPr/>
        </p:nvPicPr>
        <p:blipFill>
          <a:blip r:embed="rId3"/>
          <a:stretch>
            <a:fillRect/>
          </a:stretch>
        </p:blipFill>
        <p:spPr>
          <a:xfrm>
            <a:off x="2209800" y="1204486"/>
            <a:ext cx="7772400" cy="4449028"/>
          </a:xfrm>
          <a:prstGeom prst="rect">
            <a:avLst/>
          </a:prstGeom>
        </p:spPr>
      </p:pic>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6A22CB11-70CA-D21E-97CA-9D9BA7167F03}"/>
                  </a:ext>
                </a:extLst>
              </p14:cNvPr>
              <p14:cNvContentPartPr/>
              <p14:nvPr/>
            </p14:nvContentPartPr>
            <p14:xfrm>
              <a:off x="2218311" y="1449580"/>
              <a:ext cx="707040" cy="87840"/>
            </p14:xfrm>
          </p:contentPart>
        </mc:Choice>
        <mc:Fallback>
          <p:pic>
            <p:nvPicPr>
              <p:cNvPr id="6" name="Ink 5">
                <a:extLst>
                  <a:ext uri="{FF2B5EF4-FFF2-40B4-BE49-F238E27FC236}">
                    <a16:creationId xmlns:a16="http://schemas.microsoft.com/office/drawing/2014/main" id="{6A22CB11-70CA-D21E-97CA-9D9BA7167F03}"/>
                  </a:ext>
                </a:extLst>
              </p:cNvPr>
              <p:cNvPicPr/>
              <p:nvPr/>
            </p:nvPicPr>
            <p:blipFill>
              <a:blip r:embed="rId5"/>
              <a:stretch>
                <a:fillRect/>
              </a:stretch>
            </p:blipFill>
            <p:spPr>
              <a:xfrm>
                <a:off x="2155671" y="1386580"/>
                <a:ext cx="83268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9947E25C-5D76-A1B0-B2DC-299B3FB223F2}"/>
                  </a:ext>
                </a:extLst>
              </p14:cNvPr>
              <p14:cNvContentPartPr/>
              <p14:nvPr/>
            </p14:nvContentPartPr>
            <p14:xfrm>
              <a:off x="5135391" y="1450300"/>
              <a:ext cx="796680" cy="28440"/>
            </p14:xfrm>
          </p:contentPart>
        </mc:Choice>
        <mc:Fallback>
          <p:pic>
            <p:nvPicPr>
              <p:cNvPr id="7" name="Ink 6">
                <a:extLst>
                  <a:ext uri="{FF2B5EF4-FFF2-40B4-BE49-F238E27FC236}">
                    <a16:creationId xmlns:a16="http://schemas.microsoft.com/office/drawing/2014/main" id="{9947E25C-5D76-A1B0-B2DC-299B3FB223F2}"/>
                  </a:ext>
                </a:extLst>
              </p:cNvPr>
              <p:cNvPicPr/>
              <p:nvPr/>
            </p:nvPicPr>
            <p:blipFill>
              <a:blip r:embed="rId7"/>
              <a:stretch>
                <a:fillRect/>
              </a:stretch>
            </p:blipFill>
            <p:spPr>
              <a:xfrm>
                <a:off x="5072751" y="1387660"/>
                <a:ext cx="9223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FAE55050-E8D4-9540-976A-D1CAB5268584}"/>
                  </a:ext>
                </a:extLst>
              </p14:cNvPr>
              <p14:cNvContentPartPr/>
              <p14:nvPr/>
            </p14:nvContentPartPr>
            <p14:xfrm>
              <a:off x="5121711" y="1895980"/>
              <a:ext cx="3984120" cy="46080"/>
            </p14:xfrm>
          </p:contentPart>
        </mc:Choice>
        <mc:Fallback>
          <p:pic>
            <p:nvPicPr>
              <p:cNvPr id="8" name="Ink 7">
                <a:extLst>
                  <a:ext uri="{FF2B5EF4-FFF2-40B4-BE49-F238E27FC236}">
                    <a16:creationId xmlns:a16="http://schemas.microsoft.com/office/drawing/2014/main" id="{FAE55050-E8D4-9540-976A-D1CAB5268584}"/>
                  </a:ext>
                </a:extLst>
              </p:cNvPr>
              <p:cNvPicPr/>
              <p:nvPr/>
            </p:nvPicPr>
            <p:blipFill>
              <a:blip r:embed="rId9"/>
              <a:stretch>
                <a:fillRect/>
              </a:stretch>
            </p:blipFill>
            <p:spPr>
              <a:xfrm>
                <a:off x="5059071" y="1832980"/>
                <a:ext cx="410976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FEC14621-C243-B47A-D55D-3C60D48C306D}"/>
                  </a:ext>
                </a:extLst>
              </p14:cNvPr>
              <p14:cNvContentPartPr/>
              <p14:nvPr/>
            </p14:nvContentPartPr>
            <p14:xfrm>
              <a:off x="5081391" y="2839180"/>
              <a:ext cx="3826080" cy="56880"/>
            </p14:xfrm>
          </p:contentPart>
        </mc:Choice>
        <mc:Fallback>
          <p:pic>
            <p:nvPicPr>
              <p:cNvPr id="9" name="Ink 8">
                <a:extLst>
                  <a:ext uri="{FF2B5EF4-FFF2-40B4-BE49-F238E27FC236}">
                    <a16:creationId xmlns:a16="http://schemas.microsoft.com/office/drawing/2014/main" id="{FEC14621-C243-B47A-D55D-3C60D48C306D}"/>
                  </a:ext>
                </a:extLst>
              </p:cNvPr>
              <p:cNvPicPr/>
              <p:nvPr/>
            </p:nvPicPr>
            <p:blipFill>
              <a:blip r:embed="rId11"/>
              <a:stretch>
                <a:fillRect/>
              </a:stretch>
            </p:blipFill>
            <p:spPr>
              <a:xfrm>
                <a:off x="5018751" y="2776540"/>
                <a:ext cx="395172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A2A2F9E8-3E28-789F-C168-A65E6D7EB1BB}"/>
                  </a:ext>
                </a:extLst>
              </p14:cNvPr>
              <p14:cNvContentPartPr/>
              <p14:nvPr/>
            </p14:nvContentPartPr>
            <p14:xfrm>
              <a:off x="2161071" y="3652780"/>
              <a:ext cx="3488760" cy="38880"/>
            </p14:xfrm>
          </p:contentPart>
        </mc:Choice>
        <mc:Fallback>
          <p:pic>
            <p:nvPicPr>
              <p:cNvPr id="10" name="Ink 9">
                <a:extLst>
                  <a:ext uri="{FF2B5EF4-FFF2-40B4-BE49-F238E27FC236}">
                    <a16:creationId xmlns:a16="http://schemas.microsoft.com/office/drawing/2014/main" id="{A2A2F9E8-3E28-789F-C168-A65E6D7EB1BB}"/>
                  </a:ext>
                </a:extLst>
              </p:cNvPr>
              <p:cNvPicPr/>
              <p:nvPr/>
            </p:nvPicPr>
            <p:blipFill>
              <a:blip r:embed="rId13"/>
              <a:stretch>
                <a:fillRect/>
              </a:stretch>
            </p:blipFill>
            <p:spPr>
              <a:xfrm>
                <a:off x="2098071" y="3589780"/>
                <a:ext cx="361440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0243F353-5B52-DDE5-E302-3FD5193CDDC3}"/>
                  </a:ext>
                </a:extLst>
              </p14:cNvPr>
              <p14:cNvContentPartPr/>
              <p14:nvPr/>
            </p14:nvContentPartPr>
            <p14:xfrm>
              <a:off x="2323431" y="4190980"/>
              <a:ext cx="497880" cy="19440"/>
            </p14:xfrm>
          </p:contentPart>
        </mc:Choice>
        <mc:Fallback>
          <p:pic>
            <p:nvPicPr>
              <p:cNvPr id="11" name="Ink 10">
                <a:extLst>
                  <a:ext uri="{FF2B5EF4-FFF2-40B4-BE49-F238E27FC236}">
                    <a16:creationId xmlns:a16="http://schemas.microsoft.com/office/drawing/2014/main" id="{0243F353-5B52-DDE5-E302-3FD5193CDDC3}"/>
                  </a:ext>
                </a:extLst>
              </p:cNvPr>
              <p:cNvPicPr/>
              <p:nvPr/>
            </p:nvPicPr>
            <p:blipFill>
              <a:blip r:embed="rId15"/>
              <a:stretch>
                <a:fillRect/>
              </a:stretch>
            </p:blipFill>
            <p:spPr>
              <a:xfrm>
                <a:off x="2260431" y="4128340"/>
                <a:ext cx="6235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5F590B09-6824-1EB4-D93E-62D38CCB0262}"/>
                  </a:ext>
                </a:extLst>
              </p14:cNvPr>
              <p14:cNvContentPartPr/>
              <p14:nvPr/>
            </p14:nvContentPartPr>
            <p14:xfrm>
              <a:off x="5161311" y="4206460"/>
              <a:ext cx="887040" cy="20880"/>
            </p14:xfrm>
          </p:contentPart>
        </mc:Choice>
        <mc:Fallback>
          <p:pic>
            <p:nvPicPr>
              <p:cNvPr id="12" name="Ink 11">
                <a:extLst>
                  <a:ext uri="{FF2B5EF4-FFF2-40B4-BE49-F238E27FC236}">
                    <a16:creationId xmlns:a16="http://schemas.microsoft.com/office/drawing/2014/main" id="{5F590B09-6824-1EB4-D93E-62D38CCB0262}"/>
                  </a:ext>
                </a:extLst>
              </p:cNvPr>
              <p:cNvPicPr/>
              <p:nvPr/>
            </p:nvPicPr>
            <p:blipFill>
              <a:blip r:embed="rId17"/>
              <a:stretch>
                <a:fillRect/>
              </a:stretch>
            </p:blipFill>
            <p:spPr>
              <a:xfrm>
                <a:off x="5098671" y="4143460"/>
                <a:ext cx="101268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5498C5C2-5FE3-734E-0142-16473A330E68}"/>
                  </a:ext>
                </a:extLst>
              </p14:cNvPr>
              <p14:cNvContentPartPr/>
              <p14:nvPr/>
            </p14:nvContentPartPr>
            <p14:xfrm>
              <a:off x="5157351" y="4725220"/>
              <a:ext cx="3710520" cy="31680"/>
            </p14:xfrm>
          </p:contentPart>
        </mc:Choice>
        <mc:Fallback>
          <p:pic>
            <p:nvPicPr>
              <p:cNvPr id="13" name="Ink 12">
                <a:extLst>
                  <a:ext uri="{FF2B5EF4-FFF2-40B4-BE49-F238E27FC236}">
                    <a16:creationId xmlns:a16="http://schemas.microsoft.com/office/drawing/2014/main" id="{5498C5C2-5FE3-734E-0142-16473A330E68}"/>
                  </a:ext>
                </a:extLst>
              </p:cNvPr>
              <p:cNvPicPr/>
              <p:nvPr/>
            </p:nvPicPr>
            <p:blipFill>
              <a:blip r:embed="rId19"/>
              <a:stretch>
                <a:fillRect/>
              </a:stretch>
            </p:blipFill>
            <p:spPr>
              <a:xfrm>
                <a:off x="5094711" y="4662580"/>
                <a:ext cx="3836160" cy="157320"/>
              </a:xfrm>
              <a:prstGeom prst="rect">
                <a:avLst/>
              </a:prstGeom>
            </p:spPr>
          </p:pic>
        </mc:Fallback>
      </mc:AlternateContent>
    </p:spTree>
    <p:extLst>
      <p:ext uri="{BB962C8B-B14F-4D97-AF65-F5344CB8AC3E}">
        <p14:creationId xmlns:p14="http://schemas.microsoft.com/office/powerpoint/2010/main" val="31744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94707-6401-2CF8-259E-F035F6598F9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4C0F071-05F7-B235-F51D-D63CFE606B0A}"/>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AA851447-F288-5CED-4E90-8B63913C6CB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GENERAL INSTRUCTION WITH ... FLAG: only use it with the directory that ...</a:t>
            </a:r>
          </a:p>
          <a:p>
            <a:pPr algn="l"/>
            <a:r>
              <a:rPr lang="en-US" sz="1800">
                <a:sym typeface="Wingdings" pitchFamily="2" charset="2"/>
              </a:rPr>
              <a:t>– For example, you can see that the "classes" directory is not ... because ... =&gt; it must be ... in the ... flag</a:t>
            </a:r>
          </a:p>
          <a:p>
            <a:pPr algn="l"/>
            <a:r>
              <a:rPr lang="en-US" sz="1800" b="1">
                <a:sym typeface="Wingdings" pitchFamily="2" charset="2"/>
              </a:rPr>
              <a:t>Compiling with JAR files</a:t>
            </a:r>
          </a:p>
          <a:p>
            <a:pPr algn="l"/>
            <a:r>
              <a:rPr lang="en-US" sz="1800">
                <a:sym typeface="Wingdings" pitchFamily="2" charset="2"/>
              </a:rPr>
              <a:t>- We can use multiple ... with ... flag, not just ... and also use with ... file</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The "." is indicating ...</a:t>
            </a:r>
          </a:p>
          <a:p>
            <a:pPr algn="l"/>
            <a:endParaRPr lang="en-US" sz="1800" b="1">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C4794AAF-E45A-3BFC-8B81-320C329D456B}"/>
              </a:ext>
            </a:extLst>
          </p:cNvPr>
          <p:cNvPicPr>
            <a:picLocks noChangeAspect="1"/>
          </p:cNvPicPr>
          <p:nvPr/>
        </p:nvPicPr>
        <p:blipFill>
          <a:blip r:embed="rId3"/>
          <a:stretch>
            <a:fillRect/>
          </a:stretch>
        </p:blipFill>
        <p:spPr>
          <a:xfrm>
            <a:off x="1281046" y="2536023"/>
            <a:ext cx="10094524" cy="1785953"/>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A4F14488-AB33-2968-90B9-19E56054DAC9}"/>
                  </a:ext>
                </a:extLst>
              </p14:cNvPr>
              <p14:cNvContentPartPr/>
              <p14:nvPr/>
            </p14:nvContentPartPr>
            <p14:xfrm>
              <a:off x="1725831" y="2695180"/>
              <a:ext cx="4222800" cy="54000"/>
            </p14:xfrm>
          </p:contentPart>
        </mc:Choice>
        <mc:Fallback>
          <p:pic>
            <p:nvPicPr>
              <p:cNvPr id="5" name="Ink 4">
                <a:extLst>
                  <a:ext uri="{FF2B5EF4-FFF2-40B4-BE49-F238E27FC236}">
                    <a16:creationId xmlns:a16="http://schemas.microsoft.com/office/drawing/2014/main" id="{A4F14488-AB33-2968-90B9-19E56054DAC9}"/>
                  </a:ext>
                </a:extLst>
              </p:cNvPr>
              <p:cNvPicPr/>
              <p:nvPr/>
            </p:nvPicPr>
            <p:blipFill>
              <a:blip r:embed="rId5"/>
              <a:stretch>
                <a:fillRect/>
              </a:stretch>
            </p:blipFill>
            <p:spPr>
              <a:xfrm>
                <a:off x="1663191" y="2632180"/>
                <a:ext cx="43484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2BBF694A-3A31-5AC3-33F3-098499C28AE9}"/>
                  </a:ext>
                </a:extLst>
              </p14:cNvPr>
              <p14:cNvContentPartPr/>
              <p14:nvPr/>
            </p14:nvContentPartPr>
            <p14:xfrm>
              <a:off x="1684431" y="2595820"/>
              <a:ext cx="4332600" cy="223560"/>
            </p14:xfrm>
          </p:contentPart>
        </mc:Choice>
        <mc:Fallback>
          <p:pic>
            <p:nvPicPr>
              <p:cNvPr id="6" name="Ink 5">
                <a:extLst>
                  <a:ext uri="{FF2B5EF4-FFF2-40B4-BE49-F238E27FC236}">
                    <a16:creationId xmlns:a16="http://schemas.microsoft.com/office/drawing/2014/main" id="{2BBF694A-3A31-5AC3-33F3-098499C28AE9}"/>
                  </a:ext>
                </a:extLst>
              </p:cNvPr>
              <p:cNvPicPr/>
              <p:nvPr/>
            </p:nvPicPr>
            <p:blipFill>
              <a:blip r:embed="rId7"/>
              <a:stretch>
                <a:fillRect/>
              </a:stretch>
            </p:blipFill>
            <p:spPr>
              <a:xfrm>
                <a:off x="1621431" y="2532820"/>
                <a:ext cx="4458240" cy="349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AB36939B-74A5-3BCE-2780-704A3CA4F44E}"/>
                  </a:ext>
                </a:extLst>
              </p14:cNvPr>
              <p14:cNvContentPartPr/>
              <p14:nvPr/>
            </p14:nvContentPartPr>
            <p14:xfrm>
              <a:off x="1637991" y="3499780"/>
              <a:ext cx="4260600" cy="327960"/>
            </p14:xfrm>
          </p:contentPart>
        </mc:Choice>
        <mc:Fallback>
          <p:pic>
            <p:nvPicPr>
              <p:cNvPr id="7" name="Ink 6">
                <a:extLst>
                  <a:ext uri="{FF2B5EF4-FFF2-40B4-BE49-F238E27FC236}">
                    <a16:creationId xmlns:a16="http://schemas.microsoft.com/office/drawing/2014/main" id="{AB36939B-74A5-3BCE-2780-704A3CA4F44E}"/>
                  </a:ext>
                </a:extLst>
              </p:cNvPr>
              <p:cNvPicPr/>
              <p:nvPr/>
            </p:nvPicPr>
            <p:blipFill>
              <a:blip r:embed="rId9"/>
              <a:stretch>
                <a:fillRect/>
              </a:stretch>
            </p:blipFill>
            <p:spPr>
              <a:xfrm>
                <a:off x="1574991" y="3437140"/>
                <a:ext cx="4386240" cy="453600"/>
              </a:xfrm>
              <a:prstGeom prst="rect">
                <a:avLst/>
              </a:prstGeom>
            </p:spPr>
          </p:pic>
        </mc:Fallback>
      </mc:AlternateContent>
    </p:spTree>
    <p:extLst>
      <p:ext uri="{BB962C8B-B14F-4D97-AF65-F5344CB8AC3E}">
        <p14:creationId xmlns:p14="http://schemas.microsoft.com/office/powerpoint/2010/main" val="283323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23616-4AF5-4399-F6F5-3C23FABDA95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ABA4959-E039-244C-61B8-77B1B79EBEEF}"/>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83DD74AD-5820-4B6C-E00F-84323099A11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23,24,25)</a:t>
            </a:r>
          </a:p>
        </p:txBody>
      </p:sp>
    </p:spTree>
    <p:extLst>
      <p:ext uri="{BB962C8B-B14F-4D97-AF65-F5344CB8AC3E}">
        <p14:creationId xmlns:p14="http://schemas.microsoft.com/office/powerpoint/2010/main" val="48084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C1C3A-2C7D-9A0C-DE24-25C05F82D23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94C9BE9-CF61-0778-BA35-4388DA15B586}"/>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8064F68B-2BD2-D4E3-01D3-319813C86A3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b="1">
              <a:sym typeface="Wingdings" pitchFamily="2" charset="2"/>
            </a:endParaRPr>
          </a:p>
        </p:txBody>
      </p:sp>
      <p:pic>
        <p:nvPicPr>
          <p:cNvPr id="6" name="Picture 5">
            <a:extLst>
              <a:ext uri="{FF2B5EF4-FFF2-40B4-BE49-F238E27FC236}">
                <a16:creationId xmlns:a16="http://schemas.microsoft.com/office/drawing/2014/main" id="{DCD34CA5-265E-20B4-BDE6-A9B4BEEC6212}"/>
              </a:ext>
            </a:extLst>
          </p:cNvPr>
          <p:cNvPicPr>
            <a:picLocks noChangeAspect="1"/>
          </p:cNvPicPr>
          <p:nvPr/>
        </p:nvPicPr>
        <p:blipFill>
          <a:blip r:embed="rId3"/>
          <a:stretch>
            <a:fillRect/>
          </a:stretch>
        </p:blipFill>
        <p:spPr>
          <a:xfrm>
            <a:off x="869894" y="1221421"/>
            <a:ext cx="10452211" cy="4415157"/>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A0006290-C613-505A-3872-D981B72B7D24}"/>
                  </a:ext>
                </a:extLst>
              </p14:cNvPr>
              <p14:cNvContentPartPr/>
              <p14:nvPr/>
            </p14:nvContentPartPr>
            <p14:xfrm>
              <a:off x="3956031" y="2313580"/>
              <a:ext cx="2446560" cy="123840"/>
            </p14:xfrm>
          </p:contentPart>
        </mc:Choice>
        <mc:Fallback>
          <p:pic>
            <p:nvPicPr>
              <p:cNvPr id="7" name="Ink 6">
                <a:extLst>
                  <a:ext uri="{FF2B5EF4-FFF2-40B4-BE49-F238E27FC236}">
                    <a16:creationId xmlns:a16="http://schemas.microsoft.com/office/drawing/2014/main" id="{A0006290-C613-505A-3872-D981B72B7D24}"/>
                  </a:ext>
                </a:extLst>
              </p:cNvPr>
              <p:cNvPicPr/>
              <p:nvPr/>
            </p:nvPicPr>
            <p:blipFill>
              <a:blip r:embed="rId5"/>
              <a:stretch>
                <a:fillRect/>
              </a:stretch>
            </p:blipFill>
            <p:spPr>
              <a:xfrm>
                <a:off x="3893031" y="2250940"/>
                <a:ext cx="257220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CB57E4AE-DC75-D1D2-233E-C45C446A1506}"/>
                  </a:ext>
                </a:extLst>
              </p14:cNvPr>
              <p14:cNvContentPartPr/>
              <p14:nvPr/>
            </p14:nvContentPartPr>
            <p14:xfrm>
              <a:off x="3985191" y="3175420"/>
              <a:ext cx="4555800" cy="227160"/>
            </p14:xfrm>
          </p:contentPart>
        </mc:Choice>
        <mc:Fallback>
          <p:pic>
            <p:nvPicPr>
              <p:cNvPr id="9" name="Ink 8">
                <a:extLst>
                  <a:ext uri="{FF2B5EF4-FFF2-40B4-BE49-F238E27FC236}">
                    <a16:creationId xmlns:a16="http://schemas.microsoft.com/office/drawing/2014/main" id="{CB57E4AE-DC75-D1D2-233E-C45C446A1506}"/>
                  </a:ext>
                </a:extLst>
              </p:cNvPr>
              <p:cNvPicPr/>
              <p:nvPr/>
            </p:nvPicPr>
            <p:blipFill>
              <a:blip r:embed="rId7"/>
              <a:stretch>
                <a:fillRect/>
              </a:stretch>
            </p:blipFill>
            <p:spPr>
              <a:xfrm>
                <a:off x="3922551" y="3112420"/>
                <a:ext cx="468144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D08083E1-31AC-5A90-BF3E-F7407F40C34C}"/>
                  </a:ext>
                </a:extLst>
              </p14:cNvPr>
              <p14:cNvContentPartPr/>
              <p14:nvPr/>
            </p14:nvContentPartPr>
            <p14:xfrm>
              <a:off x="3966831" y="4092700"/>
              <a:ext cx="1576800" cy="178920"/>
            </p14:xfrm>
          </p:contentPart>
        </mc:Choice>
        <mc:Fallback>
          <p:pic>
            <p:nvPicPr>
              <p:cNvPr id="10" name="Ink 9">
                <a:extLst>
                  <a:ext uri="{FF2B5EF4-FFF2-40B4-BE49-F238E27FC236}">
                    <a16:creationId xmlns:a16="http://schemas.microsoft.com/office/drawing/2014/main" id="{D08083E1-31AC-5A90-BF3E-F7407F40C34C}"/>
                  </a:ext>
                </a:extLst>
              </p:cNvPr>
              <p:cNvPicPr/>
              <p:nvPr/>
            </p:nvPicPr>
            <p:blipFill>
              <a:blip r:embed="rId9"/>
              <a:stretch>
                <a:fillRect/>
              </a:stretch>
            </p:blipFill>
            <p:spPr>
              <a:xfrm>
                <a:off x="3903831" y="4029700"/>
                <a:ext cx="170244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BB0F5353-A0B5-933E-62FD-5F653F9B0BD2}"/>
                  </a:ext>
                </a:extLst>
              </p14:cNvPr>
              <p14:cNvContentPartPr/>
              <p14:nvPr/>
            </p14:nvContentPartPr>
            <p14:xfrm>
              <a:off x="3900591" y="4989820"/>
              <a:ext cx="6000120" cy="264600"/>
            </p14:xfrm>
          </p:contentPart>
        </mc:Choice>
        <mc:Fallback>
          <p:pic>
            <p:nvPicPr>
              <p:cNvPr id="11" name="Ink 10">
                <a:extLst>
                  <a:ext uri="{FF2B5EF4-FFF2-40B4-BE49-F238E27FC236}">
                    <a16:creationId xmlns:a16="http://schemas.microsoft.com/office/drawing/2014/main" id="{BB0F5353-A0B5-933E-62FD-5F653F9B0BD2}"/>
                  </a:ext>
                </a:extLst>
              </p:cNvPr>
              <p:cNvPicPr/>
              <p:nvPr/>
            </p:nvPicPr>
            <p:blipFill>
              <a:blip r:embed="rId11"/>
              <a:stretch>
                <a:fillRect/>
              </a:stretch>
            </p:blipFill>
            <p:spPr>
              <a:xfrm>
                <a:off x="3837591" y="4926820"/>
                <a:ext cx="6125760" cy="390240"/>
              </a:xfrm>
              <a:prstGeom prst="rect">
                <a:avLst/>
              </a:prstGeom>
            </p:spPr>
          </p:pic>
        </mc:Fallback>
      </mc:AlternateContent>
    </p:spTree>
    <p:extLst>
      <p:ext uri="{BB962C8B-B14F-4D97-AF65-F5344CB8AC3E}">
        <p14:creationId xmlns:p14="http://schemas.microsoft.com/office/powerpoint/2010/main" val="184343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E740F-E8EE-1186-20CB-9079BA52066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4D83359-44B9-4013-92CE-70D414BD8068}"/>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7C66780B-D172-B805-2A7A-F4C34EA94BA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Ordering element in a class</a:t>
            </a:r>
          </a:p>
          <a:p>
            <a:pPr algn="l"/>
            <a:endParaRPr lang="en-US" sz="1800" b="1">
              <a:sym typeface="Wingdings" pitchFamily="2" charset="2"/>
            </a:endParaRPr>
          </a:p>
        </p:txBody>
      </p:sp>
      <p:pic>
        <p:nvPicPr>
          <p:cNvPr id="2" name="Picture 1">
            <a:extLst>
              <a:ext uri="{FF2B5EF4-FFF2-40B4-BE49-F238E27FC236}">
                <a16:creationId xmlns:a16="http://schemas.microsoft.com/office/drawing/2014/main" id="{F5F73D2E-CE57-DD9E-3D7B-5A035A769153}"/>
              </a:ext>
            </a:extLst>
          </p:cNvPr>
          <p:cNvPicPr>
            <a:picLocks noChangeAspect="1"/>
          </p:cNvPicPr>
          <p:nvPr/>
        </p:nvPicPr>
        <p:blipFill>
          <a:blip r:embed="rId3"/>
          <a:stretch>
            <a:fillRect/>
          </a:stretch>
        </p:blipFill>
        <p:spPr>
          <a:xfrm>
            <a:off x="1753435" y="1316814"/>
            <a:ext cx="8685130" cy="4720448"/>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06077841-0B0F-6263-85B3-F34F25E917F5}"/>
                  </a:ext>
                </a:extLst>
              </p14:cNvPr>
              <p14:cNvContentPartPr/>
              <p14:nvPr/>
            </p14:nvContentPartPr>
            <p14:xfrm>
              <a:off x="4317471" y="2218540"/>
              <a:ext cx="1309320" cy="110160"/>
            </p14:xfrm>
          </p:contentPart>
        </mc:Choice>
        <mc:Fallback>
          <p:pic>
            <p:nvPicPr>
              <p:cNvPr id="5" name="Ink 4">
                <a:extLst>
                  <a:ext uri="{FF2B5EF4-FFF2-40B4-BE49-F238E27FC236}">
                    <a16:creationId xmlns:a16="http://schemas.microsoft.com/office/drawing/2014/main" id="{06077841-0B0F-6263-85B3-F34F25E917F5}"/>
                  </a:ext>
                </a:extLst>
              </p:cNvPr>
              <p:cNvPicPr/>
              <p:nvPr/>
            </p:nvPicPr>
            <p:blipFill>
              <a:blip r:embed="rId5"/>
              <a:stretch>
                <a:fillRect/>
              </a:stretch>
            </p:blipFill>
            <p:spPr>
              <a:xfrm>
                <a:off x="4254831" y="2155900"/>
                <a:ext cx="143496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9010DB2-F6AB-F051-EEE6-A4A5C4AF5336}"/>
                  </a:ext>
                </a:extLst>
              </p14:cNvPr>
              <p14:cNvContentPartPr/>
              <p14:nvPr/>
            </p14:nvContentPartPr>
            <p14:xfrm>
              <a:off x="4020471" y="2883100"/>
              <a:ext cx="1620720" cy="384840"/>
            </p14:xfrm>
          </p:contentPart>
        </mc:Choice>
        <mc:Fallback>
          <p:pic>
            <p:nvPicPr>
              <p:cNvPr id="6" name="Ink 5">
                <a:extLst>
                  <a:ext uri="{FF2B5EF4-FFF2-40B4-BE49-F238E27FC236}">
                    <a16:creationId xmlns:a16="http://schemas.microsoft.com/office/drawing/2014/main" id="{99010DB2-F6AB-F051-EEE6-A4A5C4AF5336}"/>
                  </a:ext>
                </a:extLst>
              </p:cNvPr>
              <p:cNvPicPr/>
              <p:nvPr/>
            </p:nvPicPr>
            <p:blipFill>
              <a:blip r:embed="rId7"/>
              <a:stretch>
                <a:fillRect/>
              </a:stretch>
            </p:blipFill>
            <p:spPr>
              <a:xfrm>
                <a:off x="3957831" y="2820100"/>
                <a:ext cx="1746360" cy="510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06DC03F5-1B84-6C0E-FEB8-2F26473921AA}"/>
                  </a:ext>
                </a:extLst>
              </p14:cNvPr>
              <p14:cNvContentPartPr/>
              <p14:nvPr/>
            </p14:nvContentPartPr>
            <p14:xfrm>
              <a:off x="4281831" y="2203060"/>
              <a:ext cx="5738400" cy="1762920"/>
            </p14:xfrm>
          </p:contentPart>
        </mc:Choice>
        <mc:Fallback>
          <p:pic>
            <p:nvPicPr>
              <p:cNvPr id="7" name="Ink 6">
                <a:extLst>
                  <a:ext uri="{FF2B5EF4-FFF2-40B4-BE49-F238E27FC236}">
                    <a16:creationId xmlns:a16="http://schemas.microsoft.com/office/drawing/2014/main" id="{06DC03F5-1B84-6C0E-FEB8-2F26473921AA}"/>
                  </a:ext>
                </a:extLst>
              </p:cNvPr>
              <p:cNvPicPr/>
              <p:nvPr/>
            </p:nvPicPr>
            <p:blipFill>
              <a:blip r:embed="rId9"/>
              <a:stretch>
                <a:fillRect/>
              </a:stretch>
            </p:blipFill>
            <p:spPr>
              <a:xfrm>
                <a:off x="4218831" y="2140060"/>
                <a:ext cx="5864040" cy="1888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7F857931-479C-A4AC-1690-90C0985B8672}"/>
                  </a:ext>
                </a:extLst>
              </p14:cNvPr>
              <p14:cNvContentPartPr/>
              <p14:nvPr/>
            </p14:nvContentPartPr>
            <p14:xfrm>
              <a:off x="6885711" y="2875180"/>
              <a:ext cx="2920680" cy="390960"/>
            </p14:xfrm>
          </p:contentPart>
        </mc:Choice>
        <mc:Fallback>
          <p:pic>
            <p:nvPicPr>
              <p:cNvPr id="9" name="Ink 8">
                <a:extLst>
                  <a:ext uri="{FF2B5EF4-FFF2-40B4-BE49-F238E27FC236}">
                    <a16:creationId xmlns:a16="http://schemas.microsoft.com/office/drawing/2014/main" id="{7F857931-479C-A4AC-1690-90C0985B8672}"/>
                  </a:ext>
                </a:extLst>
              </p:cNvPr>
              <p:cNvPicPr/>
              <p:nvPr/>
            </p:nvPicPr>
            <p:blipFill>
              <a:blip r:embed="rId11"/>
              <a:stretch>
                <a:fillRect/>
              </a:stretch>
            </p:blipFill>
            <p:spPr>
              <a:xfrm>
                <a:off x="6822711" y="2812540"/>
                <a:ext cx="3046320" cy="516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0C9DC2CB-F8D5-F0F1-FF6D-C42CDCAC0486}"/>
                  </a:ext>
                </a:extLst>
              </p14:cNvPr>
              <p14:cNvContentPartPr/>
              <p14:nvPr/>
            </p14:nvContentPartPr>
            <p14:xfrm>
              <a:off x="4339071" y="3743500"/>
              <a:ext cx="5464800" cy="914760"/>
            </p14:xfrm>
          </p:contentPart>
        </mc:Choice>
        <mc:Fallback>
          <p:pic>
            <p:nvPicPr>
              <p:cNvPr id="10" name="Ink 9">
                <a:extLst>
                  <a:ext uri="{FF2B5EF4-FFF2-40B4-BE49-F238E27FC236}">
                    <a16:creationId xmlns:a16="http://schemas.microsoft.com/office/drawing/2014/main" id="{0C9DC2CB-F8D5-F0F1-FF6D-C42CDCAC0486}"/>
                  </a:ext>
                </a:extLst>
              </p:cNvPr>
              <p:cNvPicPr/>
              <p:nvPr/>
            </p:nvPicPr>
            <p:blipFill>
              <a:blip r:embed="rId13"/>
              <a:stretch>
                <a:fillRect/>
              </a:stretch>
            </p:blipFill>
            <p:spPr>
              <a:xfrm>
                <a:off x="4276071" y="3680500"/>
                <a:ext cx="5590440" cy="1040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DC5CE8E4-39BB-D39D-8926-E8FB894DE3AB}"/>
                  </a:ext>
                </a:extLst>
              </p14:cNvPr>
              <p14:cNvContentPartPr/>
              <p14:nvPr/>
            </p14:nvContentPartPr>
            <p14:xfrm>
              <a:off x="7012431" y="4455580"/>
              <a:ext cx="2626920" cy="353160"/>
            </p14:xfrm>
          </p:contentPart>
        </mc:Choice>
        <mc:Fallback>
          <p:pic>
            <p:nvPicPr>
              <p:cNvPr id="11" name="Ink 10">
                <a:extLst>
                  <a:ext uri="{FF2B5EF4-FFF2-40B4-BE49-F238E27FC236}">
                    <a16:creationId xmlns:a16="http://schemas.microsoft.com/office/drawing/2014/main" id="{DC5CE8E4-39BB-D39D-8926-E8FB894DE3AB}"/>
                  </a:ext>
                </a:extLst>
              </p:cNvPr>
              <p:cNvPicPr/>
              <p:nvPr/>
            </p:nvPicPr>
            <p:blipFill>
              <a:blip r:embed="rId15"/>
              <a:stretch>
                <a:fillRect/>
              </a:stretch>
            </p:blipFill>
            <p:spPr>
              <a:xfrm>
                <a:off x="6949791" y="4392940"/>
                <a:ext cx="2752560" cy="47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541E4BB6-37A9-8FBB-751A-06030EF3AF0D}"/>
                  </a:ext>
                </a:extLst>
              </p14:cNvPr>
              <p14:cNvContentPartPr/>
              <p14:nvPr/>
            </p14:nvContentPartPr>
            <p14:xfrm>
              <a:off x="4350591" y="5181340"/>
              <a:ext cx="5327280" cy="327240"/>
            </p14:xfrm>
          </p:contentPart>
        </mc:Choice>
        <mc:Fallback>
          <p:pic>
            <p:nvPicPr>
              <p:cNvPr id="12" name="Ink 11">
                <a:extLst>
                  <a:ext uri="{FF2B5EF4-FFF2-40B4-BE49-F238E27FC236}">
                    <a16:creationId xmlns:a16="http://schemas.microsoft.com/office/drawing/2014/main" id="{541E4BB6-37A9-8FBB-751A-06030EF3AF0D}"/>
                  </a:ext>
                </a:extLst>
              </p:cNvPr>
              <p:cNvPicPr/>
              <p:nvPr/>
            </p:nvPicPr>
            <p:blipFill>
              <a:blip r:embed="rId17"/>
              <a:stretch>
                <a:fillRect/>
              </a:stretch>
            </p:blipFill>
            <p:spPr>
              <a:xfrm>
                <a:off x="4287951" y="5118700"/>
                <a:ext cx="5452920" cy="452880"/>
              </a:xfrm>
              <a:prstGeom prst="rect">
                <a:avLst/>
              </a:prstGeom>
            </p:spPr>
          </p:pic>
        </mc:Fallback>
      </mc:AlternateContent>
    </p:spTree>
    <p:extLst>
      <p:ext uri="{BB962C8B-B14F-4D97-AF65-F5344CB8AC3E}">
        <p14:creationId xmlns:p14="http://schemas.microsoft.com/office/powerpoint/2010/main" val="425725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A49F7-B072-5F05-D728-4788FCDCB42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B6803BF-61D2-958F-FDB3-B3C3B019B523}"/>
              </a:ext>
            </a:extLst>
          </p:cNvPr>
          <p:cNvSpPr>
            <a:spLocks noGrp="1"/>
          </p:cNvSpPr>
          <p:nvPr>
            <p:ph type="subTitle" idx="1"/>
          </p:nvPr>
        </p:nvSpPr>
        <p:spPr>
          <a:xfrm>
            <a:off x="152399" y="273244"/>
            <a:ext cx="11223171" cy="303212"/>
          </a:xfrm>
        </p:spPr>
        <p:txBody>
          <a:bodyPr>
            <a:normAutofit fontScale="92500" lnSpcReduction="20000"/>
          </a:bodyPr>
          <a:lstStyle/>
          <a:p>
            <a:r>
              <a:rPr lang="en-US" sz="1800" b="1"/>
              <a:t>Understanding Package Declaration</a:t>
            </a:r>
          </a:p>
        </p:txBody>
      </p:sp>
      <p:sp>
        <p:nvSpPr>
          <p:cNvPr id="4" name="Subtitle 2">
            <a:extLst>
              <a:ext uri="{FF2B5EF4-FFF2-40B4-BE49-F238E27FC236}">
                <a16:creationId xmlns:a16="http://schemas.microsoft.com/office/drawing/2014/main" id="{0B272075-8CDD-F0DF-B949-0B95157DC76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b="1">
              <a:sym typeface="Wingdings" pitchFamily="2" charset="2"/>
            </a:endParaRPr>
          </a:p>
        </p:txBody>
      </p:sp>
    </p:spTree>
    <p:extLst>
      <p:ext uri="{BB962C8B-B14F-4D97-AF65-F5344CB8AC3E}">
        <p14:creationId xmlns:p14="http://schemas.microsoft.com/office/powerpoint/2010/main" val="81072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10925</TotalTime>
  <Words>1014</Words>
  <Application>Microsoft Macintosh PowerPoint</Application>
  <PresentationFormat>Widescreen</PresentationFormat>
  <Paragraphs>161</Paragraphs>
  <Slides>20</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Wingdings</vt:lpstr>
      <vt:lpstr>Office Theme</vt:lpstr>
      <vt:lpstr>Java SE 17 –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Dinh Vinh Mai</dc:creator>
  <cp:lastModifiedBy>Mai Dinh Vinh  (S.CECS)</cp:lastModifiedBy>
  <cp:revision>31</cp:revision>
  <dcterms:created xsi:type="dcterms:W3CDTF">2024-07-05T03:43:45Z</dcterms:created>
  <dcterms:modified xsi:type="dcterms:W3CDTF">2025-11-06T12:05:36Z</dcterms:modified>
</cp:coreProperties>
</file>