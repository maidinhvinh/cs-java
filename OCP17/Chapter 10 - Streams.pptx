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69" r:id="rId14"/>
    <p:sldId id="271" r:id="rId15"/>
    <p:sldId id="270" r:id="rId16"/>
    <p:sldId id="272" r:id="rId17"/>
    <p:sldId id="273"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5CD2C29-6869-4EB9-A262-397E95AA9D5D}">
          <p14:sldIdLst>
            <p14:sldId id="256"/>
            <p14:sldId id="258"/>
            <p14:sldId id="259"/>
            <p14:sldId id="260"/>
            <p14:sldId id="261"/>
            <p14:sldId id="262"/>
            <p14:sldId id="263"/>
            <p14:sldId id="264"/>
            <p14:sldId id="265"/>
            <p14:sldId id="266"/>
            <p14:sldId id="267"/>
            <p14:sldId id="268"/>
            <p14:sldId id="269"/>
            <p14:sldId id="271"/>
            <p14:sldId id="270"/>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AF12651-E492-4749-A948-8FB040B70964}" v="10997" dt="2024-07-11T23:31:06.50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6859" autoAdjust="0"/>
    <p:restoredTop sz="92164"/>
  </p:normalViewPr>
  <p:slideViewPr>
    <p:cSldViewPr snapToGrid="0">
      <p:cViewPr varScale="1">
        <p:scale>
          <a:sx n="110" d="100"/>
          <a:sy n="110" d="100"/>
        </p:scale>
        <p:origin x="392" y="2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inh Vinh Mai" userId="b8e4a559-41e0-4141-8dc1-330451d69615" providerId="ADAL" clId="{9AF12651-E492-4749-A948-8FB040B70964}"/>
    <pc:docChg chg="undo custSel addSld delSld modSld sldOrd addSection delSection modSection">
      <pc:chgData name="Dinh Vinh Mai" userId="b8e4a559-41e0-4141-8dc1-330451d69615" providerId="ADAL" clId="{9AF12651-E492-4749-A948-8FB040B70964}" dt="2024-07-11T23:31:06.508" v="15304" actId="20577"/>
      <pc:docMkLst>
        <pc:docMk/>
      </pc:docMkLst>
      <pc:sldChg chg="del">
        <pc:chgData name="Dinh Vinh Mai" userId="b8e4a559-41e0-4141-8dc1-330451d69615" providerId="ADAL" clId="{9AF12651-E492-4749-A948-8FB040B70964}" dt="2024-07-11T01:41:42.792" v="0" actId="47"/>
        <pc:sldMkLst>
          <pc:docMk/>
          <pc:sldMk cId="217268900" sldId="256"/>
        </pc:sldMkLst>
      </pc:sldChg>
      <pc:sldChg chg="modSp new mod">
        <pc:chgData name="Dinh Vinh Mai" userId="b8e4a559-41e0-4141-8dc1-330451d69615" providerId="ADAL" clId="{9AF12651-E492-4749-A948-8FB040B70964}" dt="2024-07-11T01:42:31.374" v="77" actId="20577"/>
        <pc:sldMkLst>
          <pc:docMk/>
          <pc:sldMk cId="2437323191" sldId="256"/>
        </pc:sldMkLst>
        <pc:spChg chg="mod">
          <ac:chgData name="Dinh Vinh Mai" userId="b8e4a559-41e0-4141-8dc1-330451d69615" providerId="ADAL" clId="{9AF12651-E492-4749-A948-8FB040B70964}" dt="2024-07-11T01:41:58.931" v="44" actId="20577"/>
          <ac:spMkLst>
            <pc:docMk/>
            <pc:sldMk cId="2437323191" sldId="256"/>
            <ac:spMk id="2" creationId="{5F432DBD-CB83-55BD-128C-2C66E47798F8}"/>
          </ac:spMkLst>
        </pc:spChg>
        <pc:spChg chg="mod">
          <ac:chgData name="Dinh Vinh Mai" userId="b8e4a559-41e0-4141-8dc1-330451d69615" providerId="ADAL" clId="{9AF12651-E492-4749-A948-8FB040B70964}" dt="2024-07-11T01:42:31.374" v="77" actId="20577"/>
          <ac:spMkLst>
            <pc:docMk/>
            <pc:sldMk cId="2437323191" sldId="256"/>
            <ac:spMk id="3" creationId="{96DD8BC4-D539-661E-8A88-53AF6C208F93}"/>
          </ac:spMkLst>
        </pc:spChg>
      </pc:sldChg>
      <pc:sldChg chg="addSp delSp modSp add del mod">
        <pc:chgData name="Dinh Vinh Mai" userId="b8e4a559-41e0-4141-8dc1-330451d69615" providerId="ADAL" clId="{9AF12651-E492-4749-A948-8FB040B70964}" dt="2024-07-11T01:48:04.827" v="216" actId="47"/>
        <pc:sldMkLst>
          <pc:docMk/>
          <pc:sldMk cId="1145363845" sldId="257"/>
        </pc:sldMkLst>
        <pc:spChg chg="del mod">
          <ac:chgData name="Dinh Vinh Mai" userId="b8e4a559-41e0-4141-8dc1-330451d69615" providerId="ADAL" clId="{9AF12651-E492-4749-A948-8FB040B70964}" dt="2024-07-11T01:44:11.394" v="80" actId="478"/>
          <ac:spMkLst>
            <pc:docMk/>
            <pc:sldMk cId="1145363845" sldId="257"/>
            <ac:spMk id="2" creationId="{5F432DBD-CB83-55BD-128C-2C66E47798F8}"/>
          </ac:spMkLst>
        </pc:spChg>
        <pc:spChg chg="mod">
          <ac:chgData name="Dinh Vinh Mai" userId="b8e4a559-41e0-4141-8dc1-330451d69615" providerId="ADAL" clId="{9AF12651-E492-4749-A948-8FB040B70964}" dt="2024-07-11T01:46:05.600" v="116" actId="1076"/>
          <ac:spMkLst>
            <pc:docMk/>
            <pc:sldMk cId="1145363845" sldId="257"/>
            <ac:spMk id="3" creationId="{96DD8BC4-D539-661E-8A88-53AF6C208F93}"/>
          </ac:spMkLst>
        </pc:spChg>
        <pc:spChg chg="add del mod">
          <ac:chgData name="Dinh Vinh Mai" userId="b8e4a559-41e0-4141-8dc1-330451d69615" providerId="ADAL" clId="{9AF12651-E492-4749-A948-8FB040B70964}" dt="2024-07-11T01:47:56.554" v="215" actId="478"/>
          <ac:spMkLst>
            <pc:docMk/>
            <pc:sldMk cId="1145363845" sldId="257"/>
            <ac:spMk id="4" creationId="{BBA13038-CAB8-FCA0-CDE8-65E40C2F10A3}"/>
          </ac:spMkLst>
        </pc:spChg>
      </pc:sldChg>
      <pc:sldChg chg="del">
        <pc:chgData name="Dinh Vinh Mai" userId="b8e4a559-41e0-4141-8dc1-330451d69615" providerId="ADAL" clId="{9AF12651-E492-4749-A948-8FB040B70964}" dt="2024-07-11T01:41:42.792" v="0" actId="47"/>
        <pc:sldMkLst>
          <pc:docMk/>
          <pc:sldMk cId="3564134708" sldId="257"/>
        </pc:sldMkLst>
      </pc:sldChg>
      <pc:sldChg chg="modSp add mod modAnim">
        <pc:chgData name="Dinh Vinh Mai" userId="b8e4a559-41e0-4141-8dc1-330451d69615" providerId="ADAL" clId="{9AF12651-E492-4749-A948-8FB040B70964}" dt="2024-07-11T02:13:51.984" v="3027"/>
        <pc:sldMkLst>
          <pc:docMk/>
          <pc:sldMk cId="715447292" sldId="258"/>
        </pc:sldMkLst>
        <pc:spChg chg="mod">
          <ac:chgData name="Dinh Vinh Mai" userId="b8e4a559-41e0-4141-8dc1-330451d69615" providerId="ADAL" clId="{9AF12651-E492-4749-A948-8FB040B70964}" dt="2024-07-11T02:13:26.874" v="3021" actId="20577"/>
          <ac:spMkLst>
            <pc:docMk/>
            <pc:sldMk cId="715447292" sldId="258"/>
            <ac:spMk id="4" creationId="{BBA13038-CAB8-FCA0-CDE8-65E40C2F10A3}"/>
          </ac:spMkLst>
        </pc:spChg>
      </pc:sldChg>
      <pc:sldChg chg="del">
        <pc:chgData name="Dinh Vinh Mai" userId="b8e4a559-41e0-4141-8dc1-330451d69615" providerId="ADAL" clId="{9AF12651-E492-4749-A948-8FB040B70964}" dt="2024-07-11T01:41:42.792" v="0" actId="47"/>
        <pc:sldMkLst>
          <pc:docMk/>
          <pc:sldMk cId="1315607852" sldId="258"/>
        </pc:sldMkLst>
      </pc:sldChg>
      <pc:sldChg chg="del">
        <pc:chgData name="Dinh Vinh Mai" userId="b8e4a559-41e0-4141-8dc1-330451d69615" providerId="ADAL" clId="{9AF12651-E492-4749-A948-8FB040B70964}" dt="2024-07-11T01:41:42.792" v="0" actId="47"/>
        <pc:sldMkLst>
          <pc:docMk/>
          <pc:sldMk cId="1400435694" sldId="259"/>
        </pc:sldMkLst>
      </pc:sldChg>
      <pc:sldChg chg="modSp add modAnim">
        <pc:chgData name="Dinh Vinh Mai" userId="b8e4a559-41e0-4141-8dc1-330451d69615" providerId="ADAL" clId="{9AF12651-E492-4749-A948-8FB040B70964}" dt="2024-07-11T08:30:39.020" v="5812"/>
        <pc:sldMkLst>
          <pc:docMk/>
          <pc:sldMk cId="2078495021" sldId="259"/>
        </pc:sldMkLst>
        <pc:spChg chg="mod">
          <ac:chgData name="Dinh Vinh Mai" userId="b8e4a559-41e0-4141-8dc1-330451d69615" providerId="ADAL" clId="{9AF12651-E492-4749-A948-8FB040B70964}" dt="2024-07-11T08:30:19.371" v="5808" actId="20577"/>
          <ac:spMkLst>
            <pc:docMk/>
            <pc:sldMk cId="2078495021" sldId="259"/>
            <ac:spMk id="4" creationId="{BBA13038-CAB8-FCA0-CDE8-65E40C2F10A3}"/>
          </ac:spMkLst>
        </pc:spChg>
      </pc:sldChg>
      <pc:sldChg chg="addSp modSp add mod modAnim">
        <pc:chgData name="Dinh Vinh Mai" userId="b8e4a559-41e0-4141-8dc1-330451d69615" providerId="ADAL" clId="{9AF12651-E492-4749-A948-8FB040B70964}" dt="2024-07-11T08:44:30.109" v="6044" actId="14100"/>
        <pc:sldMkLst>
          <pc:docMk/>
          <pc:sldMk cId="114777668" sldId="260"/>
        </pc:sldMkLst>
        <pc:spChg chg="mod">
          <ac:chgData name="Dinh Vinh Mai" userId="b8e4a559-41e0-4141-8dc1-330451d69615" providerId="ADAL" clId="{9AF12651-E492-4749-A948-8FB040B70964}" dt="2024-07-11T08:33:51.742" v="5824" actId="1076"/>
          <ac:spMkLst>
            <pc:docMk/>
            <pc:sldMk cId="114777668" sldId="260"/>
            <ac:spMk id="3" creationId="{96DD8BC4-D539-661E-8A88-53AF6C208F93}"/>
          </ac:spMkLst>
        </pc:spChg>
        <pc:spChg chg="mod">
          <ac:chgData name="Dinh Vinh Mai" userId="b8e4a559-41e0-4141-8dc1-330451d69615" providerId="ADAL" clId="{9AF12651-E492-4749-A948-8FB040B70964}" dt="2024-07-11T08:32:24.252" v="5814" actId="20577"/>
          <ac:spMkLst>
            <pc:docMk/>
            <pc:sldMk cId="114777668" sldId="260"/>
            <ac:spMk id="4" creationId="{BBA13038-CAB8-FCA0-CDE8-65E40C2F10A3}"/>
          </ac:spMkLst>
        </pc:spChg>
        <pc:spChg chg="add mod">
          <ac:chgData name="Dinh Vinh Mai" userId="b8e4a559-41e0-4141-8dc1-330451d69615" providerId="ADAL" clId="{9AF12651-E492-4749-A948-8FB040B70964}" dt="2024-07-11T08:44:24.609" v="6040" actId="14100"/>
          <ac:spMkLst>
            <pc:docMk/>
            <pc:sldMk cId="114777668" sldId="260"/>
            <ac:spMk id="6" creationId="{4914E028-BBB3-509D-27BD-0D7E14D586F4}"/>
          </ac:spMkLst>
        </pc:spChg>
        <pc:picChg chg="add mod">
          <ac:chgData name="Dinh Vinh Mai" userId="b8e4a559-41e0-4141-8dc1-330451d69615" providerId="ADAL" clId="{9AF12651-E492-4749-A948-8FB040B70964}" dt="2024-07-11T08:44:30.109" v="6044" actId="14100"/>
          <ac:picMkLst>
            <pc:docMk/>
            <pc:sldMk cId="114777668" sldId="260"/>
            <ac:picMk id="5" creationId="{85C0B44A-39CB-36E8-9FE5-05418ECC25C9}"/>
          </ac:picMkLst>
        </pc:picChg>
      </pc:sldChg>
      <pc:sldChg chg="del">
        <pc:chgData name="Dinh Vinh Mai" userId="b8e4a559-41e0-4141-8dc1-330451d69615" providerId="ADAL" clId="{9AF12651-E492-4749-A948-8FB040B70964}" dt="2024-07-11T01:41:42.792" v="0" actId="47"/>
        <pc:sldMkLst>
          <pc:docMk/>
          <pc:sldMk cId="1028437802" sldId="260"/>
        </pc:sldMkLst>
      </pc:sldChg>
      <pc:sldChg chg="del">
        <pc:chgData name="Dinh Vinh Mai" userId="b8e4a559-41e0-4141-8dc1-330451d69615" providerId="ADAL" clId="{9AF12651-E492-4749-A948-8FB040B70964}" dt="2024-07-11T01:41:42.792" v="0" actId="47"/>
        <pc:sldMkLst>
          <pc:docMk/>
          <pc:sldMk cId="315264614" sldId="261"/>
        </pc:sldMkLst>
      </pc:sldChg>
      <pc:sldChg chg="addSp delSp modSp add mod">
        <pc:chgData name="Dinh Vinh Mai" userId="b8e4a559-41e0-4141-8dc1-330451d69615" providerId="ADAL" clId="{9AF12651-E492-4749-A948-8FB040B70964}" dt="2024-07-11T08:56:12.775" v="7015" actId="5793"/>
        <pc:sldMkLst>
          <pc:docMk/>
          <pc:sldMk cId="646613574" sldId="261"/>
        </pc:sldMkLst>
        <pc:spChg chg="mod">
          <ac:chgData name="Dinh Vinh Mai" userId="b8e4a559-41e0-4141-8dc1-330451d69615" providerId="ADAL" clId="{9AF12651-E492-4749-A948-8FB040B70964}" dt="2024-07-11T08:56:12.775" v="7015" actId="5793"/>
          <ac:spMkLst>
            <pc:docMk/>
            <pc:sldMk cId="646613574" sldId="261"/>
            <ac:spMk id="6" creationId="{4914E028-BBB3-509D-27BD-0D7E14D586F4}"/>
          </ac:spMkLst>
        </pc:spChg>
        <pc:picChg chg="del">
          <ac:chgData name="Dinh Vinh Mai" userId="b8e4a559-41e0-4141-8dc1-330451d69615" providerId="ADAL" clId="{9AF12651-E492-4749-A948-8FB040B70964}" dt="2024-07-11T08:44:57.780" v="6049" actId="478"/>
          <ac:picMkLst>
            <pc:docMk/>
            <pc:sldMk cId="646613574" sldId="261"/>
            <ac:picMk id="5" creationId="{85C0B44A-39CB-36E8-9FE5-05418ECC25C9}"/>
          </ac:picMkLst>
        </pc:picChg>
        <pc:picChg chg="add mod">
          <ac:chgData name="Dinh Vinh Mai" userId="b8e4a559-41e0-4141-8dc1-330451d69615" providerId="ADAL" clId="{9AF12651-E492-4749-A948-8FB040B70964}" dt="2024-07-11T08:45:06.295" v="6054" actId="1076"/>
          <ac:picMkLst>
            <pc:docMk/>
            <pc:sldMk cId="646613574" sldId="261"/>
            <ac:picMk id="7" creationId="{DEB481D6-5356-0DD2-3F6F-3A03A44D641A}"/>
          </ac:picMkLst>
        </pc:picChg>
      </pc:sldChg>
      <pc:sldChg chg="del">
        <pc:chgData name="Dinh Vinh Mai" userId="b8e4a559-41e0-4141-8dc1-330451d69615" providerId="ADAL" clId="{9AF12651-E492-4749-A948-8FB040B70964}" dt="2024-07-11T01:41:42.792" v="0" actId="47"/>
        <pc:sldMkLst>
          <pc:docMk/>
          <pc:sldMk cId="2377540471" sldId="262"/>
        </pc:sldMkLst>
      </pc:sldChg>
      <pc:sldChg chg="addSp modSp add mod ord modAnim">
        <pc:chgData name="Dinh Vinh Mai" userId="b8e4a559-41e0-4141-8dc1-330451d69615" providerId="ADAL" clId="{9AF12651-E492-4749-A948-8FB040B70964}" dt="2024-07-11T22:49:23.115" v="11711" actId="20577"/>
        <pc:sldMkLst>
          <pc:docMk/>
          <pc:sldMk cId="2729605296" sldId="262"/>
        </pc:sldMkLst>
        <pc:spChg chg="add mod">
          <ac:chgData name="Dinh Vinh Mai" userId="b8e4a559-41e0-4141-8dc1-330451d69615" providerId="ADAL" clId="{9AF12651-E492-4749-A948-8FB040B70964}" dt="2024-07-11T22:49:23.115" v="11711" actId="20577"/>
          <ac:spMkLst>
            <pc:docMk/>
            <pc:sldMk cId="2729605296" sldId="262"/>
            <ac:spMk id="2" creationId="{98D47709-0A78-AACC-5CCE-FD59A7D17E27}"/>
          </ac:spMkLst>
        </pc:spChg>
        <pc:spChg chg="mod">
          <ac:chgData name="Dinh Vinh Mai" userId="b8e4a559-41e0-4141-8dc1-330451d69615" providerId="ADAL" clId="{9AF12651-E492-4749-A948-8FB040B70964}" dt="2024-07-11T09:05:22.824" v="7310" actId="20577"/>
          <ac:spMkLst>
            <pc:docMk/>
            <pc:sldMk cId="2729605296" sldId="262"/>
            <ac:spMk id="3" creationId="{96DD8BC4-D539-661E-8A88-53AF6C208F93}"/>
          </ac:spMkLst>
        </pc:spChg>
        <pc:spChg chg="mod">
          <ac:chgData name="Dinh Vinh Mai" userId="b8e4a559-41e0-4141-8dc1-330451d69615" providerId="ADAL" clId="{9AF12651-E492-4749-A948-8FB040B70964}" dt="2024-07-11T09:05:04.583" v="7283" actId="20577"/>
          <ac:spMkLst>
            <pc:docMk/>
            <pc:sldMk cId="2729605296" sldId="262"/>
            <ac:spMk id="4" creationId="{BBA13038-CAB8-FCA0-CDE8-65E40C2F10A3}"/>
          </ac:spMkLst>
        </pc:spChg>
      </pc:sldChg>
      <pc:sldChg chg="del">
        <pc:chgData name="Dinh Vinh Mai" userId="b8e4a559-41e0-4141-8dc1-330451d69615" providerId="ADAL" clId="{9AF12651-E492-4749-A948-8FB040B70964}" dt="2024-07-11T01:41:42.792" v="0" actId="47"/>
        <pc:sldMkLst>
          <pc:docMk/>
          <pc:sldMk cId="1501040282" sldId="263"/>
        </pc:sldMkLst>
      </pc:sldChg>
      <pc:sldChg chg="add ord">
        <pc:chgData name="Dinh Vinh Mai" userId="b8e4a559-41e0-4141-8dc1-330451d69615" providerId="ADAL" clId="{9AF12651-E492-4749-A948-8FB040B70964}" dt="2024-07-11T22:49:33.159" v="11713"/>
        <pc:sldMkLst>
          <pc:docMk/>
          <pc:sldMk cId="2236708295" sldId="263"/>
        </pc:sldMkLst>
      </pc:sldChg>
      <pc:sldChg chg="add del ord">
        <pc:chgData name="Dinh Vinh Mai" userId="b8e4a559-41e0-4141-8dc1-330451d69615" providerId="ADAL" clId="{9AF12651-E492-4749-A948-8FB040B70964}" dt="2024-07-11T09:05:35.894" v="7314" actId="47"/>
        <pc:sldMkLst>
          <pc:docMk/>
          <pc:sldMk cId="2960663922" sldId="263"/>
        </pc:sldMkLst>
      </pc:sldChg>
      <pc:sldChg chg="modSp add modAnim">
        <pc:chgData name="Dinh Vinh Mai" userId="b8e4a559-41e0-4141-8dc1-330451d69615" providerId="ADAL" clId="{9AF12651-E492-4749-A948-8FB040B70964}" dt="2024-07-11T23:16:27.961" v="14529" actId="207"/>
        <pc:sldMkLst>
          <pc:docMk/>
          <pc:sldMk cId="193709571" sldId="264"/>
        </pc:sldMkLst>
        <pc:spChg chg="mod">
          <ac:chgData name="Dinh Vinh Mai" userId="b8e4a559-41e0-4141-8dc1-330451d69615" providerId="ADAL" clId="{9AF12651-E492-4749-A948-8FB040B70964}" dt="2024-07-11T23:16:27.961" v="14529" actId="207"/>
          <ac:spMkLst>
            <pc:docMk/>
            <pc:sldMk cId="193709571" sldId="264"/>
            <ac:spMk id="2" creationId="{98D47709-0A78-AACC-5CCE-FD59A7D17E27}"/>
          </ac:spMkLst>
        </pc:spChg>
      </pc:sldChg>
      <pc:sldChg chg="del">
        <pc:chgData name="Dinh Vinh Mai" userId="b8e4a559-41e0-4141-8dc1-330451d69615" providerId="ADAL" clId="{9AF12651-E492-4749-A948-8FB040B70964}" dt="2024-07-11T01:41:42.792" v="0" actId="47"/>
        <pc:sldMkLst>
          <pc:docMk/>
          <pc:sldMk cId="364621379" sldId="264"/>
        </pc:sldMkLst>
      </pc:sldChg>
      <pc:sldChg chg="modSp add mod modAnim">
        <pc:chgData name="Dinh Vinh Mai" userId="b8e4a559-41e0-4141-8dc1-330451d69615" providerId="ADAL" clId="{9AF12651-E492-4749-A948-8FB040B70964}" dt="2024-07-11T23:31:06.508" v="15304" actId="20577"/>
        <pc:sldMkLst>
          <pc:docMk/>
          <pc:sldMk cId="3978505155" sldId="265"/>
        </pc:sldMkLst>
        <pc:spChg chg="mod">
          <ac:chgData name="Dinh Vinh Mai" userId="b8e4a559-41e0-4141-8dc1-330451d69615" providerId="ADAL" clId="{9AF12651-E492-4749-A948-8FB040B70964}" dt="2024-07-11T23:31:06.508" v="15304" actId="20577"/>
          <ac:spMkLst>
            <pc:docMk/>
            <pc:sldMk cId="3978505155" sldId="265"/>
            <ac:spMk id="2" creationId="{98D47709-0A78-AACC-5CCE-FD59A7D17E27}"/>
          </ac:spMkLst>
        </pc:spChg>
        <pc:spChg chg="mod">
          <ac:chgData name="Dinh Vinh Mai" userId="b8e4a559-41e0-4141-8dc1-330451d69615" providerId="ADAL" clId="{9AF12651-E492-4749-A948-8FB040B70964}" dt="2024-07-11T23:21:20.391" v="14574" actId="20577"/>
          <ac:spMkLst>
            <pc:docMk/>
            <pc:sldMk cId="3978505155" sldId="265"/>
            <ac:spMk id="3" creationId="{96DD8BC4-D539-661E-8A88-53AF6C208F93}"/>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02.627"/>
    </inkml:context>
    <inkml:brush xml:id="br0">
      <inkml:brushProperty name="width" value="0.35" units="cm"/>
      <inkml:brushProperty name="height" value="0.35" units="cm"/>
      <inkml:brushProperty name="color" value="#E71224"/>
    </inkml:brush>
  </inkml:definitions>
  <inkml:trace contextRef="#ctx0" brushRef="#br0">1 199 24575,'84'-5'0,"-26"3"0,5 1 0,18 0 0,4 2 0,3-1 0,1 0 0,11 0 0,-2 0-492,-11 0 0,-3 0 0,3 0 0,-1 0 0,-8 0 0,-3 0 0,-8 0 0,-1 0 0,-1 0 0,-2 0 0,-8 0 0,-1 0-492,40 0 0,-20 0 1215,-10 0-231,4 0 0,9 0 0,8 0 0,-5 0 0,-4 0 0,-6 0 0,1 0 0,4 0 0,-3 0 0,-6 0 0,-5 2 0,-14 1 983,-5 0 0,-3-1 0,1 0 0,2 1 0,0 0 0,-3 1 0,-2-1-223,-2 0-760,-2 2 0,0-2 0,-1 2 0,2 0 0,0 0 0,-1 2 0,0-2 0,-3 1 0,1 1 0,1-1 0,0 0 0,-2-1 0,-4-2 0,-3-1 0,-5 1 0,-1-3 0,-3 0 0,-3 0 0,-1 0 0,-3 0 0,4 0 0,0 0 0,3 0 0,-2 0 0,1 0 0,1 0 0,2 0 0,6 0 0,3 0 0,0 0 0,0 0 0,-6 0 0,-3 0 0,1 0 0,-2 0 0,-1 0 0,-2 0 0,-2 0 0,-3-2 0,-41-6 0,4 1 0,-37-2 0,11 4 0,-6 1 0,-14 0 0,-3 1 0,27 3 0,-3 0 0,0 0 0,-1 0-228,3 0 1,0 0 227,-4 0 0,1 0 0,-41 0 0,38 0 0,-3 0-492,-6 0 0,-3 0 253,-6 0 1,-2 0 238,-9 0 0,-3 0-492,-4 0 0,-2 0 164,29 0 0,-1 0 0,-1 0 197,-1 0 0,0 0 1,1 0 130,1 0 0,1-1 0,0 2 0,-30 0 0,2 1 0,13 1 0,4 1 0,11 0 0,4 0-287,5 0 1,2 0 286,5-1 0,0 0 0,0-1 0,1 1 292,-47 1-292,17-1 0,15-2 983,17-1-713,12 0 713,15 0 0,11 0 0,56-4-709,-4-7-274,7 2 0,6-1 0,41-18 0,-39 12 0,1 1-246,-1-1 1,-1 1 245,-1 0 0,-1 1 0,0 0 0,0 2 0,6-1 0,2 1-492,9 0 0,1 1 290,2 1 1,2-1 201,0 2 0,0 1 0,-3 0 0,-1 2 0,-8 1 0,-1 0-279,-4 3 0,-1 0 279,-5 1 0,0 1 0,42-1 0,-1 1 0,-15 0 0,-13 0 517,-11 0-517,-5 0 983,-2 0-583,1 0 217,5 0-617,1 0 0,1 0 0,6 0 0,2 0 0,4 0 0,16 0 0,-5 0 0,-3 0 0,-11 0 0,-13 0 0,0 0 0,-3 2 0,-5 1 0,-7 0 0,-10 1 0,-9-2 0,-4 1 0,-4 1 0,-2 0 0,-14 9 0,6-7 0,-11 4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04.515"/>
    </inkml:context>
    <inkml:brush xml:id="br0">
      <inkml:brushProperty name="width" value="0.35" units="cm"/>
      <inkml:brushProperty name="height" value="0.35" units="cm"/>
      <inkml:brushProperty name="color" value="#E71224"/>
    </inkml:brush>
  </inkml:definitions>
  <inkml:trace contextRef="#ctx0" brushRef="#br0">0 56 24575,'59'-5'0,"11"1"0,17 4-492,-36 0 0,2 0 0,4 0 0,1 0 0,6 0 0,2 0 0,2 0 0,0 0 0,0 0 0,0 0 0,-4 0 0,-2 0 0,-4 0 0,-2 0-492,41 0 0,-1 0 957,2 0 27,-6 0 0,0 0 0,-10 0 0,-8 0 983,-5 0-195,-3 0-788,-5 0 0,-8 0 0,-4 0 0,-4 0 983,-2 0 0,8-5 0,-2 0 0,2-2 0,-1 2 0,-2 1 0,-1 1-752,0-3-231,-4 0 0,-2 3 0,0 0 0,-4 3 0,0 0 0,-2 0 0,2 0 0,2 0 0,-1 0 0,-2 0 0,-3 0 0,-1 0 0,-2 0 0,-2 0 0,-2 0 0,-1 0 0,-2 0 0,-6 0 0,0 0 0,-5 0 0,0 0 0,0 0 0,-6 0 0,-33 0 0,-2 0 0,-49 0 0,-1 0 0,-8 0 0,1 0 0,0 0-501,-5 0 501,-2 0 0,7 0 0,6 0 0,0 0 0,-12 0 0,40 0 0,1 0 0,-44 0 0,3 0 0,8 0 0,3 0 0,-4 0 0,8 0 0,6 0 0,2 0 0,10 0 0,1 2 0,2 1 0,5 2 0,-3 0 0,4 1 0,5 0 501,4-3-501,4 0 0,4-3 0,3 1 0,4-1 0,4 0 0,4 0 0,1 0 0,2 0 0,1 0 0,2 0 0,-1 0 0,0 0 0,1 0 0,-2 0 0,-2 2 0,-1 0 0,-2 3 0,0-1 0,-3-1 0,2 0 0,1-1 0,0 0 0,2 0 0,0-1 0,2-1 0,7 0 0,3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05.992"/>
    </inkml:context>
    <inkml:brush xml:id="br0">
      <inkml:brushProperty name="width" value="0.35" units="cm"/>
      <inkml:brushProperty name="height" value="0.35" units="cm"/>
      <inkml:brushProperty name="color" value="#E71224"/>
    </inkml:brush>
  </inkml:definitions>
  <inkml:trace contextRef="#ctx0" brushRef="#br0">1 0 24575,'82'0'0,"-4"0"0,7 0 0,-36 0 0,2 0 0,10 0 0,3 0-492,6 0 0,0 0 0,-2 0 0,0 0 205,-2 0 1,-1 0 286,0 0 0,-1 0 0,-6 0 0,-2 0 118,0 0 1,0 0-119,-3 0 0,-3 0 0,33 0 0,-15 0 550,-8 0-550,-5 0 0,6 0 0,-4 0 983,-1 0-684,-7 0 173,2 0-472,-1 0 0,-1 0 0,0 0 0,-3 0 0,-1 0 0,-5 0 0,-2 0 0,1 2 0,3 0 0,9 3 0,3 1 0,3-3 0,1 3 0,-2-2 0,2-1 0,-6 0 0,-5-3 0,-6 0 0,-7 0 0,-2 0 0,0 0 0,4 0 0,6 0 0,2 0 0,0 0 0,-5 0 0,-5 0 0,-7 0 0,-6 0 0,-6 0 0,-4 0 0,-6 0 0,-1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10.353"/>
    </inkml:context>
    <inkml:brush xml:id="br0">
      <inkml:brushProperty name="width" value="0.35" units="cm"/>
      <inkml:brushProperty name="height" value="0.35" units="cm"/>
      <inkml:brushProperty name="color" value="#E71224"/>
    </inkml:brush>
  </inkml:definitions>
  <inkml:trace contextRef="#ctx0" brushRef="#br0">964 1 24575,'87'0'0,"-32"0"0,4 0-492,22 0 0,6 0 0,3 0 0,6 0 164,-6 0 0,7 0 0,1 0 0,-3 0 0,0 0 0,1 0 0,-2 0 0,1 0 0,-2 0 0,1 0 0,-2 0 0,-5 0-164,9 0 0,-6 0 0,-2 0 0,-3 0 0,-15 0 0,-4 0 0,-8 0 0,-4 0 1475,36 0 0,-2 0 0,-21 0 0,-14 0 0,2 0 0,-1 0 0,9 0 0,3 0 0,-1 0 0,6 0-973,0 0-10,1 0 0,0 0 0,2 0 0,-4 0 0,-5 0 0,-5 0 0,-3 0 0,1 0 0,1 0 0,-4 0 0,-3 0 0,-7 0 0,-4 0 0,-5 0 0,-3 0 0,-2 0 0,-2 0 0,-2 0 0,-3 0 0,0 0 0,1 0 0,0 0 0,2 0 0,2 0 0,2 0 0,-2 0 0,0 0 0,-3 0 0,0 0 0,-1 0 0,-1 0 0,2 0 0,1 2 0,3 0 0,4 3 0,1-1 0,0 2 0,0-1 0,-4-1 0,-7-2 0,-6 0 0,-5 1 0,-4 1 0,-3 2 0,-1 2 0,-22 2 0,-9 1 0,-27 1 0,-9-1 0,-19 2-984,-17 2 973,39-9 1,-3-1-482,-9 1 0,-2 0 240,-5 0 1,-1 0 251,-4 0 0,-1 1-492,-2 1 0,1 0 0,7 0 0,0-1 0,2 1 0,0-1 0,0-1 0,1 0 0,0 0 0,-1-1 0,-7 0 0,-2-1 0,0 0 0,0-2 103,-4 1 0,0-1 389,-1-2 0,0 1 0,3-1 0,0 0 0,2 0 0,2 0 119,8 0 0,2 0-119,12 0 0,2 0 0,5 0 0,4 0 0,-31 0 983,7 0 0,-2 0 0,2 0 0,-3 0 0,4 0 0,4 0-319,4 0 319,2 0 0,0 0-819,0-3-164,1 0 0,-7-3 0,7-2 983,0-1-845,-1-2-31,0 0-107,-9 0 0,-2 1 0,2 3 0,7 2 0,3-1 0,6 2 0,7 1 0,6 0 0,10 3 0,5-1 0,7 1 0,3 0 0,4 0 0,4 0 0,42 0 0,-5 0 0,47 0 0,-15 0 0,8 0 0,-16 0 0,4 0 0,3 0 0,2 0-492,9 0 0,1 0 394,2 2 0,-1 0 98,-11 1 0,-2 1 0,4 1 0,-1 1 0,-7 1 0,-2 1 0,38 7-371,-8 1 371,-4 2 0,7 0 0,3 2 0,-2 0 0,-7-2 0,-6-2 0,-8-3 0,-12-1 0,-10-1 0,-11 2 0,-9-1 0,-8-1 983,-6-3-809,-3-3 220,-1 4-394,-3-1 0,-10 4 0,-19 1 0,-22 4 0,-28 10 0,27-10 0,-3 2-492,-6 3 0,-3 1 280,-11 2 1,-1 1 211,2 0 0,0-1 0,-1 0 0,0 0 0,-4 0 0,-1-1-492,3 0 0,-2 1 127,-5 0 1,-1-2 364,8-2 0,2-1-347,9-4 0,2-2 347,7-3 0,3-1 0,-31 3 0,12-5 983,17-5-736,16-2-247,10-1 0,9-1 983,7-4-200,2-3 35,4-2-818,0-3 0,3 2 0,2-1 0,1 1 0,0-1 0,0 0 0,-1-2 0,1 1 0,0-1 0,0-2 0,0 1 0,2-3 0,2-3 0,3-2 0,2-4 0,0 2 0,1 1 0,0 1 0,2 5 0,2 3 0,2 2 0,6 3 0,-1 3 0,0 2 0,-1 2 0,-1 3 0,3 0 0,5 0 0,1 0 0,5 0 0,4 0 0,5 0 0,4 0 0,4 0 0,3 0 0,4 0 0,7 0 0,-5 0 0,-2 0 0,2 0 0,-1 0 0,14 3 0,5 2 0,5 5 0,6 0-855,8 0 855,-44-5 0,2 1 0,6-1 0,1 2 0,6 0 0,2 1 0,5 0 0,0 0-492,-2-1 0,0 0 304,1 1 1,2-1 187,2 0 0,0 1-492,7-1 0,2 1 0,10 0 0,1-1 464,0-2 0,0 0 28,-1-2 0,0 0 0,-5-1 0,-3 1 0,-10-1 0,-3 0-341,-8 1 0,-3-1 341,-7 1 0,-2 0 0,45 1 0,-48-2 0,-1 0 0,39 4 0,-18-3 678,-12 2-678,-8 1 983,0-1-758,5 0 758,-2-1 0,-3-1 0,-1-3-898,-7 0-85,-4 1 0,-4-1 0,-7 0 0,-4 0 0,-7 0 0,-6 0 0,-3 0 0,-51-12 0,-8 4 0,-8-2 0,-10 0-492,-6 2 0,-8 1 246,11 1 0,-8 0 0,-5 0 0,-1 0 49,6 0 0,-2 0 1,-2 1-1,-2-1 0,0 1 0,-4-1 0,-2 0 1,-1 0-1,0 0 0,0 0 0,-2 1 0,0 0 1,-1 0-1,2 1 0,3 0-49,-10 0 0,3 1 0,2 0 0,-1 1 0,1 0 0,-1 1 0,2 0 0,0 0 0,8 0 0,0 1 0,2 0 0,1 0 0,5-1 0,2 0 0,0 0 0,1-1-82,-16-1 0,1 0 0,3-1 0,11 0 0,3-1 0,1 0-164,-30-1 0,4-1 0,20 0 0,3 2 0,11 1 0,2 0 983,0 0 1,2-1-1,3 1 1,2 0 491,-35 0 0,20 0 0,21 3 0,11 1 0,8 0 0,7 0 0,-1 0 0,2 0 0,-4 0 0,-4 0 0,-3 0 0,-7 0-969,1 0-14,2 0 0,6 0 0,9 0 0,6 0 0,7 0 0,59-7 0,-1 0 0,10 0 0,9-1-492,4-2 0,5 1 164,-10 2 0,4 1 0,3 0 0,15-1 0,4 0 0,3 1 82,-14 0 0,1 1 0,2 0 0,2 0 49,-10 1 0,2 0 1,2 0-1,0 0 0,0 0 0,5 0 0,0 1 1,1-1-1,0 0 0,1 0 0,2 1 0,3-1 1,-1 0-1,-1 1 0,-1-1 0,-8 1 0,0-1 1,-1 1-1,-2 0 0,-2-1-49,6 1 0,-2 0 0,-1-1 0,-2 0-82,19-2 0,-1 0 0,-5-1 0,-15 2 0,-4 1 0,1-1 0,3 0 0,-1 1 0,0-1 18,-3 0 0,-2-1 0,-2 0 310,18-1 0,-3-1 491,-3-1 1,-4-1-143,-14 3 0,-2-1 142,-9 2 1,-3 0 491,30-4 0,-19 3 0,-16 1 0,-8 1 0,-7 0 0,-4 2 0,-2-1 0,-1 2 0,4-1 0,3 1-739,2 0-244,-1-1 0,0 0 0,-5 1 0,-4 1 0,-2 1 0,-6 0 0,-1 0 0,-4 0 0,4 0 0,-3 0 0,3 0 0,-2 0 0,0 0 0,3 0 0,-2 0 0,3 0 0,-5 0 0,1 0 0,2 0 0,-4 1 0,-1 10 0,-19 3 0,-18 15 0,-37 15 0,24-17 0,-4 0-492,-9 4 0,-3-1 0,-4 1 0,-2-2 0,-3-2 0,-2-3 0,-11 4 0,-4-2 0,-6 1 0,-2-1 164,24-8 0,0 0 0,0-1 293,-26 6 0,2-2 35,8-3 0,3-2-476,12-4 0,4-2 476,11-1 0,3-1 0,-39 6 0,30-4 983,20-4 0,16-3 0,10-3 0,11 0 0,33-7 0,-5 3 0,28-5-938,-17-1-45,10-2 0,6-1 0,16-1 0,-16 7 0,5 1-492,11-1 0,6-1 108,20 0 0,5-1 56,-29 4 0,2 0 0,0 0 0,2 0 0,1 0 0,1 0 72,4 0 1,0 0 0,1 1 255,1 0 0,1 0 0,-2 0 0,-5 0 0,-1-1 0,-2 1-492,25 0 0,-5 0 420,-13 1 1,-6-1 71,-19 1 0,-3-1 0,39 0 0,-33 1 0,-22 3 245,-7 5 1,-15-3 0,-6 3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12.996"/>
    </inkml:context>
    <inkml:brush xml:id="br0">
      <inkml:brushProperty name="width" value="0.35" units="cm"/>
      <inkml:brushProperty name="height" value="0.35" units="cm"/>
      <inkml:brushProperty name="color" value="#E71224"/>
    </inkml:brush>
  </inkml:definitions>
  <inkml:trace contextRef="#ctx0" brushRef="#br0">354 133 24575,'71'-4'0,"14"0"0,-35 4 0,4 0-492,8 0 0,3 0 0,9 0 0,2 0 171,12 0 1,5 0 320,-22 0 0,2 0 0,1 0-328,2 0 0,1 0 0,1 0 0,3 0 0,1 0 0,0 0 45,1 1 1,0 0-1,-1 1 283,-2 0 0,-2 1 0,1 1 0,2 0 0,0 1 0,-2 0 0,-3-1 0,-2 1 0,-2 0-19,20 1 1,-5 0 18,-8-2 0,-5 0 0,-13-2 0,-4 1 0,36 5-412,-2-1 412,-15 2 983,-7-2-936,-13-1 936,-11 2 0,-14-2 0,-5-1 0,-8-2-71,-5-1-912,-2 1 0,-5 1 0,2 5 0,-5-3 0,-21 4 0,-6-10 0,-24-8 0,-11-12 0,-7-7 0,-26-5-301,42 14 1,-2 2 300,0 1 0,-2 1 0,0 1 0,0 2 0,-39-6 0,-3 4 0,11 2 0,-12 2 0,44 5 0,-2 1-492,-5 1 0,-2 0 413,-10-1 1,-1-1 78,-1 2 0,-1-1 0,-4 1 0,0-1 0,7 0 0,2 0 0,5 1 0,1 0 0,3-1 0,2-1-185,7 1 0,2-1 185,-1 2 0,1 0 0,-34-2 0,23 4 0,10 0 0,9 0 555,5 0-555,-5 0 983,3 0-813,-1 0 234,-2 0-404,-1 0 0,-4 0 0,1 3 0,0 2 0,1 4 0,5 1 0,2-3 0,-1 0 0,2 0 0,-2 1 0,4 2 0,4 0 0,1 0 0,3 1 0,3-1 0,1-1 0,6 3 0,0 0 0,1 2 0,1-1 0,-1-1 0,0 0 0,-3-1 0,-5 3 0,-4-1 0,-5 1 0,-3-1 0,-2-2 0,-1 1 0,3-4 0,6-2 0,8-4 0,12-2 0,58-6 0,-6 1 0,55-6 0,-18 1-732,15 2 732,-38 4 0,0 1 0,1 1 0,0 1 0,4 1 0,4 0 0,17 0 0,5 0-492,5 0 0,4 0 164,-25 0 0,2 0 0,1 0 80,3 0 0,0 0 0,-1 0 248,-6 0 0,-2 0 0,0 0 0,29 0 0,-2 0-492,-10 0 0,-4 0 322,-11 0 1,-3 0-63,-8 0 0,-1 0 232,-5 0 0,-3 0 565,27 2-565,-19 1 0,-20 2 983,-10-1 0,-8 0 0,-5 0 0,-2 0-249,-3-2-734,-1-2 0,0 1 0,0-1 0,0 0 0,2 0 0,-2 0 0,2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14.711"/>
    </inkml:context>
    <inkml:brush xml:id="br0">
      <inkml:brushProperty name="width" value="0.35" units="cm"/>
      <inkml:brushProperty name="height" value="0.35" units="cm"/>
      <inkml:brushProperty name="color" value="#E71224"/>
    </inkml:brush>
  </inkml:definitions>
  <inkml:trace contextRef="#ctx0" brushRef="#br0">1 44 24575,'57'0'0,"17"0"0,-3 0 0,16 0 0,12 0 0,-40 0 0,2 0 0,5 0 0,0 0 0,-7 0 0,-2 0 0,-5 0 0,-3 0 0,18 0 0,-8 0 0,-2 0 0,-9 0 0,-8 0 0,-3 0 0,-2 0 0,5 0 0,11 0 0,1 0 0,6 0 0,5 0 0,1 0 0,11 0 0,-4 0 0,-5 0 0,-6 0 0,-10 0 0,-5 0 0,-4 0 0,-3 0 0,-1-2 0,-4 0 0,-2-1 0,-3 0 0,-2 3 0,0-3 0,2 0 0,4-2 0,6 0 0,-1 0 0,1 0 0,3 3 0,5-1 0,5 2 0,5 0 0,2 1 0,1 0 0,0 0 0,-4 0 0,-4 0 0,-4-1 0,-5 1 0,-7 0 0,-8 0 0,-5 0 0,-3 0 0,1 0 0,-1 0 0,3 0 0,3 0 0,3 0 0,5 0 0,2 0 0,4 0 0,-1 0 0,-2 0 0,-3 0 0,-7 0 0,-5 0 0,-7 0 0,-4 0 0,0 0 0,-2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17.032"/>
    </inkml:context>
    <inkml:brush xml:id="br0">
      <inkml:brushProperty name="width" value="0.35" units="cm"/>
      <inkml:brushProperty name="height" value="0.35" units="cm"/>
      <inkml:brushProperty name="color" value="#E71224"/>
    </inkml:brush>
  </inkml:definitions>
  <inkml:trace contextRef="#ctx0" brushRef="#br0">0 1 24575,'96'0'0,"-39"0"0,3 0 0,15 0 0,3 0-492,1 0 0,2 0 0,11 0 0,5 0 164,-27 0 0,2 0 0,0 0 0,-1 0 0,1 0 0,2 0 0,5 0 0,2 0 0,0 0 0,-2 0 0,0 0 0,-1 0 0,-3 0 0,-1 0 0,1 0 0,2 0 0,1 0 0,-1 0 0,-4 0 0,-1 0 0,-1 0-164,28 0 0,-3 0 0,-8 0 0,-3 0 0,-10 0 0,-2 0 394,-11 0 1,-2 0 97,36 0 0,-19 0 0,-7 0 983,0 0 0,10 0 0,0 2 0,-6 3 0,-5 4 0,-7 2 0,-3 1 0,-4 0 0,8-3 0,-3-3 0,8 0 0,-2-3-776,-13 1-207,7 1 0,-7-2 0,9 1 0,7-1 0,-2-3 0,0 1 0,-6 1 0,-6 1 0,-4 0 0,-7 1 0,-5-1 0,-6 0 0,-7 1 0,-3-2 0,-5 0 0,-1 2 0,0-1 0,-3 0 0,-2-1 0,0 0 0,0 1 0,0-1 0,4 0 0,3-2 0,10 0 0,6 0 0,9 0 0,11 0 0,5 0 0,4 0 0,-1 0 0,-3 0 0,-3 0 0,-8 0 0,-11 0 0,-12 0 0,-8 0 0,-6 0 0,-7 0 0,-34 0 0,10 0 0,-28 0 0,15 0 0,-4 0 0,-10 0 0,-9 0 0,-9 0 0,-12 0 0,-15 0-492,40 0 0,-1 0 487,-6 0 1,0 0 4,-5 0 0,0 0 0,-4 0 0,0 0 0,-1 0 0,1 0 0,1 0 0,1 0 0,11 0 0,0 0 0,3 0 0,1 0 0,-1 1 0,-1 1 0,-1-1 0,-1 1 0,-9 1 0,-2 1 0,0 0 0,-1 2 0,-3-1 0,-1 1-492,-3 2 0,0-1 276,0 1 0,0 0 216,0 0 0,0 0 0,-4 1 0,0-1 0,0 0 0,1 0 0,2 0 0,1 0 0,1 0 0,2 0 0,14-2 0,3 0 0,-44 1-419,11-1 419,11-3 0,-7 2 0,11 1 0,11-2 900,12-1-900,12-2 983,8-1-512,7 0 3,6 0-474,3 0 0,2 0 0,-1 0 0,-1-2 0,-1-1 0,-2-4 0,-3-3 0,-3-2 0,-1 0 0,-6 0 0,-3 1 0,-2 0 0,-1 0 0,-1 0 0,2-1 0,2-1 0,5 2 0,8 3 0,2 2 0,3 2 0,1-1 0,1 2 0,1 3 0,1-1 0,0 1 0,0 0 0,-1 0 0,-1-1 0,0-2 0,0 1 0,-3 0 0,-7 1 0,-5-1 0,-7 0 0,-2-3 0,-3-3 0,-1 0 0,3 0 0,4 0 0,9 3 0,8 3 0,8-1 0,4 3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19.745"/>
    </inkml:context>
    <inkml:brush xml:id="br0">
      <inkml:brushProperty name="width" value="0.35" units="cm"/>
      <inkml:brushProperty name="height" value="0.35" units="cm"/>
      <inkml:brushProperty name="color" value="#E71224"/>
    </inkml:brush>
  </inkml:definitions>
  <inkml:trace contextRef="#ctx0" brushRef="#br0">0 9 24575,'72'-4'0,"-13"0"0,-4 4 0,4 0 0,-6 0 0,2 0 0,11 0 0,1 0 0,-5 0 0,-1 0-492,6 0 0,0 0 0,9 0 0,1 0 415,4 0 1,1 0 76,2 0 0,-2 0 0,-15 0 0,-4 0 0,-2 0 0,-2 0 0,34 0 0,-6 0 509,-14 0-509,-10 0 0,0 0 0,-7 0 0,2 0 0,2 0 983,7 0-354,6 0-629,0 0 0,2 0 0,-5 3 0,-4 0 0,-8 2 0,-8 0 0,-5 0 0,-4 2 0,-3-1 0,-4 0 0,-6-3 0,-1 0 0,2 0 0,1 2 0,4 3 0,1-2 0,3 1 0,-2 0 0,1 1 0,-1 0 0,-2 0 0,-1-1 0,-5-2 0,-1 1 0,-3-1 0,-1 0 0,-5 0 0,-3-2 0,-4-1 0,-4 0 0,-44 2 0,8 1 0,-42 0 0,18-3 0,-4-2 0,0 0 0,1 0 0,7 0 0,2 0 0,0-1 0,3-4 0,0-1 0,1-1 0,3 1 0,0 2 0,-5 1 0,-6 2 0,-15 1 0,-9 0 0,-8 0 0,2 0 0,-3 0 0,-8 0-429,42 0 1,-1 0 428,-3 0 0,1 0 0,2 0 0,0 0-87,-44 0 87,9 0 0,4 0 0,9 0 0,5 0 0,9 0 0,6 0 0,9 0 0,7 0 0,2 0 853,1 0-853,0-2 91,2 0-91,2-1 0,1 1 0,-3 2 0,-3-1 0,-11 1 0,-9-2 0,-10-2 0,0 1 0,8 0 0,-2 3 0,-1 0 0,-4 0 0,0 0 0,8 0 0,11 0 0,9-2 0,8 0 0,9-3 0,4-1 0,5 0 0,3-2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21.928"/>
    </inkml:context>
    <inkml:brush xml:id="br0">
      <inkml:brushProperty name="width" value="0.35" units="cm"/>
      <inkml:brushProperty name="height" value="0.35" units="cm"/>
      <inkml:brushProperty name="color" value="#E71224"/>
    </inkml:brush>
  </inkml:definitions>
  <inkml:trace contextRef="#ctx0" brushRef="#br0">1 276 24575,'65'0'0,"26"0"0,-39 0 0,3 0 0,14 0 0,4 0-492,0 0 0,1 0 0,5 0 0,1 0 0,9 0 0,1 0 0,-1 0 0,0 0 0,5 0 0,1 0 487,-1 0 0,-1 0 5,-5 0 0,-4 0 0,-11 0 0,-4 0 0,-7 0 0,-1 0 142,-4 0 1,-1 0-143,-2 0 0,1 0 0,6 0 0,2 0 0,-2 0 0,1 0 0,0 0 0,0 0 0,4 0 0,0 0 0,-1 0 0,0 0 0,2 0 0,1 0 0,0 0 0,-1 0 0,-1 0 0,0 0 0,0 0 0,-2 0 0,-8 0 0,0 0 0,-1 0 0,-2 0-195,40 0 195,-1 0 0,-39 1 0,1 1 0,43 2 0,3 0 0,-9-1 0,-11-3 0,6 0 0,-9 0 0,-1 0 983,-7 0-540,0 0-443,-5 0 983,-3 0 0,3 0-787,2 0-196,5 0 0,1 0 983,-1 0-966,-3 0 235,1 0-252,-2 0 0,-5 0 0,0 0 0,-2 0 0,-4 0 0,-6 0 0,5 0 0,4 0 0,9 0 0,9 0 0,7 0-460,9 0 460,-1 0 0,2 0 0,-8 0 0,-3 0 0,4 0 0,-13 0 0,-8 0 0,-7 0 0,-5 0 0,6 0 0,-2 0 0,1 0 0,-1-3 0,1 0 460,4-3-460,0 0 0,-1 0 0,-1 0 0,3 2 0,-5 1 0,-2 3 0,-3 0 0,-6 0 0,2-2 0,-6 0 0,-6-1 0,-7 0 0,-10 2 0,-5 1 0,-4 0 0,-2 0 0,-2 0 0,3 0 0,-53 0 0,0 0 0,-13 0 0,-8 0-381,4-2 0,-1-2 381,-13-4 0,-3-3 0,-9-2 0,-3-3 0,14 1 0,-3-1 0,-2 0-328,-6 0 0,-1-1 0,0 1 0,6 1 0,-1 2 0,2 0 0,3 2 0,1 1 0,2 1-164,-17 2 0,2 2 0,-4 2 0,-1 2 164,26 0 0,-1 0 0,-1 1 0,2-1 0,-1 1 0,0 0 0,-1 0 0,0 0 0,0-1 0,-2 1 0,-1 0 0,1 0 82,-1 0 1,1 0 0,-1 0 245,-2 0 0,1 0 0,-1 0 0,2 0 0,0 0 0,0 0 0,2 0 0,1 0 0,0 0 0,-30 1 0,1 2 0,6-1 0,4 0 0,9 1 0,3 1 0,11-1 0,3 1 50,5-2 0,2 0-50,-43 2 0,47-3 0,0-1 0,1 0 0,-1 1 0,-42-1 983,9 0 0,9 0 0,9 0 0,10 0 0,6 0 0,5 0 0,0 0 0,3 1 0,-9 4 0,-7 4-559,-9 2-424,-4 2 0,3 2 0,1 1 0,5-1 0,2 1 0,8-4 0,11-3 0,5-1 0,11-2 0,9-4 0,3 1 0,7-2 0,1 1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23.803"/>
    </inkml:context>
    <inkml:brush xml:id="br0">
      <inkml:brushProperty name="width" value="0.35" units="cm"/>
      <inkml:brushProperty name="height" value="0.35" units="cm"/>
      <inkml:brushProperty name="color" value="#E71224"/>
    </inkml:brush>
  </inkml:definitions>
  <inkml:trace contextRef="#ctx0" brushRef="#br0">369 8 24575,'67'-4'0,"8"1"0,9 3-984,13 0 0,-11 0 492,-34 0 0,1 0 0,0 0 0,0 0 0,-2 0 0,1 0 0,6 0 0,-1 0-492,36 0 492,-42 0 0,2 0 150,3 0 1,1 0 341,0 0 0,0 0 0,1 0 0,0 0 0,-5 0 0,-1 0 0,2 0 0,0 0 0,-1 0 0,0 0 0,1 0 0,0 0 0,1 1 0,1 1 0,-1 1 0,0 1 0,1 1 0,0 1 0,1 1 0,-1 0 0,-3 0 0,0-1 0,-1 1 0,0-1 0,-2 0 0,0 1 0,42 5 0,0 2 0,-9-3 0,-4-1 0,-4 0 0,-10-3 0,-12 1 983,-13-2 0,-8-3 0,-7 1 0,-7-1 0,-6 1 0,-2 0 0,-3-2 0,1 5-292,-37 0-691,-7-1 0,-43 2 0,-7-2-492,32-1 0,-2 1 345,-9 1 0,-1 0 147,-8 1 0,-2 0 0,-2 1 0,-1-1 0,2-1 0,1-1 0,0-2 0,2 0 0,2 0 0,1 0 0,2-2 0,2 0 0,12 0 0,2 0 0,-36 2-269,13-4 269,4 0 0,-13 0 0,1 0 0,3 0 0,-1 0 0,4 0 0,2 0 0,4 0 0,1 0 0,-2 0 0,9 0 0,4-2 0,3-1 0,6 0 0,-6 0 983,3 2-706,5-1 10,1-3-287,8-1 0,3-2 0,1 3 0,4-1 0,3 1 0,2 0 0,4-2 0,3 2 0,-1-1 0,2 0 0,-6-2 0,-2-1 0,-1-2 0,-6 1 0,-5-2 0,-4 1 0,-2-1 0,-1 3 0,5 1 0,4 3 0,6 2 0,6 1 0,4 0 0,6 0 0,2 0 0,3 0 0,1 2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26.948"/>
    </inkml:context>
    <inkml:brush xml:id="br0">
      <inkml:brushProperty name="width" value="0.35" units="cm"/>
      <inkml:brushProperty name="height" value="0.35" units="cm"/>
      <inkml:brushProperty name="color" value="#E71224"/>
    </inkml:brush>
  </inkml:definitions>
  <inkml:trace contextRef="#ctx0" brushRef="#br0">1 195 24575,'85'0'0,"-36"0"0,2 0 0,15 0 0,4 0-492,18 0 0,5 0 164,-19 0 0,2 0 0,2 0 0,8 0 0,2 0 0,1 0 0,2 0 0,0 0 0,-3 0 0,-8 0 0,-3 0 0,-1 0-164,22 0 0,-2 0 0,-4 0 0,0 0 0,1 0 0,2 0 164,-24 0 0,2 0 0,0 0 0,0 0 0,0 0 0,-1 0-164,28 0 0,-1 0 0,-5 0 0,-2 0 453,-5 0 0,-1 0 39,-4 0 0,-1 0 491,-6 0 1,0 0-1,-2 0 1,0 0-1,-1 0 1,0 0-315,-2 0 0,-1 0-177,-4 0 0,-1 0 0,-3 0 0,-1 0 491,2 0 1,0 0-10,4 0 1,0 0-483,4 1 0,-1 1 0,-6-1 0,-2 1 0,-4 1 0,-2 1 0,-4 0 0,-2 1 0,44 3 983,-1 2-40,-10 0-943,-6 0 0,-6 2 0,-6-2 0,-1-2 983,-5-3-89,0-1 89,4-1-552,3 0 552,5 1-887,4-1-96,11 0 0,6-3 0,-2 1 0,4-1 0,-14 0 0,1 0 339,-6 0-339,-9 0 0,3 0 0,-5 0 0,6 0 0,-4 0 0,2-3 0,0 0 0,-2-1 0,2 1 0,-4 3 0,0 0 0,1-1 0,1 1 0,-6 0 0,-3 0 0,-3 0 0,5 0 0,7-2 0,2-1 0,2 0 0,-1 0 0,0 2 0,-2 1 0,-3 0 0,-5 0 0,-5 0 0,-12 0 0,-7-2 0,-7 0 0,-5-1 0,-1 1 0,-5 1 0,-3 1 0,-3 0 0,-1-2 0,-29-12 0,7 9 0,-31-10 0,7 12-984,-30 0 492,5-1 0,-9 1 0,-18 0 0,-7 1 164,16 0 0,-5 0 0,-2 0 82,11 1 0,-2 0 0,-1 0 0,1 0 0,2 1 0,1 0 0,0 0 0,-2 0 0,-3 0 0,-1 0 0,0 0 0,1 0 0,1 0 0,0 0 0,0 0 0,1 0-82,-22 0 0,0 0 0,1 0 138,22 0 1,1 0 0,-1 0 0,3 0 189,-18 0 0,2 0 0,3 0-328,8 0 0,2 0 0,1 0 118,4 0 1,2 0 0,1 0 209,-22 0 0,2 0 0,0 0 0,1 0-492,1 0 0,-1 0 473,1 0 0,0 0 19,-1-1 0,1 0 491,7-2 1,1-1-1,9-1 1,3-2-1,8-2 1,2 1-1,1-1 1,3 0 491,-37-8 0,16 6 0,18 2 0,11 3 0,8 3 0,-1 1 0,-4 2 0,-5 0-532,-15-3-451,-7 0 0,-8-1 0,-10-2 0,6 1 0,1-2 0,-14 0 0,12 3 0,-5 1 0,13 3 0,16 0 0,-5 0 0,3 0 0,-1 0 0,9 0 0,11 0 0,10 0 0,8 0 0,7 0 0,9 0 0,44-10 0,-3 4 0,14-1 0,8-1-492,7 4 0,5 1 372,15 1 1,6-1-209,-22 1 0,3 0 0,0-1-164,29 0 0,0 1 326,0-1 1,0 1 165,-32 0 0,1 1 0,0 0-328,4 1 0,1 0 0,2 0 0,5 0 0,2 0 0,0 0 107,1 0 0,0 0 0,0 0 221,0 0 0,-1 0 0,-1 0 0,-5 0 0,-1 0 0,-3 0-492,19 0 0,-3 0 351,-3 1 1,-1 2 140,-7 0 0,-2 2 0,-5 0 0,-2 2 147,0 0 1,-2 1-148,-13-1 0,-2 0 0,1-2 0,-2 0 0,43 4 0,0-3 0,4-3 0,-46 0 0,0 0 0,7 0 0,0-1 0,-3 0 0,-1 0 0,-2 0 0,0 0 983,46-2-438,-8 3-545,2 1 0,-10-1 0,-14 0 0,-11-3 0,-15 2 983,-9 0 0,-5 0 0,-6 2 0,1-1 0,-5 0-686,-2-1 86,-4-1-383,-2-1 0,-1 2 0,-1 0 0,1 0 0,2 0 0,5-2 0,2 1 0,5 1 0,4 1 0,2 1 0,4-1 0,-3 0 0,-3-1 0,-4 1 0,-5-1 0,-3 3 0,-6 1 0,-4 0 0,-3 2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28.411"/>
    </inkml:context>
    <inkml:brush xml:id="br0">
      <inkml:brushProperty name="width" value="0.35" units="cm"/>
      <inkml:brushProperty name="height" value="0.35" units="cm"/>
      <inkml:brushProperty name="color" value="#E71224"/>
    </inkml:brush>
  </inkml:definitions>
  <inkml:trace contextRef="#ctx0" brushRef="#br0">0 47 24575,'44'-4'0,"8"0"0,8 4 0,3 0 0,16 0 0,-2 0 0,-2 0 0,-1 0 0,-8 0 0,3 0 0,-5 0 0,-5 0 0,-9 0 0,-8 0 0,-4 0 0,-9 0 0,-5 0 0,-1 0 0,5 0 0,7 0 0,6 0 0,7 0 0,5 0 0,5 0 0,4 0 0,4 0 0,0 0 0,2-5 0,-5-3 0,-2 1 0,-1 0 0,-4 4 0,4-1 0,-2 2 0,2 1 0,2 0 0,-3 1 0,0 0 0,0 0 0,2 0 0,5 0 0,-2 0 0,-6 0 0,-5 0 0,-1 0 0,3 0 0,5 0 0,2 0 0,0 0 0,1 2 0,-3 1 0,-2 3 0,-3 3 0,-1-3 0,-7 1 0,-4-2 0,-1-2 0,-2-1 0,4 1 0,-2 0 0,-2 0 0,-4 0 0,-5-3 0,-4 1 0,-6-1 0,-6 1 0,-4 2 0,-2-1 0,-2 4 0,-14 7 0,6-6 0,-10 5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34.856"/>
    </inkml:context>
    <inkml:brush xml:id="br0">
      <inkml:brushProperty name="width" value="0.35" units="cm"/>
      <inkml:brushProperty name="height" value="0.35" units="cm"/>
      <inkml:brushProperty name="color" value="#E71224"/>
    </inkml:brush>
  </inkml:definitions>
  <inkml:trace contextRef="#ctx0" brushRef="#br0">180 101 24575,'56'0'0,"0"0"0,10 0 0,2 0 0,13 0 0,4 0-328,-20 0 0,3 0 0,0 0 0,1 0 0,0 0 0,1 0 0,7 0 0,1 0 0,1 0 0,3 0 0,2 0 0,0 0 0,4 0 0,2 0 0,-1 0 0,-2 0 0,0 0 0,-2 0 0,-4 0 0,-2 0 0,-1 0 187,-1 0 1,0 0-1,0 0 141,0 0 0,0 0 0,1 0 0,5 0 0,2 0 0,-1 0 0,-3 0 0,-1 0 0,-2 0-122,-3 0 0,-2 0 1,0 0 121,-3 0 0,-1 0 0,0 0 0,-2 0 0,0 0 0,0 0 0,31 0 0,0 0 0,-30-1 0,0 1 0,1 1 0,0 0 0,1 1 0,0 1 0,4-1 0,1 1 0,1 1-328,5 0 0,1 2 0,1 0 0,0 2 0,1 1 0,0 0 263,2 0 1,0 1 0,1 0 64,0 2 0,0 1 0,-1 0 0,0 0 0,-1 0 0,0 0 0,-2-1 0,0 0 0,-2-1 0,-1 0 0,-1 1 0,-2-2 53,-5 0 1,-1-1-1,-1 0-53,29 3 0,-5-1 0,-12-1 0,-3-1 0,-8-2 0,-1-2 491,-2 0 1,-2 0-214,-6-1 0,-1 0-278,8-1 0,1-1 0,-3 1 0,-2-1 0,-5-2 0,-1 1 0,1 0 0,-2 1 983,39 2-353,-5-1-630,1 1 0,-11-2 0,-7 2 983,-5 1 0,-6 0 0,6-1 0,2 1 0,4-1-803,12 0-180,3-1 364,8-2-364,-43-1 0,0 0 0,-1 1 0,0-1 0,6 0 0,-1 0 0,3 0 0,0 0 0,2 0 0,0 0 0,2 0 0,-1 0 0,-6 0 0,-1 0 0,2-1 0,-1-1 0,-5-1 0,-2 0 0,-1-1 0,1-1 0,0 0 0,0 0 252,41-5-252,-4 2 0,-9 1 0,-13 0 0,-9 4 0,-6 0 0,-5 2 756,6 1-756,5 0 0,0 0 57,10 0-57,5 0 0,16 3-492,-35-1 0,3 2 417,5 2 0,1 2 75,7 1 0,-1 0 0,-3 1 0,-2-1 0,-6 1 0,-3-1-9,40 5 9,-23-4 0,-11-3 0,-17-4 0,-18-2 0,-15 1 983,-41 1-833,-6-7-150,-12-6 0,-6-4-736,-38-18 736,34 10 0,-2-1 0,-7 0 0,0 1 0,0 1 0,-2 0-492,-16-2 0,-2 0 0,0 3 0,-1 2 336,-1 0 1,-1 3 155,3 2 0,1 2 0,3 2 0,1 2-492,2 1 0,1-1 439,0 3 0,1 0 53,3 1 0,1 1 0,4-1 0,0-1 0,4 2 0,1 0 0,9-1 0,1-1 0,1 1 0,0 0-248,3 1 1,-1 0 247,0-1 0,-2 0 0,-3 0 0,-2 1 0,-2-1 0,-1 1-267,-3 0 0,-1 1 267,-5-1 0,-1-1 0,-5 0 0,-2-2 61,-5-1 1,-2-1-62,-3-1 0,-2-1 0,-2 0 0,0 1 0,5 0 0,1 0 0,-3 0 0,0 0 0,-4 1 0,-2 1 0,30 3 0,-2-1 0,0 2 0,-5-1 0,-2 1 0,2 0 0,1 1 0,0 1 0,1-1 0,2 1 0,1 0 0,0-1 0,1 1 0,0 0 0,1 0 0,-31 1 0,0 1 0,6 2 0,1 0 0,2 2 0,1 0 0,7 2 0,1 0-14,5 0 1,0 0 13,1 1 0,2 1 0,13-1 0,3 0 0,5 0 0,3 1 427,-37 9-427,9-2 0,-7 3 0,6-3 983,13-1-793,13-4 793,9-2 0,8-2 0,-2-2-554,-2-3-429,-7 2 0,-6-2 0,-15 3 0,-22 2-492,30-3 0,-4 1 179,-12 1 0,-5 0-179,-10 1 0,-4 1 164,26-3 0,-2 0 0,0 0 197,-2 0 0,0 0 0,0 0 131,0 1 0,-1-1 0,1 0 0,3 0 0,0 0 0,1 0 0,-28 5 0,1 0-492,7-1 0,1 1 260,7 1 0,2 1-260,10-2 0,5 0 0,11-2 0,3 0-492,-36 8 0,10-2 748,-2 0 236,1 1 983,13-3-413,11-3 413,11-3-771,8-3 771,8-4 0,4 1 0,-2-1 0,-1 0 0,2 0 0,-3 0 0,-2 0-951,-7 0-32,-17 0 0,-4 0 0,-16 0 0,-3 0 0,1 0 0,-8 0 0,6 0 0,-6 0 0,5 0 0,3 0 0,9 0 0,6 0 0,3 0 0,8 0 0,2 0 0,7 0 0,3 2 0,3 0 0,2 3 0,3 2 0,0 1 0,-5-1 0,-8 1 0,-6-3 0,0 0 0,0 2 0,3-1 0,-3 1 0,-3 0 0,6-3 0,7-1 0,9-3 0,9 2 0,7 2 0,32 4 0,-2 0 0,28 2 0,-10-1 0,10 2 0,7 3 0,12 2 0,10 3 0,12 4-864,5-2 864,-38-11 0,3 0-492,8 1 0,3-2 160,9 1 0,3 0-160,13 1 0,3 0 164,-31-5 0,0 1 0,0-2 227,2 0 1,1-1-1,-2-1 101,25 1 0,-2-2-492,-9-1 0,-3 0 316,-7-1 1,-3 0 200,-8 0 1,-2 0-26,0 0 0,-1 0 0,37 0 0,-16 0 0,-17 0 983,-9 0-645,-3-1 645,7-2 0,8 0-674,10 0-309,7 0 0,8-1 358,-38 1 0,1 0-358,4-2 0,3-1 0,3 1 0,1-2 0,1 0 0,1-1 0,1 0 0,0 1 0,-5 0 0,-2 0 0,1-1 0,1-1 0,-2 1 0,2-1 0,2 0 0,3 0 0,8 0 0,1 1-492,4 1 0,1 0 353,8 1 1,2-1 138,3 0 0,3-1-328,-27 4 0,1-1 0,1 0 0,3 1 0,1-1 0,0 1 101,1 0 1,0 1-1,0 0 227,3 0 0,0 2 0,0-1 0,-2 0 0,-1 1 0,0 0 0,-2 0 0,-1 1 0,-1 1 0,27-1 0,-3 0 0,-4 0 0,-1 0-492,1 0 0,1 0 25,5 0 0,2 0 467,-28 0 0,2 0 0,0 0-328,-1 0 0,2 0 0,-1 0 196,3 0 1,0 0 0,1 0 131,0 0 0,0 0 0,0 0 0,0 0 0,1 0 0,0 0 0,-1 0 0,1 0 0,-1 0 0,-2 0 0,0 0 0,-1 0 0,0 0 0,-1 0 0,0 0 0,0 0 0,-1 0 0,-1 0 0,24 0 0,-3 0 0,-5 0 0,-2 0 103,-6 0 1,-1 0-104,-2 0 0,0 0 0,5 0 0,1 0 0,-3 0 0,-2 0 0,-8 0 0,-2 0 491,-8-1 1,-2-1-150,-6-1 1,-3-1-343,37-6 983,-4-2-52,-11-1-931,-7 0 0,-8 1 0,-3 2 983,5-1 0,4 0 0,7-3 0,0-2 0,-2 0-832,-1-2-47,-2 1-104,-2 1 0,-7 1 0,-8 3 0,-9 3 0,-4 1 0,-2 1 0,0-1 0,3-1 0,5 1 0,3 1 0,5-2 0,0 2 0,-5-1 0,-6 2 0,-9 3 0,-10 0 0,-7 3 0,-5-2 0,-31-6 0,-10-1 0,-54-3 0,32 5 0,-3 0-492,-19-2 0,-6 1 164,19 2 0,-3-1 0,1 1-164,-27-4 0,-5 0 164,12 3 0,-6 1 0,1 1 0,6 0 0,0 0 0,0 1 0,-4 1 0,-1 0 0,0 0 0,-4 1 0,0-1 0,5 2-164,-10 1 0,4 0 164,26-1 0,0 1 0,1 0-164,-18 0 0,2 0 0,2-1 0,2 1 39,1 0 0,0 0 453,4 0 0,1 0 0,8 0 0,2 0 0,11 0 0,1 0 0,-44-2 983,7-4 0,-8-4-492,40 4 1,-1-1-9,0 1 1,0 0-484,-3 1 0,0 1 491,-5 1 1,-3 1-172,-9 1 1,-2 1-321,-3 0 0,-3 0 80,-7-1 1,-4 1-81,22 0 0,-2 0 0,0 0 0,5 0 0,1 0 0,-1 0 0,-7 0 0,-1 0 0,1 0 0,7 0 0,2 0 0,1 0 0,-21 0 0,0 0 0,-6 0 0,-1 0 0,3 0 0,1 0 0,-4 1 0,1 1-346,7 0 0,3 0 346,6 1 0,2 1-420,8 0 1,1-1 419,1 0 0,0-1 0,2 0 0,1-1 0,1 0 0,1-1 360,-1 0 1,0 0-361,0 0 0,0 0 491,3 0 1,-1 0-241,-3 0 1,-1 0-252,-2 0 0,-1 0 218,-7 0 0,-1 0-218,-7 0 0,-1 0 0,-2 0 0,2 0 0,5 0 0,2 0 316,8 0 0,2 0-316,6 1 0,1 1 0,7-1 0,2 1 128,0 1 1,2 1-129,-41 5 0,9 1 0,10 2 0,8-1 0,1 0 0,-1 0 0,-11 2 0,-1 0 0,0 0 0,0 0 0,6 0 886,-1 0-886,5 0 983,8-1-196,2 0-787,4-1 0,8-2 983,5-2-875,5 0 173,0 0-281,-3 0 0,-1 1 0,0-2 0,-2-3 0,-5 0 0,-7-3 0,-2 1 0,-2-1 0,6 0 0,12 0 0,7 0 0,11 0 0,5 0 0,12 0 0,41-3 0,9 0 0,35-1 0,-13 1 0,7 3 0,8 0-970,16 0 970,-39 0 0,2 0-492,4 0 0,2 0 311,7 0 0,2 0 181,3 2 0,2 0-492,3 1 0,1 1 51,3 2 0,-1 1 441,-1 0 0,-1 2 0,-1-1 0,-3 0-435,-9 0 0,-3 0 435,-6 0 0,-4-1 0,38 4 337,-12-4-337,0-2 0,-7-2 0,6 0 0,0 0 0,1-2 0,4-1 0,5-3 0,-45-1 0,1-2 143,6-1 0,1-1-143,7-3 0,2-1-492,9 0 0,2 0 0,-3 1 0,1 1 0,1-3 0,1 1 0,-1 0 0,-2 1 302,-7-1 0,-1 1 190,2 0 0,-1 1-105,-6 1 0,-1 1 105,-4 1 0,0 0 0,-2 2 0,0-1 0,-1 0 0,-1 1 0,-2 0 0,-1 1 429,48-3-429,-47 5 0,1 0 0,-1 2 0,1 0 0,-1 0 0,1 0 0,15 0 0,4 0 491,13 0 1,4 0-165,-19 0 1,2 0 0,2 0-54,4 0 1,2 0 0,0 0-275,-2 0 0,1 0 0,0 0 0,2 0 0,1 0 0,1 0 0,1 0 0,1 0 0,0 0 0,6 0 0,0 0 0,0 0 0,-1 0 0,0 0 0,-1 0 0,-4 0 0,-1 0 0,-1 0 0,-5 0 0,0 0 0,-2 0-163,-6 0 1,-1 0 0,-1 0 162,25-1 0,-5-2 0,-18 1 0,-4-1 0,-10-2 0,-2 0 535,36-7-535,-8 0 0,6-2 0,-9 1 0,-8 0 253,-6 0-253,-1 1 983,8-1 0,-1 0 0,-2-3 0,-3 1 0,-4 2-630,-3 1-186,0 4-167,-2 0 0,-2-2 0,7 1 0,0 2 0,-1 1 0,-7 2 0,-11 1 0,-11 0 0,-8 1 0,-5-1 0,-5 1 0,-2 0 0,-2 2 0,6 0 0,8 0 0,35 0 0,14 0 0,12 0 0,4 0 0,-20 0 0,3 0 0,-11 0 0,-14 0 0,-13 0 0,-13 0 0,-8 0 0,-2 0 0,-40 9 0,-15 12 0,-2-3 0,-7 1-492,-8 2 0,-10 0 164,-13 0 0,-13-2 0,-5-1 131,27-6 0,-3-1 1,-3 0-1,-2-1 0,-2-1 33,1 0 0,-4-1 0,-1 0 0,-2-1 0,0 0 0,0 0 0,-5-1 0,-1 1 0,-1-2 0,0 1 0,1-1 0,0-1 0,3 0 0,0-1 0,1 0 0,0-1 0,0 0 0,-2 1 23,11-1 1,0 1-1,-1-1 1,-1 0-1,1 1 1,0 0-1,0-1-23,-14 2 0,1-1 0,0 0 0,-1 1 0,0 0 0,0 0 23,11 0 1,-2 0-1,1 1 1,-1-1-1,1 1 1,1 0-1,2 0-23,-5 1 0,2 0 0,1 0 0,1 0 0,1 0 0,1 1-33,-9 0 0,1 0 1,1 0-1,2 0 0,2 1-49,-12 2 0,1-1 0,3 1 0,2 0 0,9-2 0,2 0 0,2 0 0,-1-1 0,-1 1 0,0-1 0,1-1 0,3 1-82,-8 1 0,3 0 0,3-1 0,8-1 0,1-1 0,3 0 819,-23 2 1,4-1-254,13-1 1,2-1-239,1-1 0,3 0 0,8-2 0,4-1 491,6 1 1,1-1 491,-48 0 0,17 0 0,11 0 0,9 0 0,10 0 0,3 0 0,-3 0 0,-1 0 0,-11 0 0,-12 0 0,-11 0-492,33 0 1,-2 0-286,-3 0 0,0 0-206,1 0 0,2 0-212,2 0 0,1 0 212,-45 0 0,9 0 0,7 0 0,17 0 0,18 0 0,13 0 0,11 0 983,4 0-898,2 0 364,-1 0-449,-1 0 0,2 0 0,-2 0 0,1 0 0,0 0 0,1 0 0,5 0 0,1 0 0,3 0 0,-5 0 0,-4 0 0,-15 3 0,-11 0 0,-9 0 0,-4-1 0,-2 1 0,-1 1 0,4-1 0,8 0 0,12-3 0,12 0 0,4 0 0,4 0 0,1 0 0,2 0 0,2 0 0,1 0 0,0 0 0,0 0 0,-2-4 0,3 2 0,-3-4 0,-1 1 0,-8-6 0,-11-7 0,-12-9 0,-14-9 0,-7-5 0,-5-5 0,1 0 0,4 4 0,8 2 0,12 10 0,12 7 0,11 7 0,6 5 0,5 2 0,7 4 0,4 1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2:47.760"/>
    </inkml:context>
    <inkml:brush xml:id="br0">
      <inkml:brushProperty name="width" value="0.35" units="cm"/>
      <inkml:brushProperty name="height" value="0.35" units="cm"/>
      <inkml:brushProperty name="color" value="#E71224"/>
    </inkml:brush>
  </inkml:definitions>
  <inkml:trace contextRef="#ctx0" brushRef="#br0">123 7 24575,'58'0'0,"-4"0"0,-5 0 0,10 0 0,6 0 0,4 0 0,1 0 0,-1 0 0,-2 0 0,3 0 0,-6 0 0,-8 0 0,-9 0 0,-6 0 0,-3 0 0,-8 0 0,-3 0 0,-5 0 0,0 0 0,2 0 0,1 0 0,0 0 0,-1 0 0,-2 0 0,-2 0 0,-3 0 0,-3 0 0,-3 0 0,-2 0 0,-40 7 0,12-5 0,-36 4 0,22-6 0,-13 0 0,-5 0 0,-5 0 0,-4 2 0,11 1 0,-2 2 0,1 1 0,-1-1 0,-11 4 0,-5 1 0,-4 5 0,2 0 0,10 1 0,-1 0 0,2 0 0,-5 1 0,1-1 0,9-1 0,9-3 0,12-3 0,11-1 0,8-3 0,8-3 0,37 0 0,8-2 0,43 0 0,-7 0 0,12 0 0,-1 0 0,-4 2 0,4 1-726,6 3 726,-42-2 0,3 1 0,8 0 0,2-1 0,3 1 0,1 1 0,2 0 0,-1-1 0,-7 0 0,-1-1 0,-5 2 0,-2-1 0,45 3-297,-12-1 297,-5-1 0,-18-2 0,-18-1 0,-14-3 0,-11 0 715,-7 0-715,-4 0 308,0 0-308,-39-6 0,-1 2 0,-44-6 0,2 3 0,-25-2 0,41 2 0,0 1-324,-1-1 1,-1 0 323,0-1 0,0-1 0,-36-5 0,7 1 0,13 1 0,11 2 0,9 2 0,9 3 0,5-1 0,8 0 0,10 2 647,9-3-647,6 0 0,6-1 0,14-3 0,3 5 0,20-5 0,9 4 0,16-5 0,18 2 0,16-1-408,-42 5 0,1 1 408,-3 1 0,1-1 0,-1 0 0,-1-1-78,43-1 78,-13-1 0,-8 2 0,-18 0 0,-17 1 0,-12 2 0,-8-1 812,-5 2-812,-3 0 82,-43 0-82,-19 23 0,2-16 0,7 17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2:54.156"/>
    </inkml:context>
    <inkml:brush xml:id="br0">
      <inkml:brushProperty name="width" value="0.35" units="cm"/>
      <inkml:brushProperty name="height" value="0.35" units="cm"/>
      <inkml:brushProperty name="color" value="#E71224"/>
    </inkml:brush>
  </inkml:definitions>
  <inkml:trace contextRef="#ctx0" brushRef="#br0">415 0 24575,'86'0'0,"11"0"0,-28 1 0,2 1 0,-13 0 0,-2 1 0,3 3 0,-2 0 0,22 7 0,-14-1 0,-24-2 0,-28-5 0,-3 1 0,-52-1 0,-8-3 0,-3-1 0,-5 0-492,1-1 0,-2 0 439,-8 0 0,-1 0 53,5 0 0,0 0 0,0 0 0,1 0 0,4 0 0,2 0 0,5 0 0,1 0 0,-40 0 0,25 0 0,21 0 0,15 0 0,9 0 0,13 3 0,20 12 0,10 3 0,23 13 0,-3-3 983,4 2-876,-4-3-107,-7-6 0,-6-4 0,-7-4 0,-6-5 0,-4-4 0,-3-2 0,-3-2 0,11 0 0,8 0 0,18 0 0,17 3 0,5 3 0,4 3 0,2 1 0,-11-2 0,-6 1 0,-15-3 0,-12 1 0,-10-2 0,-9-2 0,-23-21 0,9 9 0,-14-15 0,18 15 0,-1-1 0,0 2 0,-6-1 0,3 0 0,-2 2 0,2-1 0,1 1 0,-1-1 0,2-4 0,4 2 0,5-1 0,8 6 0,11 3 0,6 2 0,2-1 0,2-2 0,-2 0 0,4-1 0,2 0 0,-3 0 0,-3 0 0,-5 1 0,-7 0 0,-6 1 0,-3 1 0,-3 1 0,0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2:55.144"/>
    </inkml:context>
    <inkml:brush xml:id="br0">
      <inkml:brushProperty name="width" value="0.35" units="cm"/>
      <inkml:brushProperty name="height" value="0.35" units="cm"/>
      <inkml:brushProperty name="color" value="#E71224"/>
    </inkml:brush>
  </inkml:definitions>
  <inkml:trace contextRef="#ctx0" brushRef="#br0">444 0 24575,'28'0'0,"1"0"0,-10 0 0,-3 0 0,-7 0 0,-38 0 0,5 0 0,-34 0 0,21 0 0,0 0 0,1 0 0,-4 2 0,-13 13 0,0 6 0,4 5 0,8 3 0,13-6 0,3 1 0,7-4 0,8-6 0,5-3 0,3-4 0,14 0 0,9-3 0,12-2 0,9-2 0,7 0 0,6 0 0,2 0 0,-5 0 0,-10 0 0,-10 0 0,-7 2 0,-8 0 0,-1 0 0,-4 0 0,-2 1 0,-1-1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2:57.959"/>
    </inkml:context>
    <inkml:brush xml:id="br0">
      <inkml:brushProperty name="width" value="0.35" units="cm"/>
      <inkml:brushProperty name="height" value="0.35" units="cm"/>
      <inkml:brushProperty name="color" value="#E71224"/>
    </inkml:brush>
  </inkml:definitions>
  <inkml:trace contextRef="#ctx0" brushRef="#br0">507 60 24575,'85'0'0,"4"0"0,-37 0 0,1 0 0,43 0 0,-41 0 0,-1 0 0,39 0 0,-16 0 0,-9 0 0,-29 0 0,-20 0 0,-58 0-984,-14 0 0,-26 0 0,-19-3 492,43 1 0,-1 0 0,-7 0 0,0 0 0,-3 0 0,3 0-492,-25 2 405,12 0 579,8 0 0,-6 0 0,1 0 0,7 2 983,8 3 0,13 1 0,10 1 0,9-2 0,10 0 0,4 2 0,4-1-397,4 5-586,2 0 0,2 3 0,2 9 0,4 6 0,7 9 0,4 5 0,5-1 0,-2 1 0,-1-6 0,-3-7 0,-4-9 0,2-6 0,-3-6 0,-1-5 0,-1-2 0,-1-2 0,4-12 0,-1-4 0,3-16 0,-3-5 0,-2-4 0,-1-5 0,-2 1 0,-2-1 0,-2 4 0,-2 4 0,0 8 0,0 6 0,0 6 0,0 6 0,-1 2 0,-7 4 0,1 3 0,33 2 0,11 1 0,52 3 0,-35 2 0,4 2-492,5 2 0,1 0 389,0 2 1,-1 0 102,-5-1 0,-3-1-453,28 2 453,-18-5 0,-17-1 0,-11-3 0,-11 1 0,-3-1 983,-6-2-805,-8 2 303,-3 2-481,-19 10 0,2-4 0,-15 5 0,4-6 0,0 0 0,-1 0 0,0 5 0,4 3 0,3 2 0,3 1 0,5-3 0,1-3 0,2-2 0,3-1 0,1-5 0,18-4 0,-3-6 0,11-10 0,-10-6 0,-3 1 0,-5 0 0,-2 3 0,-3 1 0,-7 0 0,-10 2 0,-12 4 0,-13 2 0,-13 3 0,-8 2 0,-8 2 0,-14 0 0,-4-1 0,4 1 0,7 3 0,15 3 0,12 2 0,5 2 0,9-1 0,11-2 0,4-1 0,9-3 0,46 6 0,3-1 0,40 6 0,-13-3 0,3 0 0,2 1 0,6-2 0,-1 0 0,-5-3 0,-9-2 0,-11-2 0,-9-3 0,-7 1 0,-8-1 0,-2 0 0,-4 0 0,0 0 0,0 0 0,0-2 0,2 0 0,2-3 0,-1 0 0,2 0 0,1 0 0,-5 2 0,-4 0 0,-6 3 0,-2 0 0,-1 0 0,-43 0 0,-9 0 0,-41 0 0,6 0 0,-1 0 0,6 0 0,4 0 0,10 0 0,14 0 0,13 0 0,11 0 0,6 0 0,5 0 0,1 0 0,2 0 0,-3 0 0,4 1 0,-5 3 0,7 2 0,-6 2 0,2 1 0,-5 2 0,-5 5 0,1 3 0,-4 1 0,-1-2 0,5-3 0,0 0 0,5-2 0,4-1 0,4-7 0,3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2:59.263"/>
    </inkml:context>
    <inkml:brush xml:id="br0">
      <inkml:brushProperty name="width" value="0.35" units="cm"/>
      <inkml:brushProperty name="height" value="0.35" units="cm"/>
      <inkml:brushProperty name="color" value="#E71224"/>
    </inkml:brush>
  </inkml:definitions>
  <inkml:trace contextRef="#ctx0" brushRef="#br0">140 19 24575,'-23'-10'0,"-3"1"0,10 9 0,-3 0 0,1 0 0,4 0 0,0 0 0,5 2 0,22 13 0,3-3 0,32 16 0,9 1 0,20 5 0,-3-4 0,-5-6 0,-9-7 0,-8-3 0,4 1 0,-8-3 0,-8-1 0,-8-2 0,-10-3 0,-6-3 0,-8-3 0,-4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3:01.498"/>
    </inkml:context>
    <inkml:brush xml:id="br0">
      <inkml:brushProperty name="width" value="0.35" units="cm"/>
      <inkml:brushProperty name="height" value="0.35" units="cm"/>
      <inkml:brushProperty name="color" value="#E71224"/>
    </inkml:brush>
  </inkml:definitions>
  <inkml:trace contextRef="#ctx0" brushRef="#br0">636 425 24575,'-13'-31'0,"2"-1"0,11 3 0,0-8 0,0-6 0,0-3 0,-2 3 0,-3 4 0,-3 9 0,-1 7 0,1 6 0,0 5 0,0 3 0,-1 3 0,0 2 0,0 3 0,1 1 0,-7-2 0,3-1 0,-10 1 0,-8-3 0,-10 3 0,-10-2 0,-5 2 0,-2 1 0,-2 0 0,2 1 0,9 0 0,13 0 0,13 0 0,8 0 0,7 1 0,3 10 0,2-3 0,2 7 0,0-6 0,2-1 0,2 1 0,3 1 0,0 1 0,1-1 0,1-1 0,3 1 0,3 1 0,1 3 0,1 2 0,0-1 0,-2 4 0,0 1 0,-3 0 0,-2 2 0,0-4 0,-3-1 0,-1-1 0,-2 1 0,-2-2 0,0 1 0,-1-2 0,-1-1 0,0-2 0,2-2 0,2-1 0,2 0 0,5-5 0,-3 1 0,3-4 0,-3 0 0,2 0 0,6 2 0,9 3 0,10 3 0,10 3 0,7 3 0,1 1 0,-3 0 0,-2 3 0,1 0 0,3 2 0,0-2 0,-8-3 0,-9-3 0,-9-2 0,-7-2 0,-6-2 0,-4-4 0,-2-7 0,-2-4 0,-3-7 0,-2-7 0,-4-1 0,-2-4 0,-6 2 0,-2 5 0,2 1 0,1 5 0,1 4 0,2 0 0,-1 2 0,3 1 0,0 2 0,0-2 0,2-1 0,0-6 0,1-1 0,3-5 0,0-4 0,-1-1 0,1 1 0,0 3 0,0 6 0,0 3 0,2 4 0,7 5 0,2 2 0,11 1 0,5 1 0,8 0 0,7 0 0,2 0 0,-6 0 0,-4 0 0,-5 0 0,-3 0 0,0 0 0,-5 0 0,-5 0 0,-4 0 0,-2 0 0,-1 0 0,-2 14 0,-3-2 0,-4 12 0,-7-2 0,-13 11 0,-8 5 0,-5 3 0,-2 1 0,4-2 0,-7 10 0,-4 3 0,-1 2 0,-3-3 0,1-6 0,0-5 0,3-12 0,5-8 0,4-9 0,8-7 0,3-2 0,6-3 0,-1-2 0,3-1 0,-1-5 0,1-3 0,1 0 0,0 0 0,0 3 0,2 3 0,-3 2 0,0 3 0,-3-1 0,-4 1 0,0 0 0,-4 0 0,-1 2 0,0 2 0,0 3 0,3 2 0,6 0 0,4 0 0,5 0 0,6-2 0,1-1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3:05.225"/>
    </inkml:context>
    <inkml:brush xml:id="br0">
      <inkml:brushProperty name="width" value="0.35" units="cm"/>
      <inkml:brushProperty name="height" value="0.35" units="cm"/>
      <inkml:brushProperty name="color" value="#E71224"/>
    </inkml:brush>
  </inkml:definitions>
  <inkml:trace contextRef="#ctx0" brushRef="#br0">334 45 24575,'29'23'0,"3"1"0,-4-8 0,2-1 0,-2-5 0,-7-5 0,-6-3 0,-5-2 0,-4-1 0,-1-15 0,-5-1 0,-5-11 0,-7 7 0,-5 2 0,1 4 0,-1 5 0,1 3 0,-3 5 0,-4 0 0,-7 1 0,-4 1 0,-4-1 0,-1 1 0,3 0 0,1 0 0,5 0 0,5 0 0,3 0 0,7 1 0,0 6 0,1 5 0,1 8 0,-2 5 0,2 1 0,2 1 0,0-1 0,3-2 0,2-2 0,4-2 0,1-3 0,1-1 0,0 0 0,1 0 0,3 2 0,4 4 0,5 0 0,2 1 0,1-1 0,0-3 0,-1-4 0,2-3 0,-3-4 0,0 0 0,0-4 0,0-1 0,-2-1 0,0-2 0,0 0 0,-2 0 0,3 0 0,0 0 0,1 0 0,5 0 0,6 0 0,2 0 0,4-4 0,4-10 0,-2-6 0,0-3 0,-3 2 0,-6 4 0,-1-1 0,2-2 0,-2 2 0,-2 4 0,-1 3 0,-3 5 0,-2 3 0,-1 0 0,0 3 0,-3 0 0,1 0 0,-3 0 0,2 0 0,-3 0 0,4 0 0,-2 0 0,3 0 0,4 1 0,1 4 0,2 2 0,1 2 0,4-1 0,6-3 0,2-3 0,1-2 0,1 0 0,0 0 0,0 0 0,0 0 0,-4 0 0,-7 0 0,-5 0 0,-7 0 0,-2 0 0,-45 0 0,15 0 0,-38 0 0,27 0 0,-4 2 0,0 1 0,5 1 0,4 3 0,9 0 0,5 2 0,1 3 0,3 3 0,0 2 0,3 2 0,2 3 0,2 0 0,1 4 0,0 2 0,-1 0 0,1 0 0,0-3 0,0-6 0,0-4 0,0-3 0,3-47 0,-1 16 0,1-38 0,-1 31 0,1-4 0,-1 1 0,1 1 0,-1-3 0,-2 4 0,0-3 0,0 2 0,0-1 0,0 3 0,0 3 0,0 3 0,0 7 0,0 3 0,-1 4 0,-6-2 0,-6 5 0,-2-1 0,0 3 0,4 1 0,2 0 0,0 0 0,-2 0 0,2 0 0,31 0 0,3 0 0,33 0 0,-10 0 0,4 0 0,11 0 0,9 0 0,-7 0 0,-14 0 0,-23 0 0,-13-2 0,-3-3 0,-2-5 0,0-2 0,-2-4 0,-3 2 0,-2 2 0,-2 0 0,-1 3 0,-10 2 0,-4 2 0,-7 3 0,-2 2 0,-1 0 0,-4 0 0,-1 0 0,5 0 0,3 0 0,5 2 0,5 2 0,4 4 0,4 8 0,2 6 0,1 6 0,0-1 0,0 2 0,0 3 0,0 5 0,0 4 0,0-3 0,0-1 0,0-7 0,0-3 0,0-6 0,-4-5 0,-3-5 0,-2-2 0,-4 0 0,1-2 0,-2-3 0,-5 0 0,-3 0 0,-5 3 0,-3 3 0,-1 0 0,-1 0 0,2 1 0,4-1 0,3 0 0,6-1 0,4-2 0,4-1 0,5-1 0,2 5 0,6-2 0,5 5 0,7-4 0,9 1 0,4 3 0,7 2 0,3 2 0,5 0 0,2-3 0,1-1 0,-4-1 0,-2-3 0,-5-3 0,-4-3 0,-2-2 0,-2-1 0,-3 0 0,-5 0 0,-4 0 0,-4-2 0,-2-1 0,0-3 0,-2-2 0,-3 0 0,-2-1 0,-2 0 0,-1 1 0,0-1 0,0-2 0,0-3 0,0 0 0,0-1 0,-2-2 0,-1 1 0,-4-6 0,-3-1 0,-2-2 0,1-3 0,1-1 0,2 0 0,2 3 0,1 4 0,2 2 0,3 3 0,0 1 0,0 4 0,0 1 0,0 1 0,-5 4 0,-2-2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3:08.655"/>
    </inkml:context>
    <inkml:brush xml:id="br0">
      <inkml:brushProperty name="width" value="0.35" units="cm"/>
      <inkml:brushProperty name="height" value="0.35" units="cm"/>
      <inkml:brushProperty name="color" value="#E71224"/>
    </inkml:brush>
  </inkml:definitions>
  <inkml:trace contextRef="#ctx0" brushRef="#br0">717 185 24575,'0'68'0,"0"8"0,0-2 0,0-2 0,0-2 0,0-4 0,0 0 0,0-8 0,0-14 0,0-15 0,2-14 0,4-6 0,3-6 0,3-8 0,1-5 0,-2-7 0,-3-7 0,-2-1 0,-3-2 0,-3 1 0,-6 5 0,-6 1 0,-8 4 0,-7 3 0,-1 1 0,-2 4 0,0 1 0,0 2 0,-3 3 0,-3-3 0,-2 2 0,-4-2 0,-1 0 0,-3-1 0,2-2 0,8-1 0,7-1 0,7 1 0,7 0 0,2 2 0,5-1 0,3 0 0,0 0 0,2-1 0,0 0 0,3 0 0,-1 0 0,1-3 0,0 0 0,1-3 0,3 2 0,3-1 0,7-2 0,13-7 0,16-13 0,23-12 0,-25 20 0,3 1-255,0-1 1,1 1 254,1 2 0,0 2 0,42-17 0,-9 11 0,-8 5 0,-17 12 0,-17 6 0,-11 4 0,-6 2 0,-5 5 0,-1 6 0,-3 7 0,-4 11 509,-4 5-509,-2 7 0,-1 4 0,0 4 0,0 4 0,0 4 0,0-5 0,-2-3 0,-3-6 0,-4-2 0,-3 1 0,-3-7 0,-2-4 0,-1-9 0,-3-5 0,-4-3 0,-1-5 0,-2-4 0,2-2 0,4-3 0,4 0 0,6 0 0,5 0 0,45-5 0,1 1 0,48-4 0,-8 5-618,17-3 618,-42 4 0,3 1-492,5-1 0,1 0 487,2-1 0,0 0 5,-4 1 0,-2-1 0,-2 0 0,-3 0-58,40-4 58,-11 0 0,-17 1 0,-18 0 585,-16 1-585,-11 0 983,-12 0-944,-5-1 24,-22-1-63,-3 3 0,-26 2 0,-2 2 0,-16-1 0,-10 1 0,-14 0 0,6 0 0,8 2 0,0 4 0,5 2 0,-8 4 0,6-2 0,12-1 0,15-2 0,12-3 0,8-2 0,6-1 0,5-1 0,4-3 0,2-7 0,-2-7 0,-2-8 0,-6-7 0,-3-6 0,-10-17 0,-7-9 0,-7-11 0,1 1 0,8 9 0,5 7 0,11 15 0,1 8 0,3 12 0,3 9 0,1 5 0,2 4 0,2 9 0,3 9 0,2 9 0,3 8 0,0 3 0,0-1 0,0 0 0,0 3 0,2 2 0,5 15 0,8 11 0,3 11 0,1 1 0,1 1 0,-3-3 0,0 2 0,-1-4 0,-4-14 0,-3-12 0,-2-15 0,-3-8 0,-2-5 0,0-5 0,-1 0 0,-1-2 0,-1-3 0,-16-2 0,0-2 0,-13-3 0,7 0 0,1 0 0,1 0 0,2 0 0,0 0 0,2 0 0,2 0 0,-2 0 0,3-2 0,1-4 0,4-3 0,2-5 0,2-1 0,2 0 0,1 0 0,2 2 0,0 0 0,3 1 0,13-1 0,16 2 0,37-2 0,-15 7 0,6 1-492,17-1 0,5 0 0,11 1 0,3 1 227,-29 1 0,0-1 1,0 1-228,24-3 0,-3 0 0,-8 0 0,-3-1 480,-11 0 1,-3 0 11,-11 1 0,-2-1 0,41-5 0,-22 0 0,-14 1 0,-21 0 983,-13-1 0,-10 0 0,-7 0 0,-4 1-162,1 2-821,-8 0 0,-6 2 0,-4 1 0,-5 1 0,-1 1 0,-10-3 0,-9-2 0,-8-2 0,-6-1 0,-3 0 0,-15-2 0,3 2 0,1 1 0,3 2 0,12 1 0,-1 1 0,8-1 0,8 2 0,8-1 0,6-1 0,2 1 0,3-1 0,3 1 0,3-1 0,3 2 0,3 1 0,0 1 0,0-1 0,1-2 0,0 1 0,1-4 0,1 2 0,-1-2 0,1 1 0,-1-1 0,-4 3 0,-3 4 0,-2 1 0,-6 1 0,-6 1 0,-10 0 0,-5 0 0,-9 7 0,-12 12 0,-14 15-492,31-10 0,-3 2 446,-5 3 1,-1 3 45,-3 1 0,-1 2 0,-2 1 0,2 2 0,-1 2 0,2 2 0,2 4 0,5-3 0,-9 7 0,17-5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3:11.318"/>
    </inkml:context>
    <inkml:brush xml:id="br0">
      <inkml:brushProperty name="width" value="0.35" units="cm"/>
      <inkml:brushProperty name="height" value="0.35" units="cm"/>
      <inkml:brushProperty name="color" value="#E71224"/>
    </inkml:brush>
  </inkml:definitions>
  <inkml:trace contextRef="#ctx0" brushRef="#br0">339 151 24575,'39'10'0,"-9"-2"0,0-8 0,-7 0 0,7 0 0,-2 0 0,-6 0 0,-4 0 0,-5 0 0,-5-2 0,-3-8 0,-3-2 0,-6-13 0,-8 2 0,-8-2 0,-11 3 0,-6 5 0,-12 3 0,-9 4 0,7 4 0,1 3 0,8 5 0,1 7 0,-5 11 0,3 9 0,7 10 0,7 0 0,9-2 0,10-2 0,4-5 0,5-4 0,0-4 0,1-5 0,2-1 0,5-4 0,5-1 0,8 0 0,7-2 0,10 4 0,10 1 0,12 2 0,10-1 0,-1-4 0,3-4 0,0-3 0,-3-4 0,-5 0 0,-7 0 0,-7 0 0,-2 0 0,5 0 0,-4-6 0,1-7 0,-4-8 0,-7-8 0,-4-1 0,-7-6 0,-3-4 0,-5-2 0,-5 1 0,-2 6 0,-4 5 0,-3 6 0,-3 1 0,-1 2 0,-1 5 0,0 4 0,-2 3 0,-15 4 0,-5 2 0,-22 3 0,-5 0 0,-4-1 0,3 1 0,-1 0 0,0 2 0,-5 3 0,0 3 0,10 2 0,8 0 0,11 0 0,8-2 0,8-1 0,8-3 0,29-1 0,7-1 0,35-2 0,7 0 0,3 0 0,6 0 0,1 0 0,-6 0 0,-1 0 0,-16 0 0,-15 0 0,-6 0 0,-6 0 0,-4 0 0,-3 0 0,-7 0 0,-3 0 0,-1 0 0,-2 0 0,-1 0 0,-3 0 0,-2 0 0,1 0 0,-1 0 0,0-2 0,1-2 0,-1 0 0,6-2 0,2 1 0,-1 2 0,0 1 0,-2 2 0,-4 0 0,-53 6 0,6 1 0,-56 11-984,25-2 0,-16 5 0,7 1 0,8-3 0,4 1 0,24-4 104,2 0 880,16-3 0,9-3 983,7 0 0,5-1 0,2-1 0,0 4 0,0-3 0,-1 2-97,3 0-886,0-2 0,0 5 0,2-1 0,-2 1 0,3 2 0,-1-2 0,1-2 0,1-1 0,-1-2 0,1-1 0,-1-1 0,1-1 0,3-2 0,2-2 0,5-1 0,4 1 0,4 3 0,3 0 0,2 2 0,-1-2 0,-2 0 0,-5 2 0,-2-2 0,-6-1 0,-3-1 0,-1-1 0,-1 0 0,4 0 0,-3-1 0,6-1 0,-4 0 0,6 0 0,5 0 0,3-5 0,6-5 0,-1-6 0,-2-1 0,-4 2 0,0 4 0,-3 2 0,-1 2 0,-2 3 0,-5 1 0,-1 2 0,-6 1 0,-1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3:14.205"/>
    </inkml:context>
    <inkml:brush xml:id="br0">
      <inkml:brushProperty name="width" value="0.35" units="cm"/>
      <inkml:brushProperty name="height" value="0.35" units="cm"/>
      <inkml:brushProperty name="color" value="#E71224"/>
    </inkml:brush>
  </inkml:definitions>
  <inkml:trace contextRef="#ctx0" brushRef="#br0">260 399 24575,'46'19'0,"10"8"0,-9 1 0,2-1 0,0-5 0,-15-10 0,-4-4 0,-5 0 0,-6-3 0,-6-2 0,-1-1 0,-4-2 0,0-3 0,2-9 0,-1-7 0,2-11 0,-1-8 0,0 2 0,1-3 0,1 0 0,3 0 0,1-6 0,-1 2 0,-1 5 0,-3 9 0,-3 9 0,-3 7 0,-6 5 0,-14 3 0,-4 3 0,-12 2 0,-4 0 0,-6 0 0,-5 2 0,-3 3 0,-2 7 0,3 2 0,4 0 0,9 1 0,10-2 0,8-2 0,6-2 0,5-1 0,4 1 0,0 4 0,1 5 0,1 8 0,2 5 0,5 6 0,7 8 0,9 3 0,3 2 0,3-3 0,5-4 0,2-4 0,4-4 0,1-2 0,-2-7 0,1-4 0,-1-4 0,-2-3 0,-2-3 0,-2-3 0,-3-4 0,-4-2 0,-4-3 0,-6 0 0,-3 0 0,-4 0 0,-2 0 0,5-4 0,-3-1 0,4-7 0,-4-6 0,4-10 0,7-18 0,8-20 0,9-14 0,0-4 0,-5 7 0,-3 6 0,-4 6 0,-1 1 0,-3 5 0,-6 14 0,-2 10 0,-4 15 0,-4 11 0,7 33 0,-5 4 0,13 33 0,2 10 0,-7-25 0,1 4-492,4 10 0,0 4 280,2 9 1,0 1 211,1-4 0,-1 0 0,-2-3 0,-1 0 0,-1-8 0,-2-3-932,9 36 932,-6-16 0,-6-20 0,-3-19 0,-1-10 0,-2-6 983,1-8-628,-3-6 628,7-27-965,-5 5-18,7-21 0,-3 15 0,4-4 0,9-11 0,8-8 0,8-9 0,3-9 0,-6 4 0,-5 5 0,-3-3 0,-2-1 0,2-5 0,-2-2 0,-7 7 0,-4 11 0,-6 12 0,-3 8 0,-4 7 0,-4 8 0,-6 4 0,-8 5 0,-14 0 0,-17-1 0,-22 0 0,-25 0-492,37 3 0,-3-1 256,-11 1 1,-3 0 235,-9 0 0,-2 0-492,-7 0 0,-2 0 0,-5-1 0,-2 1 303,3 0 0,0 0 189,3 0 0,3 0 0,13 0 0,4 0 0,15 0 0,3 0 0,-34 0 0,19 0 0,5 0 0,8 0 0,15 0 983,14 0-691,8 0 691,9 2 0,6 1-423,18 11-560,3-4 0,23 12 0,10 0 0,23 10 0,-25-9 0,4 2-492,9 3 0,5 2 193,9 1 0,4 0-193,7 2 0,2 0 0,7-2 0,0-2 481,-13-5 1,-3-1 10,-8-4 0,-3-1-220,-9-4 1,-3-1 219,34 7 0,2 0 0,-20-3 0,-19-6 0,-15-4 983,-15-4-588,-8-2 588,-5-2 0,-3-10-317,-21 4-666,2-4 0,-19 9 0,2 2 0,-4 0 0,-7 0 0,0 0 0,-1 0 0,3 0 0,6 0 0,9 0 0,12 0 0,6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3:16.709"/>
    </inkml:context>
    <inkml:brush xml:id="br0">
      <inkml:brushProperty name="width" value="0.35" units="cm"/>
      <inkml:brushProperty name="height" value="0.35" units="cm"/>
      <inkml:brushProperty name="color" value="#E71224"/>
    </inkml:brush>
  </inkml:definitions>
  <inkml:trace contextRef="#ctx0" brushRef="#br0">552 357 24575,'60'0'0,"-12"0"0,-16 0 0,-10 0 0,-6 0 0,-4 0 0,-51 0 0,9 0 0,-45 0 0,22 0 0,-17 0 0,-3 0 0,-4 0 0,1 0 0,10 0 0,5 0 0,13 0 0,12 0 0,11 0 0,13 0 0,59 0 0,2 0 0,0 0 0,3 0 0,37 0-519,-4 0 519,2 0 0,-1-2 0,1-4 0,4-3 0,-8-6 0,-12 0 0,-15-3 0,-11 1 0,-10 1 0,-11-1 0,-7 2 519,-6 2-519,-3 3 0,-2 2 0,-2 1 0,-2-5 0,0 2 0,3-2 0,1 4 0,1 0 0,1 2 0,0 2 0,3 2 0,1 1 0,7 1 0,1 0 0,4 0 0,4 0 0,0 0 0,-1 0 0,3 0 0,-4 0 0,-5 0 0,-3 0 0,-8 0 0,-2-2 0,-36-8 0,-16 2 0,-45-9 0,36 11 0,-1 1-258,-2-2 0,1 0 258,3 1 0,0-1 0,1 1 0,2 0 0,-45-4 0,-2-1 0,7 3 0,17 3 0,18 2 0,17 2 0,10 0 0,14 1 0,11 0 0,27 4 0,7 7 0,27 12 0,5 15 0,20 15-397,-33-20 1,1 1 396,8 4 0,1 1 0,0 0 0,0 1 0,1 1 0,0 0 0,3 2 0,0 0 0,2 1 0,0-1 0,-1-2 0,-1 0 0,-4-5 0,-1-2 0,-7-4 0,-1-3-150,35 17 150,-7-7 0,-21-13 0,-15-8 0,-16-6 0,-11-2 0,-6-4 983,-3-2-668,-2-14-154,-2 5-161,-6-13 0,-5 9 0,-7-5 0,-7-5 0,-7-5 0,-10-9 0,-10-2 0,-11-10 0,-10-9-461,28 25 0,-1-2 461,-2-3 0,0 0 0,2 3 0,0 1-141,-35-31 141,14 9 0,12 9 0,11 8 0,13 13 0,9 8 0,7 5 0,1 3 915,2 4-915,0 1 148,-10 2-148,1 1 0,-8 0 0,6 0 0,4 0 0,3 0 0,3 0 0,2 5 0,1 1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3:20.511"/>
    </inkml:context>
    <inkml:brush xml:id="br0">
      <inkml:brushProperty name="width" value="0.35" units="cm"/>
      <inkml:brushProperty name="height" value="0.35" units="cm"/>
      <inkml:brushProperty name="color" value="#E71224"/>
    </inkml:brush>
  </inkml:definitions>
  <inkml:trace contextRef="#ctx0" brushRef="#br0">619 755 24575,'4'-61'0,"0"-13"0,-4-13 0,0 36 0,0-2 0,0 2 0,0 2 0,0-43 0,0 14 0,-5 20 0,-2 10 0,-3 19 0,-3 14 0,3 8 0,-2 6 0,2 2 0,2 3 0,4 6 0,3 1 0,1 4 0,0-2 0,0 1 0,0 0 0,0 3 0,0 2 0,0 10 0,0 6 0,2 6 0,1 3 0,2-3 0,1-1 0,-3-5 0,-1-6 0,-2-7 0,0-7 0,0-5 0,-4-4 0,-9 0 0,-15 2 0,-17 7 0,-15 4 0,-6 2 0,1 0 0,-2-5 0,10-3 0,7-2 0,9-1 0,14-3 0,4-1 0,8-1 0,8 0 0,22 6 0,0-3 0,21 2 0,2-3 0,6 1 0,9 2 0,3 0 0,-1-1 0,0-3 0,-7-2 0,-7 1 0,-4-2 0,-8 0 0,-3 0 0,-7-3 0,-3 0 0,1 0 0,7 0 0,12 0 0,8 2 0,7 2 0,5 5 0,-1 1 0,-1 2 0,-6-1 0,-8-2 0,-9-1 0,-11-2 0,-6-1 0,-7-1 0,1-2 0,-1-20 0,-4 7 0,1-16 0,-4 13 0,0 1 0,0 0 0,-2 4 0,-5-2 0,1 6 0,-8-3 0,1 1 0,-3 0 0,-3-3 0,-3 1 0,0-1 0,-3-1 0,-1 2 0,2 0 0,3 2 0,2 1 0,3 0 0,3 1 0,1-1 0,3 1 0,0 2 0,-2-1 0,-1 1 0,1-2 0,0 1 0,2 1 0,0 0 0,-1 1 0,0 0 0,-1-1 0,-1 2 0,-2 1 0,-2 0 0,1 0 0,3-2 0,5-3 0,38-3 0,-8 3 0,28 0 0,-19 5 0,-3 0 0,-3 2 0,-3 0 0,-4 3 0,0-1 0,1 0 0,9 0 0,16-1 0,24 0 0,23-2 0,-41-1 0,0 0 0,49 0 0,-8 0 0,-12 0 0,-13 0 0,-15 0 0,-20 0 0,-14-2 0,-9-2 0,-6-2 0,-21 0 0,-1 2 0,-17 2 0,8 1 0,-1 1 0,3 0 0,5 0 0,2 0 0,5-2 0,0 0 0,1-1 0,1 2 0,0 1 0,-2 0 0,-9 0 0,-6 0 0,-5 0 0,0 0 0,1 0 0,1 0 0,3 0 0,6 0 0,7 0 0,6 0 0,2 0 0,-8 0 0,-3 0 0,-9 0 0,-12 0 0,-11 0 0,-12-3 0,-2-3 0,10-2 0,3-3 0,8 1 0,3 0 0,2-1 0,10 3 0,8 0 0,6 3 0,6 0 0,5-1 0,25 14 0,-9-6 0,19 15 0,-15-6 0,5 4 0,6 5 0,19 11 0,9 5 0,2 1 0,-8-5 0,-15-7 0,-4-1 0,-1 0 0,0 2 0,-3 1 0,-1 2 0,2 3 0,2 1 0,-1-2 0,-4-3 0,-5-6 0,-1-6 0,-4-4 0,-1-2 0,-4-9 0,-26-36 0,-6-12 0,-4 1 0,8 13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CA2D73-2532-A640-A667-27AB4D0D333F}" type="datetimeFigureOut">
              <a:t>11/12/25</a:t>
            </a:fld>
            <a:endParaRPr lang="en-V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6FF3D1-0F45-2240-9B47-75654C02E24A}" type="slidenum">
              <a:t>‹#›</a:t>
            </a:fld>
            <a:endParaRPr lang="en-VN"/>
          </a:p>
        </p:txBody>
      </p:sp>
    </p:spTree>
    <p:extLst>
      <p:ext uri="{BB962C8B-B14F-4D97-AF65-F5344CB8AC3E}">
        <p14:creationId xmlns:p14="http://schemas.microsoft.com/office/powerpoint/2010/main" val="1971429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VN"/>
          </a:p>
        </p:txBody>
      </p:sp>
      <p:sp>
        <p:nvSpPr>
          <p:cNvPr id="4" name="Slide Number Placeholder 3"/>
          <p:cNvSpPr>
            <a:spLocks noGrp="1"/>
          </p:cNvSpPr>
          <p:nvPr>
            <p:ph type="sldNum" sz="quarter" idx="5"/>
          </p:nvPr>
        </p:nvSpPr>
        <p:spPr/>
        <p:txBody>
          <a:bodyPr/>
          <a:lstStyle/>
          <a:p>
            <a:fld id="{576FF3D1-0F45-2240-9B47-75654C02E24A}" type="slidenum">
              <a:t>2</a:t>
            </a:fld>
            <a:endParaRPr lang="en-VN"/>
          </a:p>
        </p:txBody>
      </p:sp>
    </p:spTree>
    <p:extLst>
      <p:ext uri="{BB962C8B-B14F-4D97-AF65-F5344CB8AC3E}">
        <p14:creationId xmlns:p14="http://schemas.microsoft.com/office/powerpoint/2010/main" val="28230818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2E7630-52AC-6850-F366-337DC0C7CC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CD3F92-4320-FB05-41D9-3C25338399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05BA21-5291-00B1-DDA1-5A26DC3A8D7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329C4681-FA83-498B-F24F-3CAA3CBE94CE}"/>
              </a:ext>
            </a:extLst>
          </p:cNvPr>
          <p:cNvSpPr>
            <a:spLocks noGrp="1"/>
          </p:cNvSpPr>
          <p:nvPr>
            <p:ph type="sldNum" sz="quarter" idx="5"/>
          </p:nvPr>
        </p:nvSpPr>
        <p:spPr/>
        <p:txBody>
          <a:bodyPr/>
          <a:lstStyle/>
          <a:p>
            <a:fld id="{576FF3D1-0F45-2240-9B47-75654C02E24A}" type="slidenum">
              <a:t>3</a:t>
            </a:fld>
            <a:endParaRPr lang="en-VN"/>
          </a:p>
        </p:txBody>
      </p:sp>
    </p:spTree>
    <p:extLst>
      <p:ext uri="{BB962C8B-B14F-4D97-AF65-F5344CB8AC3E}">
        <p14:creationId xmlns:p14="http://schemas.microsoft.com/office/powerpoint/2010/main" val="27762013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62C20-3C43-A96E-6EBF-A5A97ADFE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C16852-AD83-3FF1-F7F1-B9802DDC65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29F091-1D32-45AE-1C44-AD34B20439FF}"/>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70AA5C88-0046-5768-8D21-1303FD8C43D2}"/>
              </a:ext>
            </a:extLst>
          </p:cNvPr>
          <p:cNvSpPr>
            <a:spLocks noGrp="1"/>
          </p:cNvSpPr>
          <p:nvPr>
            <p:ph type="sldNum" sz="quarter" idx="5"/>
          </p:nvPr>
        </p:nvSpPr>
        <p:spPr/>
        <p:txBody>
          <a:bodyPr/>
          <a:lstStyle/>
          <a:p>
            <a:fld id="{576FF3D1-0F45-2240-9B47-75654C02E24A}" type="slidenum">
              <a:t>4</a:t>
            </a:fld>
            <a:endParaRPr lang="en-VN"/>
          </a:p>
        </p:txBody>
      </p:sp>
    </p:spTree>
    <p:extLst>
      <p:ext uri="{BB962C8B-B14F-4D97-AF65-F5344CB8AC3E}">
        <p14:creationId xmlns:p14="http://schemas.microsoft.com/office/powerpoint/2010/main" val="24439152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415EF-61D8-84AD-F44C-E1C722B6FF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F77CB9-24D5-FACB-A03C-B93EECA606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7A895A-30AD-D17F-382F-3DA1E9AE0FB0}"/>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724340E-A1CE-D826-A074-DBDE65686097}"/>
              </a:ext>
            </a:extLst>
          </p:cNvPr>
          <p:cNvSpPr>
            <a:spLocks noGrp="1"/>
          </p:cNvSpPr>
          <p:nvPr>
            <p:ph type="sldNum" sz="quarter" idx="5"/>
          </p:nvPr>
        </p:nvSpPr>
        <p:spPr/>
        <p:txBody>
          <a:bodyPr/>
          <a:lstStyle/>
          <a:p>
            <a:fld id="{576FF3D1-0F45-2240-9B47-75654C02E24A}" type="slidenum">
              <a:t>5</a:t>
            </a:fld>
            <a:endParaRPr lang="en-VN"/>
          </a:p>
        </p:txBody>
      </p:sp>
    </p:spTree>
    <p:extLst>
      <p:ext uri="{BB962C8B-B14F-4D97-AF65-F5344CB8AC3E}">
        <p14:creationId xmlns:p14="http://schemas.microsoft.com/office/powerpoint/2010/main" val="28283077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E8EBE-A45D-D1D1-B686-5CE7F86ABB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D9D7D2-BA01-013A-3E1E-565DF12A01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FD03CD-50F7-C64D-7ED8-21F44E0E1894}"/>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370810F2-EB83-3040-F8C9-2E0B2F387BC7}"/>
              </a:ext>
            </a:extLst>
          </p:cNvPr>
          <p:cNvSpPr>
            <a:spLocks noGrp="1"/>
          </p:cNvSpPr>
          <p:nvPr>
            <p:ph type="sldNum" sz="quarter" idx="5"/>
          </p:nvPr>
        </p:nvSpPr>
        <p:spPr/>
        <p:txBody>
          <a:bodyPr/>
          <a:lstStyle/>
          <a:p>
            <a:fld id="{576FF3D1-0F45-2240-9B47-75654C02E24A}" type="slidenum">
              <a:t>6</a:t>
            </a:fld>
            <a:endParaRPr lang="en-VN"/>
          </a:p>
        </p:txBody>
      </p:sp>
    </p:spTree>
    <p:extLst>
      <p:ext uri="{BB962C8B-B14F-4D97-AF65-F5344CB8AC3E}">
        <p14:creationId xmlns:p14="http://schemas.microsoft.com/office/powerpoint/2010/main" val="27219437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F5162-8413-3936-8BDB-BCF9F97E61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16C01F-0C62-37A0-B87B-45CE3810A0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BA1CD1-E337-941B-FF88-2BFA722BA0E6}"/>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FE6E69E-3E31-0BFB-A4C6-D987D5423958}"/>
              </a:ext>
            </a:extLst>
          </p:cNvPr>
          <p:cNvSpPr>
            <a:spLocks noGrp="1"/>
          </p:cNvSpPr>
          <p:nvPr>
            <p:ph type="sldNum" sz="quarter" idx="5"/>
          </p:nvPr>
        </p:nvSpPr>
        <p:spPr/>
        <p:txBody>
          <a:bodyPr/>
          <a:lstStyle/>
          <a:p>
            <a:fld id="{576FF3D1-0F45-2240-9B47-75654C02E24A}" type="slidenum">
              <a:t>7</a:t>
            </a:fld>
            <a:endParaRPr lang="en-VN"/>
          </a:p>
        </p:txBody>
      </p:sp>
    </p:spTree>
    <p:extLst>
      <p:ext uri="{BB962C8B-B14F-4D97-AF65-F5344CB8AC3E}">
        <p14:creationId xmlns:p14="http://schemas.microsoft.com/office/powerpoint/2010/main" val="15728782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816D6-2721-013C-FBFC-CD37FBBED8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66133-997A-A9C1-E9CD-F66EA1F903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2AFC4F-50E5-4566-7731-41F376E7014F}"/>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1A4AD0EA-99E0-C5F1-5126-8951AB3DBF7D}"/>
              </a:ext>
            </a:extLst>
          </p:cNvPr>
          <p:cNvSpPr>
            <a:spLocks noGrp="1"/>
          </p:cNvSpPr>
          <p:nvPr>
            <p:ph type="sldNum" sz="quarter" idx="5"/>
          </p:nvPr>
        </p:nvSpPr>
        <p:spPr/>
        <p:txBody>
          <a:bodyPr/>
          <a:lstStyle/>
          <a:p>
            <a:fld id="{576FF3D1-0F45-2240-9B47-75654C02E24A}" type="slidenum">
              <a:t>8</a:t>
            </a:fld>
            <a:endParaRPr lang="en-VN"/>
          </a:p>
        </p:txBody>
      </p:sp>
    </p:spTree>
    <p:extLst>
      <p:ext uri="{BB962C8B-B14F-4D97-AF65-F5344CB8AC3E}">
        <p14:creationId xmlns:p14="http://schemas.microsoft.com/office/powerpoint/2010/main" val="6272911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EB793-F4B1-3E9F-FE48-391BD5A42C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F4C52-244F-146E-5CB2-9DC06656F1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5FFDE5-EDB5-3173-0F8E-06A7861C4F4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AE3FC81-F789-CF48-8048-3223575625BE}"/>
              </a:ext>
            </a:extLst>
          </p:cNvPr>
          <p:cNvSpPr>
            <a:spLocks noGrp="1"/>
          </p:cNvSpPr>
          <p:nvPr>
            <p:ph type="sldNum" sz="quarter" idx="5"/>
          </p:nvPr>
        </p:nvSpPr>
        <p:spPr/>
        <p:txBody>
          <a:bodyPr/>
          <a:lstStyle/>
          <a:p>
            <a:fld id="{576FF3D1-0F45-2240-9B47-75654C02E24A}" type="slidenum">
              <a:t>9</a:t>
            </a:fld>
            <a:endParaRPr lang="en-VN"/>
          </a:p>
        </p:txBody>
      </p:sp>
    </p:spTree>
    <p:extLst>
      <p:ext uri="{BB962C8B-B14F-4D97-AF65-F5344CB8AC3E}">
        <p14:creationId xmlns:p14="http://schemas.microsoft.com/office/powerpoint/2010/main" val="27909334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EFD298-E322-47C7-47BD-4E7FE75071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CE134C-273F-6E7B-9723-0EF0B20E71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EBCB85-92A7-E5AA-57BC-FAA5208A5224}"/>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D2E1BA5A-61B5-0F90-E488-4BF3F37CF0DD}"/>
              </a:ext>
            </a:extLst>
          </p:cNvPr>
          <p:cNvSpPr>
            <a:spLocks noGrp="1"/>
          </p:cNvSpPr>
          <p:nvPr>
            <p:ph type="sldNum" sz="quarter" idx="5"/>
          </p:nvPr>
        </p:nvSpPr>
        <p:spPr/>
        <p:txBody>
          <a:bodyPr/>
          <a:lstStyle/>
          <a:p>
            <a:fld id="{576FF3D1-0F45-2240-9B47-75654C02E24A}" type="slidenum">
              <a:t>10</a:t>
            </a:fld>
            <a:endParaRPr lang="en-VN"/>
          </a:p>
        </p:txBody>
      </p:sp>
    </p:spTree>
    <p:extLst>
      <p:ext uri="{BB962C8B-B14F-4D97-AF65-F5344CB8AC3E}">
        <p14:creationId xmlns:p14="http://schemas.microsoft.com/office/powerpoint/2010/main" val="35957923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7331B-D969-9328-52BC-DF7A81C492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775B4F-5F1C-EB93-C8E8-DBC5825D71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319281-7B5F-918F-99BF-76A2230DB184}"/>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8DD926F-50E3-5A32-A857-6613E1577DC4}"/>
              </a:ext>
            </a:extLst>
          </p:cNvPr>
          <p:cNvSpPr>
            <a:spLocks noGrp="1"/>
          </p:cNvSpPr>
          <p:nvPr>
            <p:ph type="sldNum" sz="quarter" idx="5"/>
          </p:nvPr>
        </p:nvSpPr>
        <p:spPr/>
        <p:txBody>
          <a:bodyPr/>
          <a:lstStyle/>
          <a:p>
            <a:fld id="{576FF3D1-0F45-2240-9B47-75654C02E24A}" type="slidenum">
              <a:t>11</a:t>
            </a:fld>
            <a:endParaRPr lang="en-VN"/>
          </a:p>
        </p:txBody>
      </p:sp>
    </p:spTree>
    <p:extLst>
      <p:ext uri="{BB962C8B-B14F-4D97-AF65-F5344CB8AC3E}">
        <p14:creationId xmlns:p14="http://schemas.microsoft.com/office/powerpoint/2010/main" val="41578507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385F4-23D4-D748-DEEE-3E0F2043BE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5E393-2E8F-EA92-2414-8CF14D62D8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D5A8A3-BEA4-A6BA-D04A-670E47BA0247}"/>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9856218-F113-58F3-FC1B-D7B9741909CE}"/>
              </a:ext>
            </a:extLst>
          </p:cNvPr>
          <p:cNvSpPr>
            <a:spLocks noGrp="1"/>
          </p:cNvSpPr>
          <p:nvPr>
            <p:ph type="sldNum" sz="quarter" idx="5"/>
          </p:nvPr>
        </p:nvSpPr>
        <p:spPr/>
        <p:txBody>
          <a:bodyPr/>
          <a:lstStyle/>
          <a:p>
            <a:fld id="{576FF3D1-0F45-2240-9B47-75654C02E24A}" type="slidenum">
              <a:t>12</a:t>
            </a:fld>
            <a:endParaRPr lang="en-VN"/>
          </a:p>
        </p:txBody>
      </p:sp>
    </p:spTree>
    <p:extLst>
      <p:ext uri="{BB962C8B-B14F-4D97-AF65-F5344CB8AC3E}">
        <p14:creationId xmlns:p14="http://schemas.microsoft.com/office/powerpoint/2010/main" val="37280078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40704-9660-F528-9CED-8078D49F2B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10C386-4A8E-FD2A-603F-FAB181A75D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952F39-B543-79A7-0D69-DF05A1F5C245}"/>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452A86A4-043A-4A37-C283-11D1CC3119B8}"/>
              </a:ext>
            </a:extLst>
          </p:cNvPr>
          <p:cNvSpPr>
            <a:spLocks noGrp="1"/>
          </p:cNvSpPr>
          <p:nvPr>
            <p:ph type="sldNum" sz="quarter" idx="5"/>
          </p:nvPr>
        </p:nvSpPr>
        <p:spPr/>
        <p:txBody>
          <a:bodyPr/>
          <a:lstStyle/>
          <a:p>
            <a:fld id="{576FF3D1-0F45-2240-9B47-75654C02E24A}" type="slidenum">
              <a:t>13</a:t>
            </a:fld>
            <a:endParaRPr lang="en-VN"/>
          </a:p>
        </p:txBody>
      </p:sp>
    </p:spTree>
    <p:extLst>
      <p:ext uri="{BB962C8B-B14F-4D97-AF65-F5344CB8AC3E}">
        <p14:creationId xmlns:p14="http://schemas.microsoft.com/office/powerpoint/2010/main" val="35368507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8C5ED-0263-615E-BDF5-E3C6E6A3E1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EB9218-4428-E911-DE82-EC0BF4F66A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2AD60F-CAF5-78E6-34EC-34DF5829A7F9}"/>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F7B52A33-3396-FB37-E150-90C7FCD869A2}"/>
              </a:ext>
            </a:extLst>
          </p:cNvPr>
          <p:cNvSpPr>
            <a:spLocks noGrp="1"/>
          </p:cNvSpPr>
          <p:nvPr>
            <p:ph type="sldNum" sz="quarter" idx="5"/>
          </p:nvPr>
        </p:nvSpPr>
        <p:spPr/>
        <p:txBody>
          <a:bodyPr/>
          <a:lstStyle/>
          <a:p>
            <a:fld id="{576FF3D1-0F45-2240-9B47-75654C02E24A}" type="slidenum">
              <a:t>14</a:t>
            </a:fld>
            <a:endParaRPr lang="en-VN"/>
          </a:p>
        </p:txBody>
      </p:sp>
    </p:spTree>
    <p:extLst>
      <p:ext uri="{BB962C8B-B14F-4D97-AF65-F5344CB8AC3E}">
        <p14:creationId xmlns:p14="http://schemas.microsoft.com/office/powerpoint/2010/main" val="17851045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34D38-C64C-6011-9C29-37CFDBDBC7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0FA173-F750-EB4C-8145-DEDF64E762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83D5D6-27CE-EFB8-61F4-A6DF622F02E6}"/>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2949D960-10F2-CD23-A2F4-174B58134E61}"/>
              </a:ext>
            </a:extLst>
          </p:cNvPr>
          <p:cNvSpPr>
            <a:spLocks noGrp="1"/>
          </p:cNvSpPr>
          <p:nvPr>
            <p:ph type="sldNum" sz="quarter" idx="5"/>
          </p:nvPr>
        </p:nvSpPr>
        <p:spPr/>
        <p:txBody>
          <a:bodyPr/>
          <a:lstStyle/>
          <a:p>
            <a:fld id="{576FF3D1-0F45-2240-9B47-75654C02E24A}" type="slidenum">
              <a:t>15</a:t>
            </a:fld>
            <a:endParaRPr lang="en-VN"/>
          </a:p>
        </p:txBody>
      </p:sp>
    </p:spTree>
    <p:extLst>
      <p:ext uri="{BB962C8B-B14F-4D97-AF65-F5344CB8AC3E}">
        <p14:creationId xmlns:p14="http://schemas.microsoft.com/office/powerpoint/2010/main" val="36698387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723C9-045B-4AA0-008C-46AF51F6FE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4D4F0B-51DF-35EB-0B69-3656F064E0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E48206-3EC9-E7DF-58B3-C0C2D866321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8AFF3B8-53C9-18EC-40AB-7C5C38A375AB}"/>
              </a:ext>
            </a:extLst>
          </p:cNvPr>
          <p:cNvSpPr>
            <a:spLocks noGrp="1"/>
          </p:cNvSpPr>
          <p:nvPr>
            <p:ph type="sldNum" sz="quarter" idx="5"/>
          </p:nvPr>
        </p:nvSpPr>
        <p:spPr/>
        <p:txBody>
          <a:bodyPr/>
          <a:lstStyle/>
          <a:p>
            <a:fld id="{576FF3D1-0F45-2240-9B47-75654C02E24A}" type="slidenum">
              <a:t>16</a:t>
            </a:fld>
            <a:endParaRPr lang="en-VN"/>
          </a:p>
        </p:txBody>
      </p:sp>
    </p:spTree>
    <p:extLst>
      <p:ext uri="{BB962C8B-B14F-4D97-AF65-F5344CB8AC3E}">
        <p14:creationId xmlns:p14="http://schemas.microsoft.com/office/powerpoint/2010/main" val="12911969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A6282E-1F75-940E-642A-7F5FF284A4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79481B-7374-8B8A-6C5A-D0DF32251B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06A04D-58AA-306A-5B3D-812A223B5E4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EB34A922-0C0F-B361-7687-2B1E02138100}"/>
              </a:ext>
            </a:extLst>
          </p:cNvPr>
          <p:cNvSpPr>
            <a:spLocks noGrp="1"/>
          </p:cNvSpPr>
          <p:nvPr>
            <p:ph type="sldNum" sz="quarter" idx="5"/>
          </p:nvPr>
        </p:nvSpPr>
        <p:spPr/>
        <p:txBody>
          <a:bodyPr/>
          <a:lstStyle/>
          <a:p>
            <a:fld id="{576FF3D1-0F45-2240-9B47-75654C02E24A}" type="slidenum">
              <a:t>17</a:t>
            </a:fld>
            <a:endParaRPr lang="en-VN"/>
          </a:p>
        </p:txBody>
      </p:sp>
    </p:spTree>
    <p:extLst>
      <p:ext uri="{BB962C8B-B14F-4D97-AF65-F5344CB8AC3E}">
        <p14:creationId xmlns:p14="http://schemas.microsoft.com/office/powerpoint/2010/main" val="16345321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6249E1-0E79-E426-382D-1B1213C504B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2742DB0-874D-573A-FAF5-E1E1B504C8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497BD1B-AB8B-B662-20BA-8EFCDD6613B2}"/>
              </a:ext>
            </a:extLst>
          </p:cNvPr>
          <p:cNvSpPr>
            <a:spLocks noGrp="1"/>
          </p:cNvSpPr>
          <p:nvPr>
            <p:ph type="dt" sz="half" idx="10"/>
          </p:nvPr>
        </p:nvSpPr>
        <p:spPr/>
        <p:txBody>
          <a:bodyPr/>
          <a:lstStyle/>
          <a:p>
            <a:fld id="{BAA8DE05-51EE-4692-B197-877FA1DAAAED}" type="datetimeFigureOut">
              <a:rPr lang="en-US" smtClean="0"/>
              <a:t>12/11/25</a:t>
            </a:fld>
            <a:endParaRPr lang="en-US"/>
          </a:p>
        </p:txBody>
      </p:sp>
      <p:sp>
        <p:nvSpPr>
          <p:cNvPr id="5" name="Footer Placeholder 4">
            <a:extLst>
              <a:ext uri="{FF2B5EF4-FFF2-40B4-BE49-F238E27FC236}">
                <a16:creationId xmlns:a16="http://schemas.microsoft.com/office/drawing/2014/main" id="{162332DA-B328-C938-C5CC-150A884B99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092F4-C033-8786-943E-2AE1C3273771}"/>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008993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857693-B66D-3FF6-66FB-B2B66B9B591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B5D8C97-B2D4-9D9C-F7A8-115F22C5AB6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BC4265-6111-645E-966E-B831FDA6AFE9}"/>
              </a:ext>
            </a:extLst>
          </p:cNvPr>
          <p:cNvSpPr>
            <a:spLocks noGrp="1"/>
          </p:cNvSpPr>
          <p:nvPr>
            <p:ph type="dt" sz="half" idx="10"/>
          </p:nvPr>
        </p:nvSpPr>
        <p:spPr/>
        <p:txBody>
          <a:bodyPr/>
          <a:lstStyle/>
          <a:p>
            <a:fld id="{BAA8DE05-51EE-4692-B197-877FA1DAAAED}" type="datetimeFigureOut">
              <a:rPr lang="en-US" smtClean="0"/>
              <a:t>12/11/25</a:t>
            </a:fld>
            <a:endParaRPr lang="en-US"/>
          </a:p>
        </p:txBody>
      </p:sp>
      <p:sp>
        <p:nvSpPr>
          <p:cNvPr id="5" name="Footer Placeholder 4">
            <a:extLst>
              <a:ext uri="{FF2B5EF4-FFF2-40B4-BE49-F238E27FC236}">
                <a16:creationId xmlns:a16="http://schemas.microsoft.com/office/drawing/2014/main" id="{F7DE0A0A-A8A5-760E-E5D5-68A445A8496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0C847C-376C-028A-DCDA-F438CA4C2E0A}"/>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12194842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51A4A-1448-BFB4-783B-B383569CF65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A4B3B29-C6AF-4859-0D81-048A8D8E7FD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448660D-702B-4436-92F0-7E362647F91F}"/>
              </a:ext>
            </a:extLst>
          </p:cNvPr>
          <p:cNvSpPr>
            <a:spLocks noGrp="1"/>
          </p:cNvSpPr>
          <p:nvPr>
            <p:ph type="dt" sz="half" idx="10"/>
          </p:nvPr>
        </p:nvSpPr>
        <p:spPr/>
        <p:txBody>
          <a:bodyPr/>
          <a:lstStyle/>
          <a:p>
            <a:fld id="{BAA8DE05-51EE-4692-B197-877FA1DAAAED}" type="datetimeFigureOut">
              <a:rPr lang="en-US" smtClean="0"/>
              <a:t>12/11/25</a:t>
            </a:fld>
            <a:endParaRPr lang="en-US"/>
          </a:p>
        </p:txBody>
      </p:sp>
      <p:sp>
        <p:nvSpPr>
          <p:cNvPr id="5" name="Footer Placeholder 4">
            <a:extLst>
              <a:ext uri="{FF2B5EF4-FFF2-40B4-BE49-F238E27FC236}">
                <a16:creationId xmlns:a16="http://schemas.microsoft.com/office/drawing/2014/main" id="{F121AB1F-50DC-799D-662D-6ABE6F9CF6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3C0759-C06B-BD43-A867-64E4943CB97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688523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9B286-E109-DF56-3354-9EBB9B5AD3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5FBA1BC-FD2E-EC48-7F3D-EAE382EF64E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981FB9B-4CC0-59F3-79CE-50BDB1CF57A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2B6D12A-6B6F-D96F-E37E-60E80B018217}"/>
              </a:ext>
            </a:extLst>
          </p:cNvPr>
          <p:cNvSpPr>
            <a:spLocks noGrp="1"/>
          </p:cNvSpPr>
          <p:nvPr>
            <p:ph type="dt" sz="half" idx="10"/>
          </p:nvPr>
        </p:nvSpPr>
        <p:spPr/>
        <p:txBody>
          <a:bodyPr/>
          <a:lstStyle/>
          <a:p>
            <a:fld id="{BAA8DE05-51EE-4692-B197-877FA1DAAAED}" type="datetimeFigureOut">
              <a:rPr lang="en-US" smtClean="0"/>
              <a:t>12/11/25</a:t>
            </a:fld>
            <a:endParaRPr lang="en-US"/>
          </a:p>
        </p:txBody>
      </p:sp>
      <p:sp>
        <p:nvSpPr>
          <p:cNvPr id="6" name="Footer Placeholder 5">
            <a:extLst>
              <a:ext uri="{FF2B5EF4-FFF2-40B4-BE49-F238E27FC236}">
                <a16:creationId xmlns:a16="http://schemas.microsoft.com/office/drawing/2014/main" id="{6EAB1D1D-9984-1BE0-A9AE-482E21A1F42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DA9D570-A79C-057C-6355-694323D92B89}"/>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1222527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92E31-2F30-2FBC-B963-E9A07AEB336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2ECD35A-8B39-BC77-3C19-54035D8903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F408F13-7339-18A8-8571-F9F2D867715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5A57706-1749-9278-F728-58B990AE4EA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634423B-8211-534A-22EC-BE8E0E770E2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759B804-1DE5-9C35-6F81-3A293D1A90F7}"/>
              </a:ext>
            </a:extLst>
          </p:cNvPr>
          <p:cNvSpPr>
            <a:spLocks noGrp="1"/>
          </p:cNvSpPr>
          <p:nvPr>
            <p:ph type="dt" sz="half" idx="10"/>
          </p:nvPr>
        </p:nvSpPr>
        <p:spPr/>
        <p:txBody>
          <a:bodyPr/>
          <a:lstStyle/>
          <a:p>
            <a:fld id="{BAA8DE05-51EE-4692-B197-877FA1DAAAED}" type="datetimeFigureOut">
              <a:rPr lang="en-US" smtClean="0"/>
              <a:t>12/11/25</a:t>
            </a:fld>
            <a:endParaRPr lang="en-US"/>
          </a:p>
        </p:txBody>
      </p:sp>
      <p:sp>
        <p:nvSpPr>
          <p:cNvPr id="8" name="Footer Placeholder 7">
            <a:extLst>
              <a:ext uri="{FF2B5EF4-FFF2-40B4-BE49-F238E27FC236}">
                <a16:creationId xmlns:a16="http://schemas.microsoft.com/office/drawing/2014/main" id="{171D4FF6-84CE-0494-D968-CE07AA6D33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8568B0D-5839-7A38-CE68-9BEFDA69F38E}"/>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37057686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D6FDC7-1509-15E3-FC6B-805EA76BD5F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E55E65-38EA-9E43-0C6D-EB82CBCB3444}"/>
              </a:ext>
            </a:extLst>
          </p:cNvPr>
          <p:cNvSpPr>
            <a:spLocks noGrp="1"/>
          </p:cNvSpPr>
          <p:nvPr>
            <p:ph type="dt" sz="half" idx="10"/>
          </p:nvPr>
        </p:nvSpPr>
        <p:spPr/>
        <p:txBody>
          <a:bodyPr/>
          <a:lstStyle/>
          <a:p>
            <a:fld id="{BAA8DE05-51EE-4692-B197-877FA1DAAAED}" type="datetimeFigureOut">
              <a:rPr lang="en-US" smtClean="0"/>
              <a:t>12/11/25</a:t>
            </a:fld>
            <a:endParaRPr lang="en-US"/>
          </a:p>
        </p:txBody>
      </p:sp>
      <p:sp>
        <p:nvSpPr>
          <p:cNvPr id="4" name="Footer Placeholder 3">
            <a:extLst>
              <a:ext uri="{FF2B5EF4-FFF2-40B4-BE49-F238E27FC236}">
                <a16:creationId xmlns:a16="http://schemas.microsoft.com/office/drawing/2014/main" id="{01EC6B55-0201-1312-335A-069E8331FA8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0DA86EF-5BE7-951E-E1F1-DB496365FBE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2919215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6377714-1AE4-D06D-041E-70C6F3BE0678}"/>
              </a:ext>
            </a:extLst>
          </p:cNvPr>
          <p:cNvSpPr>
            <a:spLocks noGrp="1"/>
          </p:cNvSpPr>
          <p:nvPr>
            <p:ph type="dt" sz="half" idx="10"/>
          </p:nvPr>
        </p:nvSpPr>
        <p:spPr/>
        <p:txBody>
          <a:bodyPr/>
          <a:lstStyle/>
          <a:p>
            <a:fld id="{BAA8DE05-51EE-4692-B197-877FA1DAAAED}" type="datetimeFigureOut">
              <a:rPr lang="en-US" smtClean="0"/>
              <a:t>12/11/25</a:t>
            </a:fld>
            <a:endParaRPr lang="en-US"/>
          </a:p>
        </p:txBody>
      </p:sp>
      <p:sp>
        <p:nvSpPr>
          <p:cNvPr id="3" name="Footer Placeholder 2">
            <a:extLst>
              <a:ext uri="{FF2B5EF4-FFF2-40B4-BE49-F238E27FC236}">
                <a16:creationId xmlns:a16="http://schemas.microsoft.com/office/drawing/2014/main" id="{964B493B-9D46-0485-1C7C-EC89D1B99D0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FC5D092-CD68-93A5-D410-D8D9F0F32E3B}"/>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8448892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1A8FCC-59F7-002F-887A-3AE9E3CA33B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25E3BF3-66ED-D5F7-4D10-42A1711BC24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BF1EEA8-D320-6867-9BA6-758966E3F60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E5F5B38-62A1-CE82-8A74-5434C0A4131B}"/>
              </a:ext>
            </a:extLst>
          </p:cNvPr>
          <p:cNvSpPr>
            <a:spLocks noGrp="1"/>
          </p:cNvSpPr>
          <p:nvPr>
            <p:ph type="dt" sz="half" idx="10"/>
          </p:nvPr>
        </p:nvSpPr>
        <p:spPr/>
        <p:txBody>
          <a:bodyPr/>
          <a:lstStyle/>
          <a:p>
            <a:fld id="{BAA8DE05-51EE-4692-B197-877FA1DAAAED}" type="datetimeFigureOut">
              <a:rPr lang="en-US" smtClean="0"/>
              <a:t>12/11/25</a:t>
            </a:fld>
            <a:endParaRPr lang="en-US"/>
          </a:p>
        </p:txBody>
      </p:sp>
      <p:sp>
        <p:nvSpPr>
          <p:cNvPr id="6" name="Footer Placeholder 5">
            <a:extLst>
              <a:ext uri="{FF2B5EF4-FFF2-40B4-BE49-F238E27FC236}">
                <a16:creationId xmlns:a16="http://schemas.microsoft.com/office/drawing/2014/main" id="{B65B5D93-06AF-21CA-460C-74E6E8B24F4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255CCB2-2362-5C44-3188-75821D5703EB}"/>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2475082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FF888-87D6-FE2D-6CB5-C363685D34F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54AE296-04DC-6316-72BF-93486EDBC0B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45E4AC3-BDF1-C463-09B8-B7AACAA77E0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E38EDC2-B5DC-02FD-C84A-A77A922DA504}"/>
              </a:ext>
            </a:extLst>
          </p:cNvPr>
          <p:cNvSpPr>
            <a:spLocks noGrp="1"/>
          </p:cNvSpPr>
          <p:nvPr>
            <p:ph type="dt" sz="half" idx="10"/>
          </p:nvPr>
        </p:nvSpPr>
        <p:spPr/>
        <p:txBody>
          <a:bodyPr/>
          <a:lstStyle/>
          <a:p>
            <a:fld id="{BAA8DE05-51EE-4692-B197-877FA1DAAAED}" type="datetimeFigureOut">
              <a:rPr lang="en-US" smtClean="0"/>
              <a:t>12/11/25</a:t>
            </a:fld>
            <a:endParaRPr lang="en-US"/>
          </a:p>
        </p:txBody>
      </p:sp>
      <p:sp>
        <p:nvSpPr>
          <p:cNvPr id="6" name="Footer Placeholder 5">
            <a:extLst>
              <a:ext uri="{FF2B5EF4-FFF2-40B4-BE49-F238E27FC236}">
                <a16:creationId xmlns:a16="http://schemas.microsoft.com/office/drawing/2014/main" id="{3193FCE8-2ECF-C3F9-9FBA-7159C1FE7A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2C1A29-C80D-1CF9-8B56-52DE889EC456}"/>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771298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4605A-C9D9-3FEE-4AD7-93E29ECE6F3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6640FCE-C444-FED9-4D9B-911BEFE9A1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DA9C4A-29FB-8709-12DA-C4B70DE854EC}"/>
              </a:ext>
            </a:extLst>
          </p:cNvPr>
          <p:cNvSpPr>
            <a:spLocks noGrp="1"/>
          </p:cNvSpPr>
          <p:nvPr>
            <p:ph type="dt" sz="half" idx="10"/>
          </p:nvPr>
        </p:nvSpPr>
        <p:spPr/>
        <p:txBody>
          <a:bodyPr/>
          <a:lstStyle/>
          <a:p>
            <a:fld id="{BAA8DE05-51EE-4692-B197-877FA1DAAAED}" type="datetimeFigureOut">
              <a:rPr lang="en-US" smtClean="0"/>
              <a:t>12/11/25</a:t>
            </a:fld>
            <a:endParaRPr lang="en-US"/>
          </a:p>
        </p:txBody>
      </p:sp>
      <p:sp>
        <p:nvSpPr>
          <p:cNvPr id="5" name="Footer Placeholder 4">
            <a:extLst>
              <a:ext uri="{FF2B5EF4-FFF2-40B4-BE49-F238E27FC236}">
                <a16:creationId xmlns:a16="http://schemas.microsoft.com/office/drawing/2014/main" id="{FDDD6E77-31D8-44C9-8C00-C85B1FBD586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B131BB-31B3-265D-7085-74DC5991AAE9}"/>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7753209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307958B-44E0-1781-BCCB-A1EADD44A0D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ACEE1AC-BA82-4227-EF6E-CD4C9452815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04FCB6-CEB8-F8B1-0ACF-D57EE7B35017}"/>
              </a:ext>
            </a:extLst>
          </p:cNvPr>
          <p:cNvSpPr>
            <a:spLocks noGrp="1"/>
          </p:cNvSpPr>
          <p:nvPr>
            <p:ph type="dt" sz="half" idx="10"/>
          </p:nvPr>
        </p:nvSpPr>
        <p:spPr/>
        <p:txBody>
          <a:bodyPr/>
          <a:lstStyle/>
          <a:p>
            <a:fld id="{BAA8DE05-51EE-4692-B197-877FA1DAAAED}" type="datetimeFigureOut">
              <a:rPr lang="en-US" smtClean="0"/>
              <a:t>12/11/25</a:t>
            </a:fld>
            <a:endParaRPr lang="en-US"/>
          </a:p>
        </p:txBody>
      </p:sp>
      <p:sp>
        <p:nvSpPr>
          <p:cNvPr id="5" name="Footer Placeholder 4">
            <a:extLst>
              <a:ext uri="{FF2B5EF4-FFF2-40B4-BE49-F238E27FC236}">
                <a16:creationId xmlns:a16="http://schemas.microsoft.com/office/drawing/2014/main" id="{EC264267-9C54-4B02-8EEA-5CA8914115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2CB251-E39D-B765-D0D9-DD43E8D38D4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9869430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C09D87-B60C-2F4C-DA19-BB04307F55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B374F2-0FF1-114D-5529-1A4E236651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66FAB11-252C-AF3A-1868-D64F46A9390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AA8DE05-51EE-4692-B197-877FA1DAAAED}" type="datetimeFigureOut">
              <a:rPr lang="en-US" smtClean="0"/>
              <a:t>12/11/25</a:t>
            </a:fld>
            <a:endParaRPr lang="en-US"/>
          </a:p>
        </p:txBody>
      </p:sp>
      <p:sp>
        <p:nvSpPr>
          <p:cNvPr id="5" name="Footer Placeholder 4">
            <a:extLst>
              <a:ext uri="{FF2B5EF4-FFF2-40B4-BE49-F238E27FC236}">
                <a16:creationId xmlns:a16="http://schemas.microsoft.com/office/drawing/2014/main" id="{E54987AE-9E20-DF1B-0ECB-89583BCE60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BB754B6-F244-E0B6-9D65-0E3B11C5457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572391D-08EA-4D13-AA34-90E6B0650B1C}" type="slidenum">
              <a:rPr lang="en-US" smtClean="0"/>
              <a:t>‹#›</a:t>
            </a:fld>
            <a:endParaRPr lang="en-US"/>
          </a:p>
        </p:txBody>
      </p:sp>
    </p:spTree>
    <p:extLst>
      <p:ext uri="{BB962C8B-B14F-4D97-AF65-F5344CB8AC3E}">
        <p14:creationId xmlns:p14="http://schemas.microsoft.com/office/powerpoint/2010/main" val="7048041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7.png"/><Relationship Id="rId18" Type="http://schemas.openxmlformats.org/officeDocument/2006/relationships/customXml" Target="../ink/ink8.xml"/><Relationship Id="rId26" Type="http://schemas.openxmlformats.org/officeDocument/2006/relationships/customXml" Target="../ink/ink12.xml"/><Relationship Id="rId3" Type="http://schemas.openxmlformats.org/officeDocument/2006/relationships/image" Target="../media/image2.png"/><Relationship Id="rId21" Type="http://schemas.openxmlformats.org/officeDocument/2006/relationships/image" Target="../media/image11.png"/><Relationship Id="rId7" Type="http://schemas.openxmlformats.org/officeDocument/2006/relationships/image" Target="../media/image4.png"/><Relationship Id="rId12" Type="http://schemas.openxmlformats.org/officeDocument/2006/relationships/customXml" Target="../ink/ink5.xml"/><Relationship Id="rId17" Type="http://schemas.openxmlformats.org/officeDocument/2006/relationships/image" Target="../media/image9.png"/><Relationship Id="rId25" Type="http://schemas.openxmlformats.org/officeDocument/2006/relationships/image" Target="../media/image13.png"/><Relationship Id="rId2" Type="http://schemas.openxmlformats.org/officeDocument/2006/relationships/notesSlide" Target="../notesSlides/notesSlide3.xml"/><Relationship Id="rId16" Type="http://schemas.openxmlformats.org/officeDocument/2006/relationships/customXml" Target="../ink/ink7.xml"/><Relationship Id="rId20" Type="http://schemas.openxmlformats.org/officeDocument/2006/relationships/customXml" Target="../ink/ink9.xml"/><Relationship Id="rId29" Type="http://schemas.openxmlformats.org/officeDocument/2006/relationships/image" Target="../media/image15.png"/><Relationship Id="rId1" Type="http://schemas.openxmlformats.org/officeDocument/2006/relationships/slideLayout" Target="../slideLayouts/slideLayout1.xml"/><Relationship Id="rId6" Type="http://schemas.openxmlformats.org/officeDocument/2006/relationships/customXml" Target="../ink/ink2.xml"/><Relationship Id="rId11" Type="http://schemas.openxmlformats.org/officeDocument/2006/relationships/image" Target="../media/image6.png"/><Relationship Id="rId24" Type="http://schemas.openxmlformats.org/officeDocument/2006/relationships/customXml" Target="../ink/ink11.xml"/><Relationship Id="rId5" Type="http://schemas.openxmlformats.org/officeDocument/2006/relationships/image" Target="../media/image3.png"/><Relationship Id="rId15" Type="http://schemas.openxmlformats.org/officeDocument/2006/relationships/image" Target="../media/image8.png"/><Relationship Id="rId23" Type="http://schemas.openxmlformats.org/officeDocument/2006/relationships/image" Target="../media/image12.png"/><Relationship Id="rId28" Type="http://schemas.openxmlformats.org/officeDocument/2006/relationships/customXml" Target="../ink/ink13.xml"/><Relationship Id="rId10" Type="http://schemas.openxmlformats.org/officeDocument/2006/relationships/customXml" Target="../ink/ink4.xml"/><Relationship Id="rId19" Type="http://schemas.openxmlformats.org/officeDocument/2006/relationships/image" Target="../media/image10.png"/><Relationship Id="rId4" Type="http://schemas.openxmlformats.org/officeDocument/2006/relationships/customXml" Target="../ink/ink1.xml"/><Relationship Id="rId9" Type="http://schemas.openxmlformats.org/officeDocument/2006/relationships/image" Target="../media/image5.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1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customXml" Target="../ink/ink16.xml"/><Relationship Id="rId13" Type="http://schemas.openxmlformats.org/officeDocument/2006/relationships/image" Target="../media/image22.png"/><Relationship Id="rId18" Type="http://schemas.openxmlformats.org/officeDocument/2006/relationships/customXml" Target="../ink/ink21.xml"/><Relationship Id="rId26" Type="http://schemas.openxmlformats.org/officeDocument/2006/relationships/customXml" Target="../ink/ink25.xml"/><Relationship Id="rId3" Type="http://schemas.openxmlformats.org/officeDocument/2006/relationships/image" Target="../media/image17.png"/><Relationship Id="rId21" Type="http://schemas.openxmlformats.org/officeDocument/2006/relationships/image" Target="../media/image26.png"/><Relationship Id="rId7" Type="http://schemas.openxmlformats.org/officeDocument/2006/relationships/image" Target="../media/image19.png"/><Relationship Id="rId12" Type="http://schemas.openxmlformats.org/officeDocument/2006/relationships/customXml" Target="../ink/ink18.xml"/><Relationship Id="rId17" Type="http://schemas.openxmlformats.org/officeDocument/2006/relationships/image" Target="../media/image24.png"/><Relationship Id="rId25" Type="http://schemas.openxmlformats.org/officeDocument/2006/relationships/image" Target="../media/image28.png"/><Relationship Id="rId2" Type="http://schemas.openxmlformats.org/officeDocument/2006/relationships/notesSlide" Target="../notesSlides/notesSlide6.xml"/><Relationship Id="rId16" Type="http://schemas.openxmlformats.org/officeDocument/2006/relationships/customXml" Target="../ink/ink20.xml"/><Relationship Id="rId20" Type="http://schemas.openxmlformats.org/officeDocument/2006/relationships/customXml" Target="../ink/ink22.xml"/><Relationship Id="rId1" Type="http://schemas.openxmlformats.org/officeDocument/2006/relationships/slideLayout" Target="../slideLayouts/slideLayout1.xml"/><Relationship Id="rId6" Type="http://schemas.openxmlformats.org/officeDocument/2006/relationships/customXml" Target="../ink/ink15.xml"/><Relationship Id="rId11" Type="http://schemas.openxmlformats.org/officeDocument/2006/relationships/image" Target="../media/image21.png"/><Relationship Id="rId24" Type="http://schemas.openxmlformats.org/officeDocument/2006/relationships/customXml" Target="../ink/ink24.xml"/><Relationship Id="rId5" Type="http://schemas.openxmlformats.org/officeDocument/2006/relationships/image" Target="../media/image18.png"/><Relationship Id="rId15" Type="http://schemas.openxmlformats.org/officeDocument/2006/relationships/image" Target="../media/image23.png"/><Relationship Id="rId23" Type="http://schemas.openxmlformats.org/officeDocument/2006/relationships/image" Target="../media/image27.png"/><Relationship Id="rId10" Type="http://schemas.openxmlformats.org/officeDocument/2006/relationships/customXml" Target="../ink/ink17.xml"/><Relationship Id="rId19" Type="http://schemas.openxmlformats.org/officeDocument/2006/relationships/image" Target="../media/image25.png"/><Relationship Id="rId4" Type="http://schemas.openxmlformats.org/officeDocument/2006/relationships/customXml" Target="../ink/ink14.xml"/><Relationship Id="rId9" Type="http://schemas.openxmlformats.org/officeDocument/2006/relationships/image" Target="../media/image20.png"/><Relationship Id="rId14" Type="http://schemas.openxmlformats.org/officeDocument/2006/relationships/customXml" Target="../ink/ink19.xml"/><Relationship Id="rId22" Type="http://schemas.openxmlformats.org/officeDocument/2006/relationships/customXml" Target="../ink/ink23.xml"/><Relationship Id="rId27" Type="http://schemas.openxmlformats.org/officeDocument/2006/relationships/image" Target="../media/image29.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1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432DBD-CB83-55BD-128C-2C66E47798F8}"/>
              </a:ext>
            </a:extLst>
          </p:cNvPr>
          <p:cNvSpPr>
            <a:spLocks noGrp="1"/>
          </p:cNvSpPr>
          <p:nvPr>
            <p:ph type="ctrTitle"/>
          </p:nvPr>
        </p:nvSpPr>
        <p:spPr/>
        <p:txBody>
          <a:bodyPr/>
          <a:lstStyle/>
          <a:p>
            <a:r>
              <a:rPr lang="en-US"/>
              <a:t>Java SE 17 – Presentation</a:t>
            </a:r>
          </a:p>
        </p:txBody>
      </p:sp>
      <p:sp>
        <p:nvSpPr>
          <p:cNvPr id="3" name="Subtitle 2">
            <a:extLst>
              <a:ext uri="{FF2B5EF4-FFF2-40B4-BE49-F238E27FC236}">
                <a16:creationId xmlns:a16="http://schemas.microsoft.com/office/drawing/2014/main" id="{96DD8BC4-D539-661E-8A88-53AF6C208F93}"/>
              </a:ext>
            </a:extLst>
          </p:cNvPr>
          <p:cNvSpPr>
            <a:spLocks noGrp="1"/>
          </p:cNvSpPr>
          <p:nvPr>
            <p:ph type="subTitle" idx="1"/>
          </p:nvPr>
        </p:nvSpPr>
        <p:spPr/>
        <p:txBody>
          <a:bodyPr/>
          <a:lstStyle/>
          <a:p>
            <a:r>
              <a:rPr lang="en-US"/>
              <a:t>Chapter 10 – Streams</a:t>
            </a:r>
          </a:p>
        </p:txBody>
      </p:sp>
    </p:spTree>
    <p:extLst>
      <p:ext uri="{BB962C8B-B14F-4D97-AF65-F5344CB8AC3E}">
        <p14:creationId xmlns:p14="http://schemas.microsoft.com/office/powerpoint/2010/main" val="24373231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96DD8BC4-D539-661E-8A88-53AF6C208F93}"/>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BBA13038-CAB8-FCA0-CDE8-65E40C2F10A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Returning An Optional</a:t>
            </a:r>
          </a:p>
          <a:p>
            <a:pPr algn="l"/>
            <a:r>
              <a:rPr lang="en-US" sz="1800">
                <a:sym typeface="Wingdings" pitchFamily="2" charset="2"/>
              </a:rPr>
              <a:t>- In Java, there are many ways to ...non ... values such as ..., ...,etc</a:t>
            </a:r>
          </a:p>
          <a:p>
            <a:pPr algn="l"/>
            <a:r>
              <a:rPr lang="en-US" sz="1800">
                <a:sym typeface="Wingdings" pitchFamily="2" charset="2"/>
              </a:rPr>
              <a:t>- But there is a safer and ... way to ..., which is ...&lt;T&gt;</a:t>
            </a:r>
          </a:p>
          <a:p>
            <a:pPr algn="l"/>
            <a:r>
              <a:rPr lang="en-US" sz="1800">
                <a:sym typeface="Wingdings" pitchFamily="2" charset="2"/>
              </a:rPr>
              <a:t>- For example, a student is studying ... class and has ... grade =&gt; ...</a:t>
            </a:r>
          </a:p>
          <a:p>
            <a:pPr algn="l"/>
            <a:r>
              <a:rPr lang="en-US" sz="1800">
                <a:sym typeface="Wingdings" pitchFamily="2" charset="2"/>
              </a:rPr>
              <a:t>– But if this student change ... =&gt; ... grade =&gt; ... =&gt; How can we ... ? =&gt; We use Optional&lt;T&gt;</a:t>
            </a:r>
          </a:p>
          <a:p>
            <a:pPr algn="l"/>
            <a:r>
              <a:rPr lang="en-US" sz="1800">
                <a:sym typeface="Wingdings" pitchFamily="2" charset="2"/>
              </a:rPr>
              <a:t>- Optional&lt;T&gt; can be created by ...</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CBAB6B6A-98DF-561E-C419-495B52204826}"/>
              </a:ext>
            </a:extLst>
          </p:cNvPr>
          <p:cNvPicPr>
            <a:picLocks noChangeAspect="1"/>
          </p:cNvPicPr>
          <p:nvPr/>
        </p:nvPicPr>
        <p:blipFill>
          <a:blip r:embed="rId3"/>
          <a:stretch>
            <a:fillRect/>
          </a:stretch>
        </p:blipFill>
        <p:spPr>
          <a:xfrm>
            <a:off x="2647950" y="3564440"/>
            <a:ext cx="6896100" cy="2298700"/>
          </a:xfrm>
          <a:prstGeom prst="rect">
            <a:avLst/>
          </a:prstGeom>
        </p:spPr>
      </p:pic>
    </p:spTree>
    <p:extLst>
      <p:ext uri="{BB962C8B-B14F-4D97-AF65-F5344CB8AC3E}">
        <p14:creationId xmlns:p14="http://schemas.microsoft.com/office/powerpoint/2010/main" val="715447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DAB38-D48E-0EE4-3D3B-5EA15FFD2C4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F044ECB-DB4F-474E-E686-B7BB6006BEE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2D7D3C87-23C8-5412-EC56-7DDC7DDE941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We can imagine Optional as ... If the value ... =&gt; ..., otherwise, ....</a:t>
            </a:r>
          </a:p>
          <a:p>
            <a:pPr algn="l"/>
            <a:r>
              <a:rPr lang="en-US" sz="1800" b="1">
                <a:sym typeface="Wingdings" pitchFamily="2" charset="2"/>
              </a:rPr>
              <a:t>Creating an Optional</a:t>
            </a:r>
            <a:endParaRPr lang="en-US" sz="1800">
              <a:sym typeface="Wingdings" pitchFamily="2" charset="2"/>
            </a:endParaRPr>
          </a:p>
          <a:p>
            <a:pPr algn="l"/>
            <a:r>
              <a:rPr lang="en-US" sz="1800">
                <a:sym typeface="Wingdings" pitchFamily="2" charset="2"/>
              </a:rPr>
              <a:t>(code illustration snippet 1)</a:t>
            </a:r>
          </a:p>
          <a:p>
            <a:pPr algn="l"/>
            <a:r>
              <a:rPr lang="en-US" sz="1800">
                <a:sym typeface="Wingdings" pitchFamily="2" charset="2"/>
              </a:rPr>
              <a:t>- When using ..., we usually check if ... value ...</a:t>
            </a:r>
          </a:p>
          <a:p>
            <a:pPr algn="l"/>
            <a:r>
              <a:rPr lang="en-US" sz="1800">
                <a:sym typeface="Wingdings" pitchFamily="2" charset="2"/>
              </a:rPr>
              <a:t>(code illustration snippet 2)</a:t>
            </a:r>
          </a:p>
          <a:p>
            <a:pPr algn="l"/>
            <a:r>
              <a:rPr lang="en-US" sz="1800">
                <a:sym typeface="Wingdings" pitchFamily="2" charset="2"/>
              </a:rPr>
              <a:t>- If we try to ... =&gt; We will get</a:t>
            </a:r>
          </a:p>
          <a:p>
            <a:pPr algn="l"/>
            <a:r>
              <a:rPr lang="en-US" sz="1800">
                <a:sym typeface="Wingdings" pitchFamily="2" charset="2"/>
              </a:rPr>
              <a:t>(code illustration snippet 3)</a:t>
            </a:r>
          </a:p>
          <a:p>
            <a:pPr algn="l"/>
            <a:r>
              <a:rPr lang="en-US" sz="1800">
                <a:sym typeface="Wingdings" pitchFamily="2" charset="2"/>
              </a:rPr>
              <a:t>- When working with ...., we usually assign ... for .... value. We can check if ... using ... or ... operator. Since this code is ... =&gt; Java has to ...</a:t>
            </a:r>
          </a:p>
          <a:p>
            <a:pPr algn="l"/>
            <a:r>
              <a:rPr lang="en-US" sz="1800">
                <a:sym typeface="Wingdings" pitchFamily="2" charset="2"/>
              </a:rPr>
              <a:t>(code illustration 4,5)</a:t>
            </a:r>
          </a:p>
          <a:p>
            <a:pPr algn="l"/>
            <a:endParaRPr lang="en-US" sz="1800">
              <a:sym typeface="Wingdings" pitchFamily="2" charset="2"/>
            </a:endParaRPr>
          </a:p>
        </p:txBody>
      </p:sp>
    </p:spTree>
    <p:extLst>
      <p:ext uri="{BB962C8B-B14F-4D97-AF65-F5344CB8AC3E}">
        <p14:creationId xmlns:p14="http://schemas.microsoft.com/office/powerpoint/2010/main" val="270913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A83DF-1F3D-3183-F764-EF07F4A78C6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1B4FF33-B504-952C-0C9F-408E7F872E2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8EA2B101-97AC-CF89-F018-A47805EB6C7C}"/>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5DD07A5D-5074-CD93-AA56-AE07039BE678}"/>
              </a:ext>
            </a:extLst>
          </p:cNvPr>
          <p:cNvPicPr>
            <a:picLocks noChangeAspect="1"/>
          </p:cNvPicPr>
          <p:nvPr/>
        </p:nvPicPr>
        <p:blipFill>
          <a:blip r:embed="rId3"/>
          <a:stretch>
            <a:fillRect/>
          </a:stretch>
        </p:blipFill>
        <p:spPr>
          <a:xfrm>
            <a:off x="2209800" y="1219754"/>
            <a:ext cx="7772400" cy="4418491"/>
          </a:xfrm>
          <a:prstGeom prst="rect">
            <a:avLst/>
          </a:prstGeom>
        </p:spPr>
      </p:pic>
      <mc:AlternateContent xmlns:mc="http://schemas.openxmlformats.org/markup-compatibility/2006">
        <mc:Choice xmlns:p14="http://schemas.microsoft.com/office/powerpoint/2010/main" Requires="p14">
          <p:contentPart p14:bwMode="auto" r:id="rId4">
            <p14:nvContentPartPr>
              <p14:cNvPr id="5" name="Ink 4">
                <a:extLst>
                  <a:ext uri="{FF2B5EF4-FFF2-40B4-BE49-F238E27FC236}">
                    <a16:creationId xmlns:a16="http://schemas.microsoft.com/office/drawing/2014/main" id="{5AE68A97-DDFF-BEC5-0D94-6FB8D063BF73}"/>
                  </a:ext>
                </a:extLst>
              </p14:cNvPr>
              <p14:cNvContentPartPr/>
              <p14:nvPr/>
            </p14:nvContentPartPr>
            <p14:xfrm>
              <a:off x="4765753" y="2162711"/>
              <a:ext cx="1375920" cy="106560"/>
            </p14:xfrm>
          </p:contentPart>
        </mc:Choice>
        <mc:Fallback>
          <p:pic>
            <p:nvPicPr>
              <p:cNvPr id="5" name="Ink 4">
                <a:extLst>
                  <a:ext uri="{FF2B5EF4-FFF2-40B4-BE49-F238E27FC236}">
                    <a16:creationId xmlns:a16="http://schemas.microsoft.com/office/drawing/2014/main" id="{5AE68A97-DDFF-BEC5-0D94-6FB8D063BF73}"/>
                  </a:ext>
                </a:extLst>
              </p:cNvPr>
              <p:cNvPicPr/>
              <p:nvPr/>
            </p:nvPicPr>
            <p:blipFill>
              <a:blip r:embed="rId5"/>
              <a:stretch>
                <a:fillRect/>
              </a:stretch>
            </p:blipFill>
            <p:spPr>
              <a:xfrm>
                <a:off x="4703113" y="2099711"/>
                <a:ext cx="1501560" cy="23220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6" name="Ink 5">
                <a:extLst>
                  <a:ext uri="{FF2B5EF4-FFF2-40B4-BE49-F238E27FC236}">
                    <a16:creationId xmlns:a16="http://schemas.microsoft.com/office/drawing/2014/main" id="{C710D9AF-EFFB-F21B-906C-29C76635CB36}"/>
                  </a:ext>
                </a:extLst>
              </p14:cNvPr>
              <p14:cNvContentPartPr/>
              <p14:nvPr/>
            </p14:nvContentPartPr>
            <p14:xfrm>
              <a:off x="7989553" y="2240471"/>
              <a:ext cx="1114200" cy="21960"/>
            </p14:xfrm>
          </p:contentPart>
        </mc:Choice>
        <mc:Fallback>
          <p:pic>
            <p:nvPicPr>
              <p:cNvPr id="6" name="Ink 5">
                <a:extLst>
                  <a:ext uri="{FF2B5EF4-FFF2-40B4-BE49-F238E27FC236}">
                    <a16:creationId xmlns:a16="http://schemas.microsoft.com/office/drawing/2014/main" id="{C710D9AF-EFFB-F21B-906C-29C76635CB36}"/>
                  </a:ext>
                </a:extLst>
              </p:cNvPr>
              <p:cNvPicPr/>
              <p:nvPr/>
            </p:nvPicPr>
            <p:blipFill>
              <a:blip r:embed="rId7"/>
              <a:stretch>
                <a:fillRect/>
              </a:stretch>
            </p:blipFill>
            <p:spPr>
              <a:xfrm>
                <a:off x="7926553" y="2177471"/>
                <a:ext cx="1239840" cy="14760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7" name="Ink 6">
                <a:extLst>
                  <a:ext uri="{FF2B5EF4-FFF2-40B4-BE49-F238E27FC236}">
                    <a16:creationId xmlns:a16="http://schemas.microsoft.com/office/drawing/2014/main" id="{5D64FAEC-617E-98D1-CFCA-DE670E82C4D6}"/>
                  </a:ext>
                </a:extLst>
              </p14:cNvPr>
              <p14:cNvContentPartPr/>
              <p14:nvPr/>
            </p14:nvContentPartPr>
            <p14:xfrm>
              <a:off x="4827673" y="2674991"/>
              <a:ext cx="1140840" cy="12600"/>
            </p14:xfrm>
          </p:contentPart>
        </mc:Choice>
        <mc:Fallback>
          <p:pic>
            <p:nvPicPr>
              <p:cNvPr id="7" name="Ink 6">
                <a:extLst>
                  <a:ext uri="{FF2B5EF4-FFF2-40B4-BE49-F238E27FC236}">
                    <a16:creationId xmlns:a16="http://schemas.microsoft.com/office/drawing/2014/main" id="{5D64FAEC-617E-98D1-CFCA-DE670E82C4D6}"/>
                  </a:ext>
                </a:extLst>
              </p:cNvPr>
              <p:cNvPicPr/>
              <p:nvPr/>
            </p:nvPicPr>
            <p:blipFill>
              <a:blip r:embed="rId9"/>
              <a:stretch>
                <a:fillRect/>
              </a:stretch>
            </p:blipFill>
            <p:spPr>
              <a:xfrm>
                <a:off x="4765033" y="2611991"/>
                <a:ext cx="1266480" cy="13824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8" name="Ink 7">
                <a:extLst>
                  <a:ext uri="{FF2B5EF4-FFF2-40B4-BE49-F238E27FC236}">
                    <a16:creationId xmlns:a16="http://schemas.microsoft.com/office/drawing/2014/main" id="{C217D7C7-4B1E-D2FB-3426-F96906D5F87E}"/>
                  </a:ext>
                </a:extLst>
              </p14:cNvPr>
              <p14:cNvContentPartPr/>
              <p14:nvPr/>
            </p14:nvContentPartPr>
            <p14:xfrm>
              <a:off x="7695073" y="2657351"/>
              <a:ext cx="2115360" cy="362880"/>
            </p14:xfrm>
          </p:contentPart>
        </mc:Choice>
        <mc:Fallback>
          <p:pic>
            <p:nvPicPr>
              <p:cNvPr id="8" name="Ink 7">
                <a:extLst>
                  <a:ext uri="{FF2B5EF4-FFF2-40B4-BE49-F238E27FC236}">
                    <a16:creationId xmlns:a16="http://schemas.microsoft.com/office/drawing/2014/main" id="{C217D7C7-4B1E-D2FB-3426-F96906D5F87E}"/>
                  </a:ext>
                </a:extLst>
              </p:cNvPr>
              <p:cNvPicPr/>
              <p:nvPr/>
            </p:nvPicPr>
            <p:blipFill>
              <a:blip r:embed="rId11"/>
              <a:stretch>
                <a:fillRect/>
              </a:stretch>
            </p:blipFill>
            <p:spPr>
              <a:xfrm>
                <a:off x="7632073" y="2594711"/>
                <a:ext cx="2241000" cy="48852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9" name="Ink 8">
                <a:extLst>
                  <a:ext uri="{FF2B5EF4-FFF2-40B4-BE49-F238E27FC236}">
                    <a16:creationId xmlns:a16="http://schemas.microsoft.com/office/drawing/2014/main" id="{61172AAF-F81F-51F7-A799-833D735D18EF}"/>
                  </a:ext>
                </a:extLst>
              </p14:cNvPr>
              <p14:cNvContentPartPr/>
              <p14:nvPr/>
            </p14:nvContentPartPr>
            <p14:xfrm>
              <a:off x="4755673" y="3237311"/>
              <a:ext cx="1335960" cy="106560"/>
            </p14:xfrm>
          </p:contentPart>
        </mc:Choice>
        <mc:Fallback>
          <p:pic>
            <p:nvPicPr>
              <p:cNvPr id="9" name="Ink 8">
                <a:extLst>
                  <a:ext uri="{FF2B5EF4-FFF2-40B4-BE49-F238E27FC236}">
                    <a16:creationId xmlns:a16="http://schemas.microsoft.com/office/drawing/2014/main" id="{61172AAF-F81F-51F7-A799-833D735D18EF}"/>
                  </a:ext>
                </a:extLst>
              </p:cNvPr>
              <p:cNvPicPr/>
              <p:nvPr/>
            </p:nvPicPr>
            <p:blipFill>
              <a:blip r:embed="rId13"/>
              <a:stretch>
                <a:fillRect/>
              </a:stretch>
            </p:blipFill>
            <p:spPr>
              <a:xfrm>
                <a:off x="4692673" y="3174311"/>
                <a:ext cx="1461600" cy="23220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10" name="Ink 9">
                <a:extLst>
                  <a:ext uri="{FF2B5EF4-FFF2-40B4-BE49-F238E27FC236}">
                    <a16:creationId xmlns:a16="http://schemas.microsoft.com/office/drawing/2014/main" id="{B2639DE7-EBEE-5637-93BC-11D253E34B53}"/>
                  </a:ext>
                </a:extLst>
              </p14:cNvPr>
              <p14:cNvContentPartPr/>
              <p14:nvPr/>
            </p14:nvContentPartPr>
            <p14:xfrm>
              <a:off x="7895233" y="3315071"/>
              <a:ext cx="1229400" cy="16200"/>
            </p14:xfrm>
          </p:contentPart>
        </mc:Choice>
        <mc:Fallback>
          <p:pic>
            <p:nvPicPr>
              <p:cNvPr id="10" name="Ink 9">
                <a:extLst>
                  <a:ext uri="{FF2B5EF4-FFF2-40B4-BE49-F238E27FC236}">
                    <a16:creationId xmlns:a16="http://schemas.microsoft.com/office/drawing/2014/main" id="{B2639DE7-EBEE-5637-93BC-11D253E34B53}"/>
                  </a:ext>
                </a:extLst>
              </p:cNvPr>
              <p:cNvPicPr/>
              <p:nvPr/>
            </p:nvPicPr>
            <p:blipFill>
              <a:blip r:embed="rId15"/>
              <a:stretch>
                <a:fillRect/>
              </a:stretch>
            </p:blipFill>
            <p:spPr>
              <a:xfrm>
                <a:off x="7832593" y="3252071"/>
                <a:ext cx="1355040" cy="141840"/>
              </a:xfrm>
              <a:prstGeom prst="rect">
                <a:avLst/>
              </a:prstGeom>
            </p:spPr>
          </p:pic>
        </mc:Fallback>
      </mc:AlternateContent>
      <p:grpSp>
        <p:nvGrpSpPr>
          <p:cNvPr id="14" name="Group 13">
            <a:extLst>
              <a:ext uri="{FF2B5EF4-FFF2-40B4-BE49-F238E27FC236}">
                <a16:creationId xmlns:a16="http://schemas.microsoft.com/office/drawing/2014/main" id="{33905D13-1638-986D-49C4-E282861BB92F}"/>
              </a:ext>
            </a:extLst>
          </p:cNvPr>
          <p:cNvGrpSpPr/>
          <p:nvPr/>
        </p:nvGrpSpPr>
        <p:grpSpPr>
          <a:xfrm>
            <a:off x="4789513" y="3695231"/>
            <a:ext cx="4343400" cy="146520"/>
            <a:chOff x="4789513" y="3695231"/>
            <a:chExt cx="4343400" cy="146520"/>
          </a:xfrm>
        </p:grpSpPr>
        <mc:AlternateContent xmlns:mc="http://schemas.openxmlformats.org/markup-compatibility/2006">
          <mc:Choice xmlns:p14="http://schemas.microsoft.com/office/powerpoint/2010/main" Requires="p14">
            <p:contentPart p14:bwMode="auto" r:id="rId16">
              <p14:nvContentPartPr>
                <p14:cNvPr id="11" name="Ink 10">
                  <a:extLst>
                    <a:ext uri="{FF2B5EF4-FFF2-40B4-BE49-F238E27FC236}">
                      <a16:creationId xmlns:a16="http://schemas.microsoft.com/office/drawing/2014/main" id="{DFA26E2E-122D-E234-F528-656D3DACB2AB}"/>
                    </a:ext>
                  </a:extLst>
                </p14:cNvPr>
                <p14:cNvContentPartPr/>
                <p14:nvPr/>
              </p14:nvContentPartPr>
              <p14:xfrm>
                <a:off x="4789513" y="3720791"/>
                <a:ext cx="1983600" cy="120960"/>
              </p14:xfrm>
            </p:contentPart>
          </mc:Choice>
          <mc:Fallback>
            <p:pic>
              <p:nvPicPr>
                <p:cNvPr id="11" name="Ink 10">
                  <a:extLst>
                    <a:ext uri="{FF2B5EF4-FFF2-40B4-BE49-F238E27FC236}">
                      <a16:creationId xmlns:a16="http://schemas.microsoft.com/office/drawing/2014/main" id="{DFA26E2E-122D-E234-F528-656D3DACB2AB}"/>
                    </a:ext>
                  </a:extLst>
                </p:cNvPr>
                <p:cNvPicPr/>
                <p:nvPr/>
              </p:nvPicPr>
              <p:blipFill>
                <a:blip r:embed="rId17"/>
                <a:stretch>
                  <a:fillRect/>
                </a:stretch>
              </p:blipFill>
              <p:spPr>
                <a:xfrm>
                  <a:off x="4726513" y="3658151"/>
                  <a:ext cx="2109240" cy="24660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2" name="Ink 11">
                  <a:extLst>
                    <a:ext uri="{FF2B5EF4-FFF2-40B4-BE49-F238E27FC236}">
                      <a16:creationId xmlns:a16="http://schemas.microsoft.com/office/drawing/2014/main" id="{1696D04D-AB63-99E7-E808-342A6DEA5320}"/>
                    </a:ext>
                  </a:extLst>
                </p14:cNvPr>
                <p14:cNvContentPartPr/>
                <p14:nvPr/>
              </p14:nvContentPartPr>
              <p14:xfrm>
                <a:off x="7956073" y="3695231"/>
                <a:ext cx="1176840" cy="59040"/>
              </p14:xfrm>
            </p:contentPart>
          </mc:Choice>
          <mc:Fallback>
            <p:pic>
              <p:nvPicPr>
                <p:cNvPr id="12" name="Ink 11">
                  <a:extLst>
                    <a:ext uri="{FF2B5EF4-FFF2-40B4-BE49-F238E27FC236}">
                      <a16:creationId xmlns:a16="http://schemas.microsoft.com/office/drawing/2014/main" id="{1696D04D-AB63-99E7-E808-342A6DEA5320}"/>
                    </a:ext>
                  </a:extLst>
                </p:cNvPr>
                <p:cNvPicPr/>
                <p:nvPr/>
              </p:nvPicPr>
              <p:blipFill>
                <a:blip r:embed="rId19"/>
                <a:stretch>
                  <a:fillRect/>
                </a:stretch>
              </p:blipFill>
              <p:spPr>
                <a:xfrm>
                  <a:off x="7893073" y="3632591"/>
                  <a:ext cx="1302480" cy="184680"/>
                </a:xfrm>
                <a:prstGeom prst="rect">
                  <a:avLst/>
                </a:prstGeom>
              </p:spPr>
            </p:pic>
          </mc:Fallback>
        </mc:AlternateContent>
      </p:grpSp>
      <p:grpSp>
        <p:nvGrpSpPr>
          <p:cNvPr id="18" name="Group 17">
            <a:extLst>
              <a:ext uri="{FF2B5EF4-FFF2-40B4-BE49-F238E27FC236}">
                <a16:creationId xmlns:a16="http://schemas.microsoft.com/office/drawing/2014/main" id="{FC4F63E9-80D0-0439-0253-CE7A076BAB65}"/>
              </a:ext>
            </a:extLst>
          </p:cNvPr>
          <p:cNvGrpSpPr/>
          <p:nvPr/>
        </p:nvGrpSpPr>
        <p:grpSpPr>
          <a:xfrm>
            <a:off x="4832713" y="4091951"/>
            <a:ext cx="4377600" cy="159840"/>
            <a:chOff x="4832713" y="4091951"/>
            <a:chExt cx="4377600" cy="159840"/>
          </a:xfrm>
        </p:grpSpPr>
        <mc:AlternateContent xmlns:mc="http://schemas.openxmlformats.org/markup-compatibility/2006">
          <mc:Choice xmlns:p14="http://schemas.microsoft.com/office/powerpoint/2010/main" Requires="p14">
            <p:contentPart p14:bwMode="auto" r:id="rId20">
              <p14:nvContentPartPr>
                <p14:cNvPr id="15" name="Ink 14">
                  <a:extLst>
                    <a:ext uri="{FF2B5EF4-FFF2-40B4-BE49-F238E27FC236}">
                      <a16:creationId xmlns:a16="http://schemas.microsoft.com/office/drawing/2014/main" id="{D8881F72-467D-2EAE-CC24-7EC65BC5FA81}"/>
                    </a:ext>
                  </a:extLst>
                </p14:cNvPr>
                <p14:cNvContentPartPr/>
                <p14:nvPr/>
              </p14:nvContentPartPr>
              <p14:xfrm>
                <a:off x="4832713" y="4091951"/>
                <a:ext cx="2767320" cy="104400"/>
              </p14:xfrm>
            </p:contentPart>
          </mc:Choice>
          <mc:Fallback>
            <p:pic>
              <p:nvPicPr>
                <p:cNvPr id="15" name="Ink 14">
                  <a:extLst>
                    <a:ext uri="{FF2B5EF4-FFF2-40B4-BE49-F238E27FC236}">
                      <a16:creationId xmlns:a16="http://schemas.microsoft.com/office/drawing/2014/main" id="{D8881F72-467D-2EAE-CC24-7EC65BC5FA81}"/>
                    </a:ext>
                  </a:extLst>
                </p:cNvPr>
                <p:cNvPicPr/>
                <p:nvPr/>
              </p:nvPicPr>
              <p:blipFill>
                <a:blip r:embed="rId21"/>
                <a:stretch>
                  <a:fillRect/>
                </a:stretch>
              </p:blipFill>
              <p:spPr>
                <a:xfrm>
                  <a:off x="4770073" y="4029311"/>
                  <a:ext cx="2892960" cy="23004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6" name="Ink 15">
                  <a:extLst>
                    <a:ext uri="{FF2B5EF4-FFF2-40B4-BE49-F238E27FC236}">
                      <a16:creationId xmlns:a16="http://schemas.microsoft.com/office/drawing/2014/main" id="{CE7EA6F7-5379-C8B8-7594-2EC9BB953A74}"/>
                    </a:ext>
                  </a:extLst>
                </p14:cNvPr>
                <p14:cNvContentPartPr/>
                <p14:nvPr/>
              </p14:nvContentPartPr>
              <p14:xfrm>
                <a:off x="7906753" y="4141631"/>
                <a:ext cx="1303560" cy="110160"/>
              </p14:xfrm>
            </p:contentPart>
          </mc:Choice>
          <mc:Fallback>
            <p:pic>
              <p:nvPicPr>
                <p:cNvPr id="16" name="Ink 15">
                  <a:extLst>
                    <a:ext uri="{FF2B5EF4-FFF2-40B4-BE49-F238E27FC236}">
                      <a16:creationId xmlns:a16="http://schemas.microsoft.com/office/drawing/2014/main" id="{CE7EA6F7-5379-C8B8-7594-2EC9BB953A74}"/>
                    </a:ext>
                  </a:extLst>
                </p:cNvPr>
                <p:cNvPicPr/>
                <p:nvPr/>
              </p:nvPicPr>
              <p:blipFill>
                <a:blip r:embed="rId23"/>
                <a:stretch>
                  <a:fillRect/>
                </a:stretch>
              </p:blipFill>
              <p:spPr>
                <a:xfrm>
                  <a:off x="7844113" y="4078991"/>
                  <a:ext cx="1429200" cy="235800"/>
                </a:xfrm>
                <a:prstGeom prst="rect">
                  <a:avLst/>
                </a:prstGeom>
              </p:spPr>
            </p:pic>
          </mc:Fallback>
        </mc:AlternateContent>
      </p:grpSp>
      <p:grpSp>
        <p:nvGrpSpPr>
          <p:cNvPr id="22" name="Group 21">
            <a:extLst>
              <a:ext uri="{FF2B5EF4-FFF2-40B4-BE49-F238E27FC236}">
                <a16:creationId xmlns:a16="http://schemas.microsoft.com/office/drawing/2014/main" id="{E799F3C2-1EFF-2B0C-6957-76B396C8184C}"/>
              </a:ext>
            </a:extLst>
          </p:cNvPr>
          <p:cNvGrpSpPr/>
          <p:nvPr/>
        </p:nvGrpSpPr>
        <p:grpSpPr>
          <a:xfrm>
            <a:off x="4803553" y="4543751"/>
            <a:ext cx="4368600" cy="111960"/>
            <a:chOff x="4803553" y="4543751"/>
            <a:chExt cx="4368600" cy="111960"/>
          </a:xfrm>
        </p:grpSpPr>
        <mc:AlternateContent xmlns:mc="http://schemas.openxmlformats.org/markup-compatibility/2006">
          <mc:Choice xmlns:p14="http://schemas.microsoft.com/office/powerpoint/2010/main" Requires="p14">
            <p:contentPart p14:bwMode="auto" r:id="rId24">
              <p14:nvContentPartPr>
                <p14:cNvPr id="19" name="Ink 18">
                  <a:extLst>
                    <a:ext uri="{FF2B5EF4-FFF2-40B4-BE49-F238E27FC236}">
                      <a16:creationId xmlns:a16="http://schemas.microsoft.com/office/drawing/2014/main" id="{DA77FEC8-61D5-89BF-900D-4B7B048FEDA0}"/>
                    </a:ext>
                  </a:extLst>
                </p14:cNvPr>
                <p14:cNvContentPartPr/>
                <p14:nvPr/>
              </p14:nvContentPartPr>
              <p14:xfrm>
                <a:off x="4803553" y="4543751"/>
                <a:ext cx="2931840" cy="111960"/>
              </p14:xfrm>
            </p:contentPart>
          </mc:Choice>
          <mc:Fallback>
            <p:pic>
              <p:nvPicPr>
                <p:cNvPr id="19" name="Ink 18">
                  <a:extLst>
                    <a:ext uri="{FF2B5EF4-FFF2-40B4-BE49-F238E27FC236}">
                      <a16:creationId xmlns:a16="http://schemas.microsoft.com/office/drawing/2014/main" id="{DA77FEC8-61D5-89BF-900D-4B7B048FEDA0}"/>
                    </a:ext>
                  </a:extLst>
                </p:cNvPr>
                <p:cNvPicPr/>
                <p:nvPr/>
              </p:nvPicPr>
              <p:blipFill>
                <a:blip r:embed="rId25"/>
                <a:stretch>
                  <a:fillRect/>
                </a:stretch>
              </p:blipFill>
              <p:spPr>
                <a:xfrm>
                  <a:off x="4740913" y="4481111"/>
                  <a:ext cx="3057480" cy="23760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20" name="Ink 19">
                  <a:extLst>
                    <a:ext uri="{FF2B5EF4-FFF2-40B4-BE49-F238E27FC236}">
                      <a16:creationId xmlns:a16="http://schemas.microsoft.com/office/drawing/2014/main" id="{D2DDFEC6-0BE3-89DA-429C-04BA2FCEC40E}"/>
                    </a:ext>
                  </a:extLst>
                </p14:cNvPr>
                <p14:cNvContentPartPr/>
                <p14:nvPr/>
              </p14:nvContentPartPr>
              <p14:xfrm>
                <a:off x="7909273" y="4594511"/>
                <a:ext cx="1262880" cy="36360"/>
              </p14:xfrm>
            </p:contentPart>
          </mc:Choice>
          <mc:Fallback>
            <p:pic>
              <p:nvPicPr>
                <p:cNvPr id="20" name="Ink 19">
                  <a:extLst>
                    <a:ext uri="{FF2B5EF4-FFF2-40B4-BE49-F238E27FC236}">
                      <a16:creationId xmlns:a16="http://schemas.microsoft.com/office/drawing/2014/main" id="{D2DDFEC6-0BE3-89DA-429C-04BA2FCEC40E}"/>
                    </a:ext>
                  </a:extLst>
                </p:cNvPr>
                <p:cNvPicPr/>
                <p:nvPr/>
              </p:nvPicPr>
              <p:blipFill>
                <a:blip r:embed="rId27"/>
                <a:stretch>
                  <a:fillRect/>
                </a:stretch>
              </p:blipFill>
              <p:spPr>
                <a:xfrm>
                  <a:off x="7846273" y="4531871"/>
                  <a:ext cx="1388520" cy="1620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28">
            <p14:nvContentPartPr>
              <p14:cNvPr id="23" name="Ink 22">
                <a:extLst>
                  <a:ext uri="{FF2B5EF4-FFF2-40B4-BE49-F238E27FC236}">
                    <a16:creationId xmlns:a16="http://schemas.microsoft.com/office/drawing/2014/main" id="{7A6084AF-D6F2-8B4A-342B-41F2F6D21C2E}"/>
                  </a:ext>
                </a:extLst>
              </p14:cNvPr>
              <p14:cNvContentPartPr/>
              <p14:nvPr/>
            </p14:nvContentPartPr>
            <p14:xfrm>
              <a:off x="4785913" y="4989071"/>
              <a:ext cx="4301640" cy="335520"/>
            </p14:xfrm>
          </p:contentPart>
        </mc:Choice>
        <mc:Fallback>
          <p:pic>
            <p:nvPicPr>
              <p:cNvPr id="23" name="Ink 22">
                <a:extLst>
                  <a:ext uri="{FF2B5EF4-FFF2-40B4-BE49-F238E27FC236}">
                    <a16:creationId xmlns:a16="http://schemas.microsoft.com/office/drawing/2014/main" id="{7A6084AF-D6F2-8B4A-342B-41F2F6D21C2E}"/>
                  </a:ext>
                </a:extLst>
              </p:cNvPr>
              <p:cNvPicPr/>
              <p:nvPr/>
            </p:nvPicPr>
            <p:blipFill>
              <a:blip r:embed="rId29"/>
              <a:stretch>
                <a:fillRect/>
              </a:stretch>
            </p:blipFill>
            <p:spPr>
              <a:xfrm>
                <a:off x="4723273" y="4926431"/>
                <a:ext cx="4427280" cy="461160"/>
              </a:xfrm>
              <a:prstGeom prst="rect">
                <a:avLst/>
              </a:prstGeom>
            </p:spPr>
          </p:pic>
        </mc:Fallback>
      </mc:AlternateContent>
    </p:spTree>
    <p:extLst>
      <p:ext uri="{BB962C8B-B14F-4D97-AF65-F5344CB8AC3E}">
        <p14:creationId xmlns:p14="http://schemas.microsoft.com/office/powerpoint/2010/main" val="629786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639A5-D435-A440-3C34-E37A8B3B49D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338F008-9C18-2CF0-0927-6327D166437B}"/>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EF934EF0-EECE-4109-A625-76836D0F9EB8}"/>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6)</a:t>
            </a:r>
          </a:p>
          <a:p>
            <a:pPr algn="l"/>
            <a:r>
              <a:rPr lang="en-US" sz="1800" b="1">
                <a:sym typeface="Wingdings" pitchFamily="2" charset="2"/>
              </a:rPr>
              <a:t>Dealing with an Empty Optional</a:t>
            </a:r>
            <a:endParaRPr lang="en-US" sz="1800">
              <a:sym typeface="Wingdings" pitchFamily="2" charset="2"/>
            </a:endParaRPr>
          </a:p>
          <a:p>
            <a:pPr algn="l"/>
            <a:r>
              <a:rPr lang="en-US" sz="1800">
                <a:sym typeface="Wingdings" pitchFamily="2" charset="2"/>
              </a:rPr>
              <a:t>(code illustration snippet 7,8,9,10,11)</a:t>
            </a:r>
          </a:p>
          <a:p>
            <a:pPr algn="l"/>
            <a:r>
              <a:rPr lang="en-US" sz="1800">
                <a:sym typeface="Wingdings" pitchFamily="2" charset="2"/>
              </a:rPr>
              <a:t>- An alternating method to ... is returning ... for ... value. We have mentioned about this ... since Optional&lt;T&gt; is better than ... since we don't know the return of ... indicate ...</a:t>
            </a:r>
          </a:p>
          <a:p>
            <a:pPr algn="l"/>
            <a:r>
              <a:rPr lang="en-US" sz="1800">
                <a:sym typeface="Wingdings" pitchFamily="2" charset="2"/>
              </a:rPr>
              <a:t>– Another advantage of ... is ... implementing functional ... into ... instead of using traditional ...</a:t>
            </a:r>
          </a:p>
          <a:p>
            <a:pPr algn="l"/>
            <a:r>
              <a:rPr lang="en-US" sz="1800">
                <a:sym typeface="Wingdings" pitchFamily="2" charset="2"/>
              </a:rPr>
              <a:t>– In the last ..., we will know that we can use method ... for Optional</a:t>
            </a:r>
          </a:p>
          <a:p>
            <a:pPr algn="l"/>
            <a:r>
              <a:rPr lang="en-US" sz="1800" b="1">
                <a:sym typeface="Wingdings" pitchFamily="2" charset="2"/>
              </a:rPr>
              <a:t>Using Streams</a:t>
            </a:r>
            <a:endParaRPr lang="en-US" sz="1800">
              <a:sym typeface="Wingdings" pitchFamily="2" charset="2"/>
            </a:endParaRPr>
          </a:p>
          <a:p>
            <a:pPr algn="l"/>
            <a:r>
              <a:rPr lang="en-US" sz="1800">
                <a:sym typeface="Wingdings" pitchFamily="2" charset="2"/>
              </a:rPr>
              <a:t>- Stream in Java is ... a ... data</a:t>
            </a:r>
          </a:p>
          <a:p>
            <a:pPr algn="l"/>
            <a:r>
              <a:rPr lang="en-US" sz="1800">
                <a:sym typeface="Wingdings" pitchFamily="2" charset="2"/>
              </a:rPr>
              <a:t>- Stream ... is ... ...return results</a:t>
            </a:r>
          </a:p>
          <a:p>
            <a:pPr algn="l"/>
            <a:r>
              <a:rPr lang="en-US" sz="1800" b="1">
                <a:sym typeface="Wingdings" pitchFamily="2" charset="2"/>
              </a:rPr>
              <a:t>Understanding the Pipeline flow</a:t>
            </a:r>
            <a:endParaRPr lang="en-US" sz="1800">
              <a:sym typeface="Wingdings" pitchFamily="2" charset="2"/>
            </a:endParaRPr>
          </a:p>
          <a:p>
            <a:pPr algn="l"/>
            <a:r>
              <a:rPr lang="en-US" sz="1800">
                <a:sym typeface="Wingdings" pitchFamily="2" charset="2"/>
              </a:rPr>
              <a:t>- Let's think Stream Pipeline as ... line. Let's take sign production as an example</a:t>
            </a:r>
          </a:p>
          <a:p>
            <a:pPr algn="l"/>
            <a:r>
              <a:rPr lang="en-US" sz="1800">
                <a:sym typeface="Wingdings" pitchFamily="2" charset="2"/>
              </a:rPr>
              <a:t>– In a sign ..., there are 3 ..., 1 for ..., 1 for ..., 1 for ...</a:t>
            </a:r>
          </a:p>
          <a:p>
            <a:pPr algn="l"/>
            <a:r>
              <a:rPr lang="en-US" sz="1800">
                <a:sym typeface="Wingdings" pitchFamily="2" charset="2"/>
              </a:rPr>
              <a:t>– Notice that this line is ... ( ... &lt;-&gt; ...)</a:t>
            </a:r>
          </a:p>
          <a:p>
            <a:pPr algn="l"/>
            <a:r>
              <a:rPr lang="en-US" sz="1800">
                <a:sym typeface="Wingdings" pitchFamily="2" charset="2"/>
              </a:rPr>
              <a:t>– This assembly line is ..., this means that once the line reach ... =&gt; ...</a:t>
            </a:r>
          </a:p>
          <a:p>
            <a:pPr algn="l"/>
            <a:r>
              <a:rPr lang="en-US" sz="1800">
                <a:sym typeface="Wingdings" pitchFamily="2" charset="2"/>
              </a:rPr>
              <a:t>– Finite stream is the same, ...</a:t>
            </a:r>
          </a:p>
        </p:txBody>
      </p:sp>
    </p:spTree>
    <p:extLst>
      <p:ext uri="{BB962C8B-B14F-4D97-AF65-F5344CB8AC3E}">
        <p14:creationId xmlns:p14="http://schemas.microsoft.com/office/powerpoint/2010/main" val="2019542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A29B7-CF3D-0A1A-0A50-72B72020939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9A8373B-9B70-2F4C-6024-C45EB6DA4EF4}"/>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0A01FAA5-55F9-5FB1-E832-3C168DF199B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There are some examples of infinite ... such as food ... (where it will be ... if ...), or Sun ... (it goes ... until ...)</a:t>
            </a:r>
          </a:p>
          <a:p>
            <a:pPr algn="l"/>
            <a:r>
              <a:rPr lang="en-US" sz="1800">
                <a:sym typeface="Wingdings" pitchFamily="2" charset="2"/>
              </a:rPr>
              <a:t>- Another characteristic of ... line is that each ... do their own ... =&gt; Once finished, ... </a:t>
            </a:r>
          </a:p>
          <a:p>
            <a:pPr algn="l"/>
            <a:r>
              <a:rPr lang="en-US" sz="1800">
                <a:sym typeface="Wingdings" pitchFamily="2" charset="2"/>
              </a:rPr>
              <a:t>- This is different than .../... that we studied. ... differs from ... because of how we ... them, but all ... are still there</a:t>
            </a:r>
          </a:p>
          <a:p>
            <a:pPr algn="l"/>
            <a:r>
              <a:rPr lang="en-US" sz="1800">
                <a:sym typeface="Wingdings" pitchFamily="2" charset="2"/>
              </a:rPr>
              <a:t>– With stream, the data ..., it is generated ... =&gt; We call this ..., this means delay the ... until ...</a:t>
            </a:r>
          </a:p>
          <a:p>
            <a:pPr algn="l"/>
            <a:r>
              <a:rPr lang="en-US" sz="1800">
                <a:sym typeface="Wingdings" pitchFamily="2" charset="2"/>
              </a:rPr>
              <a:t>- There are so many ... can happen in a ... line =&gt; In FP, these are called Stream ...</a:t>
            </a:r>
          </a:p>
          <a:p>
            <a:pPr algn="l"/>
            <a:r>
              <a:rPr lang="en-US" sz="1800">
                <a:sym typeface="Wingdings" pitchFamily="2" charset="2"/>
              </a:rPr>
              <a:t>- Just like ... line, all ... happens in a pipeline, there will be 1 ... and 1 ... and can be n ... </a:t>
            </a:r>
          </a:p>
          <a:p>
            <a:pPr algn="l"/>
            <a:r>
              <a:rPr lang="en-US" sz="1800">
                <a:sym typeface="Wingdings" pitchFamily="2" charset="2"/>
              </a:rPr>
              <a:t>- There are 3 main parts in a ...</a:t>
            </a:r>
          </a:p>
          <a:p>
            <a:pPr algn="l"/>
            <a:r>
              <a:rPr lang="en-US" sz="1800">
                <a:sym typeface="Wingdings" pitchFamily="2" charset="2"/>
              </a:rPr>
              <a:t>+)</a:t>
            </a:r>
          </a:p>
          <a:p>
            <a:pPr algn="l"/>
            <a:r>
              <a:rPr lang="en-US" sz="1800">
                <a:sym typeface="Wingdings" pitchFamily="2" charset="2"/>
              </a:rPr>
              <a:t>+)</a:t>
            </a:r>
          </a:p>
          <a:p>
            <a:pPr algn="l"/>
            <a:r>
              <a:rPr lang="en-US" sz="1800">
                <a:sym typeface="Wingdings" pitchFamily="2" charset="2"/>
              </a:rPr>
              <a:t>+) (note that all ... only run when ...)</a:t>
            </a:r>
          </a:p>
          <a:p>
            <a:pPr algn="l"/>
            <a:endParaRPr lang="en-US" sz="1800">
              <a:sym typeface="Wingdings" pitchFamily="2" charset="2"/>
            </a:endParaRPr>
          </a:p>
          <a:p>
            <a:pPr algn="l"/>
            <a:endParaRPr lang="en-US" sz="1800">
              <a:sym typeface="Wingdings" pitchFamily="2" charset="2"/>
            </a:endParaRPr>
          </a:p>
        </p:txBody>
      </p:sp>
      <p:pic>
        <p:nvPicPr>
          <p:cNvPr id="2" name="Picture 1">
            <a:extLst>
              <a:ext uri="{FF2B5EF4-FFF2-40B4-BE49-F238E27FC236}">
                <a16:creationId xmlns:a16="http://schemas.microsoft.com/office/drawing/2014/main" id="{D308B0D1-E433-38BA-B957-2349948B4FED}"/>
              </a:ext>
            </a:extLst>
          </p:cNvPr>
          <p:cNvPicPr>
            <a:picLocks noChangeAspect="1"/>
          </p:cNvPicPr>
          <p:nvPr/>
        </p:nvPicPr>
        <p:blipFill>
          <a:blip r:embed="rId3"/>
          <a:stretch>
            <a:fillRect/>
          </a:stretch>
        </p:blipFill>
        <p:spPr>
          <a:xfrm>
            <a:off x="2209800" y="4728680"/>
            <a:ext cx="7772400" cy="1706421"/>
          </a:xfrm>
          <a:prstGeom prst="rect">
            <a:avLst/>
          </a:prstGeom>
        </p:spPr>
      </p:pic>
    </p:spTree>
    <p:extLst>
      <p:ext uri="{BB962C8B-B14F-4D97-AF65-F5344CB8AC3E}">
        <p14:creationId xmlns:p14="http://schemas.microsoft.com/office/powerpoint/2010/main" val="548383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154CB-8CB6-726F-AB35-00E2C9AB166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B599F43-2649-7078-5FDF-788D2794A6FD}"/>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765F8540-4561-BD0B-6A70-B63A310CB91C}"/>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5" name="Picture 4">
            <a:extLst>
              <a:ext uri="{FF2B5EF4-FFF2-40B4-BE49-F238E27FC236}">
                <a16:creationId xmlns:a16="http://schemas.microsoft.com/office/drawing/2014/main" id="{EBD75069-AADD-8713-FD1E-988A21072CEA}"/>
              </a:ext>
            </a:extLst>
          </p:cNvPr>
          <p:cNvPicPr>
            <a:picLocks noChangeAspect="1"/>
          </p:cNvPicPr>
          <p:nvPr/>
        </p:nvPicPr>
        <p:blipFill>
          <a:blip r:embed="rId3"/>
          <a:stretch>
            <a:fillRect/>
          </a:stretch>
        </p:blipFill>
        <p:spPr>
          <a:xfrm>
            <a:off x="660494" y="1423040"/>
            <a:ext cx="10871012" cy="4011920"/>
          </a:xfrm>
          <a:prstGeom prst="rect">
            <a:avLst/>
          </a:prstGeom>
        </p:spPr>
      </p:pic>
      <mc:AlternateContent xmlns:mc="http://schemas.openxmlformats.org/markup-compatibility/2006">
        <mc:Choice xmlns:p14="http://schemas.microsoft.com/office/powerpoint/2010/main" Requires="p14">
          <p:contentPart p14:bwMode="auto" r:id="rId4">
            <p14:nvContentPartPr>
              <p14:cNvPr id="6" name="Ink 5">
                <a:extLst>
                  <a:ext uri="{FF2B5EF4-FFF2-40B4-BE49-F238E27FC236}">
                    <a16:creationId xmlns:a16="http://schemas.microsoft.com/office/drawing/2014/main" id="{8D22FC79-9CF6-798A-3FEA-73947FC8188E}"/>
                  </a:ext>
                </a:extLst>
              </p14:cNvPr>
              <p14:cNvContentPartPr/>
              <p14:nvPr/>
            </p14:nvContentPartPr>
            <p14:xfrm>
              <a:off x="5499073" y="2465111"/>
              <a:ext cx="673920" cy="117000"/>
            </p14:xfrm>
          </p:contentPart>
        </mc:Choice>
        <mc:Fallback>
          <p:pic>
            <p:nvPicPr>
              <p:cNvPr id="6" name="Ink 5">
                <a:extLst>
                  <a:ext uri="{FF2B5EF4-FFF2-40B4-BE49-F238E27FC236}">
                    <a16:creationId xmlns:a16="http://schemas.microsoft.com/office/drawing/2014/main" id="{8D22FC79-9CF6-798A-3FEA-73947FC8188E}"/>
                  </a:ext>
                </a:extLst>
              </p:cNvPr>
              <p:cNvPicPr/>
              <p:nvPr/>
            </p:nvPicPr>
            <p:blipFill>
              <a:blip r:embed="rId5"/>
              <a:stretch>
                <a:fillRect/>
              </a:stretch>
            </p:blipFill>
            <p:spPr>
              <a:xfrm>
                <a:off x="5436073" y="2402471"/>
                <a:ext cx="799560" cy="242640"/>
              </a:xfrm>
              <a:prstGeom prst="rect">
                <a:avLst/>
              </a:prstGeom>
            </p:spPr>
          </p:pic>
        </mc:Fallback>
      </mc:AlternateContent>
      <p:grpSp>
        <p:nvGrpSpPr>
          <p:cNvPr id="10" name="Group 9">
            <a:extLst>
              <a:ext uri="{FF2B5EF4-FFF2-40B4-BE49-F238E27FC236}">
                <a16:creationId xmlns:a16="http://schemas.microsoft.com/office/drawing/2014/main" id="{C44FBD2B-2E67-05F8-F425-37ABE4B0E080}"/>
              </a:ext>
            </a:extLst>
          </p:cNvPr>
          <p:cNvGrpSpPr/>
          <p:nvPr/>
        </p:nvGrpSpPr>
        <p:grpSpPr>
          <a:xfrm>
            <a:off x="8603713" y="2458271"/>
            <a:ext cx="489240" cy="136440"/>
            <a:chOff x="8603713" y="2458271"/>
            <a:chExt cx="489240" cy="136440"/>
          </a:xfrm>
        </p:grpSpPr>
        <mc:AlternateContent xmlns:mc="http://schemas.openxmlformats.org/markup-compatibility/2006">
          <mc:Choice xmlns:p14="http://schemas.microsoft.com/office/powerpoint/2010/main" Requires="p14">
            <p:contentPart p14:bwMode="auto" r:id="rId6">
              <p14:nvContentPartPr>
                <p14:cNvPr id="7" name="Ink 6">
                  <a:extLst>
                    <a:ext uri="{FF2B5EF4-FFF2-40B4-BE49-F238E27FC236}">
                      <a16:creationId xmlns:a16="http://schemas.microsoft.com/office/drawing/2014/main" id="{D02246C8-93A7-AF1C-AC8B-2E5E7341BC4A}"/>
                    </a:ext>
                  </a:extLst>
                </p14:cNvPr>
                <p14:cNvContentPartPr/>
                <p14:nvPr/>
              </p14:nvContentPartPr>
              <p14:xfrm>
                <a:off x="8603713" y="2458271"/>
                <a:ext cx="452520" cy="128880"/>
              </p14:xfrm>
            </p:contentPart>
          </mc:Choice>
          <mc:Fallback>
            <p:pic>
              <p:nvPicPr>
                <p:cNvPr id="7" name="Ink 6">
                  <a:extLst>
                    <a:ext uri="{FF2B5EF4-FFF2-40B4-BE49-F238E27FC236}">
                      <a16:creationId xmlns:a16="http://schemas.microsoft.com/office/drawing/2014/main" id="{D02246C8-93A7-AF1C-AC8B-2E5E7341BC4A}"/>
                    </a:ext>
                  </a:extLst>
                </p:cNvPr>
                <p:cNvPicPr/>
                <p:nvPr/>
              </p:nvPicPr>
              <p:blipFill>
                <a:blip r:embed="rId7"/>
                <a:stretch>
                  <a:fillRect/>
                </a:stretch>
              </p:blipFill>
              <p:spPr>
                <a:xfrm>
                  <a:off x="8541073" y="2395271"/>
                  <a:ext cx="578160" cy="25452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8" name="Ink 7">
                  <a:extLst>
                    <a:ext uri="{FF2B5EF4-FFF2-40B4-BE49-F238E27FC236}">
                      <a16:creationId xmlns:a16="http://schemas.microsoft.com/office/drawing/2014/main" id="{5D690085-06B9-9F02-03B8-64BA7D6BB105}"/>
                    </a:ext>
                  </a:extLst>
                </p14:cNvPr>
                <p14:cNvContentPartPr/>
                <p14:nvPr/>
              </p14:nvContentPartPr>
              <p14:xfrm>
                <a:off x="8896393" y="2515871"/>
                <a:ext cx="196560" cy="78840"/>
              </p14:xfrm>
            </p:contentPart>
          </mc:Choice>
          <mc:Fallback>
            <p:pic>
              <p:nvPicPr>
                <p:cNvPr id="8" name="Ink 7">
                  <a:extLst>
                    <a:ext uri="{FF2B5EF4-FFF2-40B4-BE49-F238E27FC236}">
                      <a16:creationId xmlns:a16="http://schemas.microsoft.com/office/drawing/2014/main" id="{5D690085-06B9-9F02-03B8-64BA7D6BB105}"/>
                    </a:ext>
                  </a:extLst>
                </p:cNvPr>
                <p:cNvPicPr/>
                <p:nvPr/>
              </p:nvPicPr>
              <p:blipFill>
                <a:blip r:embed="rId9"/>
                <a:stretch>
                  <a:fillRect/>
                </a:stretch>
              </p:blipFill>
              <p:spPr>
                <a:xfrm>
                  <a:off x="8833393" y="2452871"/>
                  <a:ext cx="322200" cy="20448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0">
            <p14:nvContentPartPr>
              <p14:cNvPr id="11" name="Ink 10">
                <a:extLst>
                  <a:ext uri="{FF2B5EF4-FFF2-40B4-BE49-F238E27FC236}">
                    <a16:creationId xmlns:a16="http://schemas.microsoft.com/office/drawing/2014/main" id="{036E4752-A36E-D4BF-873E-C4C8F2200523}"/>
                  </a:ext>
                </a:extLst>
              </p14:cNvPr>
              <p14:cNvContentPartPr/>
              <p14:nvPr/>
            </p14:nvContentPartPr>
            <p14:xfrm>
              <a:off x="5486473" y="3060191"/>
              <a:ext cx="470520" cy="165600"/>
            </p14:xfrm>
          </p:contentPart>
        </mc:Choice>
        <mc:Fallback>
          <p:pic>
            <p:nvPicPr>
              <p:cNvPr id="11" name="Ink 10">
                <a:extLst>
                  <a:ext uri="{FF2B5EF4-FFF2-40B4-BE49-F238E27FC236}">
                    <a16:creationId xmlns:a16="http://schemas.microsoft.com/office/drawing/2014/main" id="{036E4752-A36E-D4BF-873E-C4C8F2200523}"/>
                  </a:ext>
                </a:extLst>
              </p:cNvPr>
              <p:cNvPicPr/>
              <p:nvPr/>
            </p:nvPicPr>
            <p:blipFill>
              <a:blip r:embed="rId11"/>
              <a:stretch>
                <a:fillRect/>
              </a:stretch>
            </p:blipFill>
            <p:spPr>
              <a:xfrm>
                <a:off x="5423833" y="2997551"/>
                <a:ext cx="596160" cy="291240"/>
              </a:xfrm>
              <a:prstGeom prst="rect">
                <a:avLst/>
              </a:prstGeom>
            </p:spPr>
          </p:pic>
        </mc:Fallback>
      </mc:AlternateContent>
      <p:grpSp>
        <p:nvGrpSpPr>
          <p:cNvPr id="16" name="Group 15">
            <a:extLst>
              <a:ext uri="{FF2B5EF4-FFF2-40B4-BE49-F238E27FC236}">
                <a16:creationId xmlns:a16="http://schemas.microsoft.com/office/drawing/2014/main" id="{AF92E05B-8EA3-9768-72A2-AA45D28E4399}"/>
              </a:ext>
            </a:extLst>
          </p:cNvPr>
          <p:cNvGrpSpPr/>
          <p:nvPr/>
        </p:nvGrpSpPr>
        <p:grpSpPr>
          <a:xfrm>
            <a:off x="8681113" y="3022031"/>
            <a:ext cx="453960" cy="289440"/>
            <a:chOff x="8681113" y="3022031"/>
            <a:chExt cx="453960" cy="289440"/>
          </a:xfrm>
        </p:grpSpPr>
        <mc:AlternateContent xmlns:mc="http://schemas.openxmlformats.org/markup-compatibility/2006">
          <mc:Choice xmlns:p14="http://schemas.microsoft.com/office/powerpoint/2010/main" Requires="p14">
            <p:contentPart p14:bwMode="auto" r:id="rId12">
              <p14:nvContentPartPr>
                <p14:cNvPr id="12" name="Ink 11">
                  <a:extLst>
                    <a:ext uri="{FF2B5EF4-FFF2-40B4-BE49-F238E27FC236}">
                      <a16:creationId xmlns:a16="http://schemas.microsoft.com/office/drawing/2014/main" id="{5C429BC8-51BE-5CCB-EA00-3771AB67E782}"/>
                    </a:ext>
                  </a:extLst>
                </p14:cNvPr>
                <p14:cNvContentPartPr/>
                <p14:nvPr/>
              </p14:nvContentPartPr>
              <p14:xfrm>
                <a:off x="8681113" y="3101591"/>
                <a:ext cx="249840" cy="94320"/>
              </p14:xfrm>
            </p:contentPart>
          </mc:Choice>
          <mc:Fallback>
            <p:pic>
              <p:nvPicPr>
                <p:cNvPr id="12" name="Ink 11">
                  <a:extLst>
                    <a:ext uri="{FF2B5EF4-FFF2-40B4-BE49-F238E27FC236}">
                      <a16:creationId xmlns:a16="http://schemas.microsoft.com/office/drawing/2014/main" id="{5C429BC8-51BE-5CCB-EA00-3771AB67E782}"/>
                    </a:ext>
                  </a:extLst>
                </p:cNvPr>
                <p:cNvPicPr/>
                <p:nvPr/>
              </p:nvPicPr>
              <p:blipFill>
                <a:blip r:embed="rId13"/>
                <a:stretch>
                  <a:fillRect/>
                </a:stretch>
              </p:blipFill>
              <p:spPr>
                <a:xfrm>
                  <a:off x="8618473" y="3038591"/>
                  <a:ext cx="375480" cy="21996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13" name="Ink 12">
                  <a:extLst>
                    <a:ext uri="{FF2B5EF4-FFF2-40B4-BE49-F238E27FC236}">
                      <a16:creationId xmlns:a16="http://schemas.microsoft.com/office/drawing/2014/main" id="{6A82DDB6-713E-C86E-EC20-DBA6E8E84BCB}"/>
                    </a:ext>
                  </a:extLst>
                </p14:cNvPr>
                <p14:cNvContentPartPr/>
                <p14:nvPr/>
              </p14:nvContentPartPr>
              <p14:xfrm>
                <a:off x="8701633" y="3022031"/>
                <a:ext cx="433440" cy="289440"/>
              </p14:xfrm>
            </p:contentPart>
          </mc:Choice>
          <mc:Fallback>
            <p:pic>
              <p:nvPicPr>
                <p:cNvPr id="13" name="Ink 12">
                  <a:extLst>
                    <a:ext uri="{FF2B5EF4-FFF2-40B4-BE49-F238E27FC236}">
                      <a16:creationId xmlns:a16="http://schemas.microsoft.com/office/drawing/2014/main" id="{6A82DDB6-713E-C86E-EC20-DBA6E8E84BCB}"/>
                    </a:ext>
                  </a:extLst>
                </p:cNvPr>
                <p:cNvPicPr/>
                <p:nvPr/>
              </p:nvPicPr>
              <p:blipFill>
                <a:blip r:embed="rId15"/>
                <a:stretch>
                  <a:fillRect/>
                </a:stretch>
              </p:blipFill>
              <p:spPr>
                <a:xfrm>
                  <a:off x="8638633" y="2959391"/>
                  <a:ext cx="559080" cy="41508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6">
            <p14:nvContentPartPr>
              <p14:cNvPr id="14" name="Ink 13">
                <a:extLst>
                  <a:ext uri="{FF2B5EF4-FFF2-40B4-BE49-F238E27FC236}">
                    <a16:creationId xmlns:a16="http://schemas.microsoft.com/office/drawing/2014/main" id="{345AE5DA-F90A-3581-9B80-FD6D3F2F8E7F}"/>
                  </a:ext>
                </a:extLst>
              </p14:cNvPr>
              <p14:cNvContentPartPr/>
              <p14:nvPr/>
            </p14:nvContentPartPr>
            <p14:xfrm>
              <a:off x="5528233" y="3624671"/>
              <a:ext cx="492840" cy="272880"/>
            </p14:xfrm>
          </p:contentPart>
        </mc:Choice>
        <mc:Fallback>
          <p:pic>
            <p:nvPicPr>
              <p:cNvPr id="14" name="Ink 13">
                <a:extLst>
                  <a:ext uri="{FF2B5EF4-FFF2-40B4-BE49-F238E27FC236}">
                    <a16:creationId xmlns:a16="http://schemas.microsoft.com/office/drawing/2014/main" id="{345AE5DA-F90A-3581-9B80-FD6D3F2F8E7F}"/>
                  </a:ext>
                </a:extLst>
              </p:cNvPr>
              <p:cNvPicPr/>
              <p:nvPr/>
            </p:nvPicPr>
            <p:blipFill>
              <a:blip r:embed="rId17"/>
              <a:stretch>
                <a:fillRect/>
              </a:stretch>
            </p:blipFill>
            <p:spPr>
              <a:xfrm>
                <a:off x="5465233" y="3561671"/>
                <a:ext cx="618480" cy="39852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7" name="Ink 16">
                <a:extLst>
                  <a:ext uri="{FF2B5EF4-FFF2-40B4-BE49-F238E27FC236}">
                    <a16:creationId xmlns:a16="http://schemas.microsoft.com/office/drawing/2014/main" id="{E99D528D-2472-C515-6F3C-731D47925041}"/>
                  </a:ext>
                </a:extLst>
              </p14:cNvPr>
              <p14:cNvContentPartPr/>
              <p14:nvPr/>
            </p14:nvContentPartPr>
            <p14:xfrm>
              <a:off x="8528473" y="3501911"/>
              <a:ext cx="783360" cy="370080"/>
            </p14:xfrm>
          </p:contentPart>
        </mc:Choice>
        <mc:Fallback>
          <p:pic>
            <p:nvPicPr>
              <p:cNvPr id="17" name="Ink 16">
                <a:extLst>
                  <a:ext uri="{FF2B5EF4-FFF2-40B4-BE49-F238E27FC236}">
                    <a16:creationId xmlns:a16="http://schemas.microsoft.com/office/drawing/2014/main" id="{E99D528D-2472-C515-6F3C-731D47925041}"/>
                  </a:ext>
                </a:extLst>
              </p:cNvPr>
              <p:cNvPicPr/>
              <p:nvPr/>
            </p:nvPicPr>
            <p:blipFill>
              <a:blip r:embed="rId19"/>
              <a:stretch>
                <a:fillRect/>
              </a:stretch>
            </p:blipFill>
            <p:spPr>
              <a:xfrm>
                <a:off x="8465473" y="3439271"/>
                <a:ext cx="909000" cy="495720"/>
              </a:xfrm>
              <a:prstGeom prst="rect">
                <a:avLst/>
              </a:prstGeom>
            </p:spPr>
          </p:pic>
        </mc:Fallback>
      </mc:AlternateContent>
      <mc:AlternateContent xmlns:mc="http://schemas.openxmlformats.org/markup-compatibility/2006">
        <mc:Choice xmlns:p14="http://schemas.microsoft.com/office/powerpoint/2010/main" Requires="p14">
          <p:contentPart p14:bwMode="auto" r:id="rId20">
            <p14:nvContentPartPr>
              <p14:cNvPr id="18" name="Ink 17">
                <a:extLst>
                  <a:ext uri="{FF2B5EF4-FFF2-40B4-BE49-F238E27FC236}">
                    <a16:creationId xmlns:a16="http://schemas.microsoft.com/office/drawing/2014/main" id="{2AB972F0-92C2-E13C-56C9-3C2F9F4C149A}"/>
                  </a:ext>
                </a:extLst>
              </p14:cNvPr>
              <p14:cNvContentPartPr/>
              <p14:nvPr/>
            </p14:nvContentPartPr>
            <p14:xfrm>
              <a:off x="5393233" y="4208231"/>
              <a:ext cx="594360" cy="180000"/>
            </p14:xfrm>
          </p:contentPart>
        </mc:Choice>
        <mc:Fallback>
          <p:pic>
            <p:nvPicPr>
              <p:cNvPr id="18" name="Ink 17">
                <a:extLst>
                  <a:ext uri="{FF2B5EF4-FFF2-40B4-BE49-F238E27FC236}">
                    <a16:creationId xmlns:a16="http://schemas.microsoft.com/office/drawing/2014/main" id="{2AB972F0-92C2-E13C-56C9-3C2F9F4C149A}"/>
                  </a:ext>
                </a:extLst>
              </p:cNvPr>
              <p:cNvPicPr/>
              <p:nvPr/>
            </p:nvPicPr>
            <p:blipFill>
              <a:blip r:embed="rId21"/>
              <a:stretch>
                <a:fillRect/>
              </a:stretch>
            </p:blipFill>
            <p:spPr>
              <a:xfrm>
                <a:off x="5330233" y="4145231"/>
                <a:ext cx="720000" cy="30564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9" name="Ink 18">
                <a:extLst>
                  <a:ext uri="{FF2B5EF4-FFF2-40B4-BE49-F238E27FC236}">
                    <a16:creationId xmlns:a16="http://schemas.microsoft.com/office/drawing/2014/main" id="{695832DE-FDAA-1768-4A04-A8DFFB2C46CC}"/>
                  </a:ext>
                </a:extLst>
              </p14:cNvPr>
              <p14:cNvContentPartPr/>
              <p14:nvPr/>
            </p14:nvContentPartPr>
            <p14:xfrm>
              <a:off x="5442913" y="4738871"/>
              <a:ext cx="758880" cy="457560"/>
            </p14:xfrm>
          </p:contentPart>
        </mc:Choice>
        <mc:Fallback>
          <p:pic>
            <p:nvPicPr>
              <p:cNvPr id="19" name="Ink 18">
                <a:extLst>
                  <a:ext uri="{FF2B5EF4-FFF2-40B4-BE49-F238E27FC236}">
                    <a16:creationId xmlns:a16="http://schemas.microsoft.com/office/drawing/2014/main" id="{695832DE-FDAA-1768-4A04-A8DFFB2C46CC}"/>
                  </a:ext>
                </a:extLst>
              </p:cNvPr>
              <p:cNvPicPr/>
              <p:nvPr/>
            </p:nvPicPr>
            <p:blipFill>
              <a:blip r:embed="rId23"/>
              <a:stretch>
                <a:fillRect/>
              </a:stretch>
            </p:blipFill>
            <p:spPr>
              <a:xfrm>
                <a:off x="5380273" y="4676231"/>
                <a:ext cx="884520" cy="583200"/>
              </a:xfrm>
              <a:prstGeom prst="rect">
                <a:avLst/>
              </a:prstGeom>
            </p:spPr>
          </p:pic>
        </mc:Fallback>
      </mc:AlternateContent>
      <mc:AlternateContent xmlns:mc="http://schemas.openxmlformats.org/markup-compatibility/2006">
        <mc:Choice xmlns:p14="http://schemas.microsoft.com/office/powerpoint/2010/main" Requires="p14">
          <p:contentPart p14:bwMode="auto" r:id="rId24">
            <p14:nvContentPartPr>
              <p14:cNvPr id="20" name="Ink 19">
                <a:extLst>
                  <a:ext uri="{FF2B5EF4-FFF2-40B4-BE49-F238E27FC236}">
                    <a16:creationId xmlns:a16="http://schemas.microsoft.com/office/drawing/2014/main" id="{F6AA4CF5-6D71-0A8F-25FD-98441DA64F05}"/>
                  </a:ext>
                </a:extLst>
              </p14:cNvPr>
              <p14:cNvContentPartPr/>
              <p14:nvPr/>
            </p14:nvContentPartPr>
            <p14:xfrm>
              <a:off x="8499313" y="4214351"/>
              <a:ext cx="732600" cy="346320"/>
            </p14:xfrm>
          </p:contentPart>
        </mc:Choice>
        <mc:Fallback>
          <p:pic>
            <p:nvPicPr>
              <p:cNvPr id="20" name="Ink 19">
                <a:extLst>
                  <a:ext uri="{FF2B5EF4-FFF2-40B4-BE49-F238E27FC236}">
                    <a16:creationId xmlns:a16="http://schemas.microsoft.com/office/drawing/2014/main" id="{F6AA4CF5-6D71-0A8F-25FD-98441DA64F05}"/>
                  </a:ext>
                </a:extLst>
              </p:cNvPr>
              <p:cNvPicPr/>
              <p:nvPr/>
            </p:nvPicPr>
            <p:blipFill>
              <a:blip r:embed="rId25"/>
              <a:stretch>
                <a:fillRect/>
              </a:stretch>
            </p:blipFill>
            <p:spPr>
              <a:xfrm>
                <a:off x="8436673" y="4151351"/>
                <a:ext cx="858240" cy="471960"/>
              </a:xfrm>
              <a:prstGeom prst="rect">
                <a:avLst/>
              </a:prstGeom>
            </p:spPr>
          </p:pic>
        </mc:Fallback>
      </mc:AlternateContent>
      <mc:AlternateContent xmlns:mc="http://schemas.openxmlformats.org/markup-compatibility/2006">
        <mc:Choice xmlns:p14="http://schemas.microsoft.com/office/powerpoint/2010/main" Requires="p14">
          <p:contentPart p14:bwMode="auto" r:id="rId26">
            <p14:nvContentPartPr>
              <p14:cNvPr id="21" name="Ink 20">
                <a:extLst>
                  <a:ext uri="{FF2B5EF4-FFF2-40B4-BE49-F238E27FC236}">
                    <a16:creationId xmlns:a16="http://schemas.microsoft.com/office/drawing/2014/main" id="{DEC0AC78-420E-6EDB-757D-3F40FC3B2F41}"/>
                  </a:ext>
                </a:extLst>
              </p14:cNvPr>
              <p14:cNvContentPartPr/>
              <p14:nvPr/>
            </p14:nvContentPartPr>
            <p14:xfrm>
              <a:off x="8522353" y="4690631"/>
              <a:ext cx="612360" cy="348120"/>
            </p14:xfrm>
          </p:contentPart>
        </mc:Choice>
        <mc:Fallback>
          <p:pic>
            <p:nvPicPr>
              <p:cNvPr id="21" name="Ink 20">
                <a:extLst>
                  <a:ext uri="{FF2B5EF4-FFF2-40B4-BE49-F238E27FC236}">
                    <a16:creationId xmlns:a16="http://schemas.microsoft.com/office/drawing/2014/main" id="{DEC0AC78-420E-6EDB-757D-3F40FC3B2F41}"/>
                  </a:ext>
                </a:extLst>
              </p:cNvPr>
              <p:cNvPicPr/>
              <p:nvPr/>
            </p:nvPicPr>
            <p:blipFill>
              <a:blip r:embed="rId27"/>
              <a:stretch>
                <a:fillRect/>
              </a:stretch>
            </p:blipFill>
            <p:spPr>
              <a:xfrm>
                <a:off x="8459353" y="4627991"/>
                <a:ext cx="738000" cy="473760"/>
              </a:xfrm>
              <a:prstGeom prst="rect">
                <a:avLst/>
              </a:prstGeom>
            </p:spPr>
          </p:pic>
        </mc:Fallback>
      </mc:AlternateContent>
    </p:spTree>
    <p:extLst>
      <p:ext uri="{BB962C8B-B14F-4D97-AF65-F5344CB8AC3E}">
        <p14:creationId xmlns:p14="http://schemas.microsoft.com/office/powerpoint/2010/main" val="1183757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733E3-66A0-4A44-944D-063363B89D8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AC42058-AACB-B678-E2A8-CCE8188FF272}"/>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09F9E55E-B033-FF54-369D-6687DE69591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In a ... line, there is a person called ... who manage .... In Stream, Java ...</a:t>
            </a:r>
          </a:p>
          <a:p>
            <a:pPr algn="l"/>
            <a:r>
              <a:rPr lang="en-US" sz="1800">
                <a:sym typeface="Wingdings" pitchFamily="2" charset="2"/>
              </a:rPr>
              <a:t>- This is a crucial ..., especially in processing lazy ... and ... stream</a:t>
            </a:r>
          </a:p>
          <a:p>
            <a:pPr algn="l"/>
            <a:r>
              <a:rPr lang="en-US" sz="1800">
                <a:sym typeface="Wingdings" pitchFamily="2" charset="2"/>
              </a:rPr>
              <a:t>- Imagine Stream is just like giving ... to ... When ... done, ... will setup ..., assign ..., and inform ....</a:t>
            </a:r>
          </a:p>
          <a:p>
            <a:pPr algn="l"/>
            <a:r>
              <a:rPr lang="en-US" sz="1800">
                <a:sym typeface="Wingdings" pitchFamily="2" charset="2"/>
              </a:rPr>
              <a:t>- However, the workers can only ... once the ... start ...</a:t>
            </a:r>
          </a:p>
          <a:p>
            <a:pPr algn="l"/>
            <a:r>
              <a:rPr lang="en-US" sz="1800">
                <a:sym typeface="Wingdings" pitchFamily="2" charset="2"/>
              </a:rPr>
              <a:t>– The foreperson will start ... once he see the .... He also manage the ... and ... the line once the ...</a:t>
            </a:r>
          </a:p>
          <a:p>
            <a:pPr algn="l"/>
            <a:endParaRPr lang="en-US" sz="1800">
              <a:sym typeface="Wingdings" pitchFamily="2" charset="2"/>
            </a:endParaRPr>
          </a:p>
          <a:p>
            <a:pPr algn="l"/>
            <a:endParaRPr lang="en-US" sz="1800">
              <a:sym typeface="Wingdings" pitchFamily="2" charset="2"/>
            </a:endParaRPr>
          </a:p>
        </p:txBody>
      </p:sp>
      <p:pic>
        <p:nvPicPr>
          <p:cNvPr id="5" name="Picture 4">
            <a:extLst>
              <a:ext uri="{FF2B5EF4-FFF2-40B4-BE49-F238E27FC236}">
                <a16:creationId xmlns:a16="http://schemas.microsoft.com/office/drawing/2014/main" id="{9A948D60-0597-9210-08E4-F27044B03075}"/>
              </a:ext>
            </a:extLst>
          </p:cNvPr>
          <p:cNvPicPr>
            <a:picLocks noChangeAspect="1"/>
          </p:cNvPicPr>
          <p:nvPr/>
        </p:nvPicPr>
        <p:blipFill>
          <a:blip r:embed="rId3"/>
          <a:stretch>
            <a:fillRect/>
          </a:stretch>
        </p:blipFill>
        <p:spPr>
          <a:xfrm>
            <a:off x="2628900" y="3027362"/>
            <a:ext cx="6934200" cy="3009900"/>
          </a:xfrm>
          <a:prstGeom prst="rect">
            <a:avLst/>
          </a:prstGeom>
        </p:spPr>
      </p:pic>
    </p:spTree>
    <p:extLst>
      <p:ext uri="{BB962C8B-B14F-4D97-AF65-F5344CB8AC3E}">
        <p14:creationId xmlns:p14="http://schemas.microsoft.com/office/powerpoint/2010/main" val="2773228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2C9E6-EE53-FED4-A60B-018AC407083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BEF4B9F-F443-1563-2EFB-00D52DA946C8}"/>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86FCCD63-E1C0-F7C3-E633-3B45EB2E047C}"/>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From ... perspective (the sign production example), he sees that we must ... first =&gt; He set ...</a:t>
            </a:r>
          </a:p>
          <a:p>
            <a:pPr algn="l"/>
            <a:r>
              <a:rPr lang="en-US" sz="1800">
                <a:sym typeface="Wingdings" pitchFamily="2" charset="2"/>
              </a:rPr>
              <a:t>– Next, he sees that we ... =&gt; He set ... and set ... for</a:t>
            </a:r>
          </a:p>
          <a:p>
            <a:pPr algn="l"/>
            <a:r>
              <a:rPr lang="en-US" sz="1800">
                <a:sym typeface="Wingdings" pitchFamily="2" charset="2"/>
              </a:rPr>
              <a:t>- Finally, he sees that ...  =&gt; He set ... and begin to ...</a:t>
            </a:r>
          </a:p>
          <a:p>
            <a:pPr algn="l"/>
            <a:r>
              <a:rPr lang="en-US" sz="1800">
                <a:sym typeface="Wingdings" pitchFamily="2" charset="2"/>
              </a:rPr>
              <a:t>- For the last figure, we have ... only =&gt; after we reach ..., the ... order to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 This is another example of another .... The difference is that once we ..., the ... will ...</a:t>
            </a:r>
          </a:p>
        </p:txBody>
      </p:sp>
      <p:pic>
        <p:nvPicPr>
          <p:cNvPr id="2" name="Picture 1">
            <a:extLst>
              <a:ext uri="{FF2B5EF4-FFF2-40B4-BE49-F238E27FC236}">
                <a16:creationId xmlns:a16="http://schemas.microsoft.com/office/drawing/2014/main" id="{422B3E50-596C-C3E9-071D-7D9FA633AFFE}"/>
              </a:ext>
            </a:extLst>
          </p:cNvPr>
          <p:cNvPicPr>
            <a:picLocks noChangeAspect="1"/>
          </p:cNvPicPr>
          <p:nvPr/>
        </p:nvPicPr>
        <p:blipFill>
          <a:blip r:embed="rId3"/>
          <a:stretch>
            <a:fillRect/>
          </a:stretch>
        </p:blipFill>
        <p:spPr>
          <a:xfrm>
            <a:off x="2366734" y="3058319"/>
            <a:ext cx="6794500" cy="1562100"/>
          </a:xfrm>
          <a:prstGeom prst="rect">
            <a:avLst/>
          </a:prstGeom>
        </p:spPr>
      </p:pic>
    </p:spTree>
    <p:extLst>
      <p:ext uri="{BB962C8B-B14F-4D97-AF65-F5344CB8AC3E}">
        <p14:creationId xmlns:p14="http://schemas.microsoft.com/office/powerpoint/2010/main" val="4181682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3A3F3-A73B-B66C-D425-4F77E3B0D911}"/>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DD43786-A46A-58E4-C54E-BF9C50C6A092}"/>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FD3BE4A6-A9A1-CEA4-19B1-886D16C25DEE}"/>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Creating Stream Sources</a:t>
            </a:r>
          </a:p>
          <a:p>
            <a:pPr algn="l"/>
            <a:r>
              <a:rPr lang="en-US" sz="1800">
                <a:sym typeface="Wingdings" pitchFamily="2" charset="2"/>
              </a:rPr>
              <a:t>- In Java, the Stream we said is ... in package ...</a:t>
            </a:r>
          </a:p>
          <a:p>
            <a:pPr algn="l"/>
            <a:r>
              <a:rPr lang="en-US" sz="1800" b="1">
                <a:sym typeface="Wingdings" pitchFamily="2" charset="2"/>
              </a:rPr>
              <a:t>Creating Finite Stream</a:t>
            </a:r>
          </a:p>
          <a:p>
            <a:pPr algn="l"/>
            <a:r>
              <a:rPr lang="en-US" sz="1800">
                <a:sym typeface="Wingdings" pitchFamily="2" charset="2"/>
              </a:rPr>
              <a:t>- Now we will begin with simple ...</a:t>
            </a:r>
          </a:p>
          <a:p>
            <a:pPr algn="l"/>
            <a:r>
              <a:rPr lang="en-US" sz="1800">
                <a:sym typeface="Wingdings" pitchFamily="2" charset="2"/>
              </a:rPr>
              <a:t>(code illustration snippet 12)</a:t>
            </a:r>
          </a:p>
          <a:p>
            <a:pPr algn="l"/>
            <a:r>
              <a:rPr lang="en-US" sz="1800">
                <a:sym typeface="Wingdings" pitchFamily="2" charset="2"/>
              </a:rPr>
              <a:t>- We can convert ... to ...</a:t>
            </a:r>
          </a:p>
          <a:p>
            <a:pPr algn="l"/>
            <a:r>
              <a:rPr lang="en-US" sz="1800">
                <a:sym typeface="Wingdings" pitchFamily="2" charset="2"/>
              </a:rPr>
              <a:t>(code illustration snippet 13)</a:t>
            </a:r>
          </a:p>
          <a:p>
            <a:pPr algn="l"/>
            <a:r>
              <a:rPr lang="en-US" sz="1800">
                <a:sym typeface="Wingdings" pitchFamily="2" charset="2"/>
              </a:rPr>
              <a:t>- We can also create ... special ... called ...</a:t>
            </a:r>
          </a:p>
          <a:p>
            <a:pPr algn="l"/>
            <a:r>
              <a:rPr lang="en-US" sz="1800">
                <a:sym typeface="Wingdings" pitchFamily="2" charset="2"/>
              </a:rPr>
              <a:t>(code illustration snippet 14)</a:t>
            </a:r>
          </a:p>
          <a:p>
            <a:pPr algn="l"/>
            <a:r>
              <a:rPr lang="en-US" sz="1800">
                <a:sym typeface="Wingdings" pitchFamily="2" charset="2"/>
              </a:rPr>
              <a:t>- ParallelStream</a:t>
            </a:r>
            <a:r>
              <a:rPr lang="en-US" sz="1800" b="1">
                <a:sym typeface="Wingdings" pitchFamily="2" charset="2"/>
              </a:rPr>
              <a:t> </a:t>
            </a:r>
            <a:r>
              <a:rPr lang="en-US" sz="1800">
                <a:sym typeface="Wingdings" pitchFamily="2" charset="2"/>
              </a:rPr>
              <a:t>is related to ... topic. Imagine it looks like multiple ... same. For example, the sign ..., it looks like multiple ... =&gt; It will be ... than ...</a:t>
            </a:r>
          </a:p>
          <a:p>
            <a:pPr algn="l"/>
            <a:r>
              <a:rPr lang="en-US" sz="1800">
                <a:sym typeface="Wingdings" pitchFamily="2" charset="2"/>
              </a:rPr>
              <a:t>– However, there are some tasks that aren't ... such as ... original order ...</a:t>
            </a:r>
          </a:p>
          <a:p>
            <a:pPr algn="l"/>
            <a:r>
              <a:rPr lang="en-US" sz="1800">
                <a:sym typeface="Wingdings" pitchFamily="2" charset="2"/>
              </a:rPr>
              <a:t>– Moreover, some tasks ... faster than ... </a:t>
            </a:r>
          </a:p>
          <a:p>
            <a:pPr algn="l"/>
            <a:r>
              <a:rPr lang="en-US" sz="1800">
                <a:sym typeface="Wingdings" pitchFamily="2" charset="2"/>
              </a:rPr>
              <a:t>- We will study more about this on chapter 13</a:t>
            </a:r>
          </a:p>
          <a:p>
            <a:pPr algn="l"/>
            <a:r>
              <a:rPr lang="en-US" sz="1800" b="1">
                <a:sym typeface="Wingdings" pitchFamily="2" charset="2"/>
              </a:rPr>
              <a:t>Creating Infinite Stream</a:t>
            </a:r>
          </a:p>
        </p:txBody>
      </p:sp>
    </p:spTree>
    <p:extLst>
      <p:ext uri="{BB962C8B-B14F-4D97-AF65-F5344CB8AC3E}">
        <p14:creationId xmlns:p14="http://schemas.microsoft.com/office/powerpoint/2010/main" val="34005007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F029AD-2DC6-BFC1-CF85-9C6642A1175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4807C9E-7C88-388F-867D-0B0BC07427A2}"/>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F3C8E06A-D68D-C867-9E54-9163F890D0EE}"/>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We can see that there are some cases that look like ... However, there are some cases where ... not look like ... =&gt; We have ...stream to ...</a:t>
            </a:r>
          </a:p>
          <a:p>
            <a:pPr algn="l"/>
            <a:r>
              <a:rPr lang="en-US" sz="1800">
                <a:sym typeface="Wingdings" pitchFamily="2" charset="2"/>
              </a:rPr>
              <a:t>(code illustration snippet 15)</a:t>
            </a:r>
          </a:p>
          <a:p>
            <a:pPr algn="l"/>
            <a:r>
              <a:rPr lang="en-US" sz="1800">
                <a:sym typeface="Wingdings" pitchFamily="2" charset="2"/>
              </a:rPr>
              <a:t>- If we ... forEach(), it will ... until ...</a:t>
            </a:r>
          </a:p>
          <a:p>
            <a:pPr algn="l"/>
            <a:r>
              <a:rPr lang="en-US" sz="1800">
                <a:sym typeface="Wingdings" pitchFamily="2" charset="2"/>
              </a:rPr>
              <a:t>– Moreover, we can convert ... back to ... using method ...</a:t>
            </a:r>
          </a:p>
          <a:p>
            <a:pPr algn="l"/>
            <a:r>
              <a:rPr lang="en-US" sz="1800">
                <a:sym typeface="Wingdings" pitchFamily="2" charset="2"/>
              </a:rPr>
              <a:t>– The ... method recieves 2 parameters (1 is for ... (also called ...) , 1 is for ...). This method will ... until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 ... iterate() also has another ... which receives ... and it is used to ...</a:t>
            </a:r>
          </a:p>
          <a:p>
            <a:pPr algn="l"/>
            <a:r>
              <a:rPr lang="en-US" sz="1800">
                <a:sym typeface="Wingdings" pitchFamily="2" charset="2"/>
              </a:rPr>
              <a:t>(code illustration snippet 16)</a:t>
            </a:r>
          </a:p>
          <a:p>
            <a:pPr algn="l"/>
            <a:r>
              <a:rPr lang="en-US" sz="1800" b="1">
                <a:sym typeface="Wingdings" pitchFamily="2" charset="2"/>
              </a:rPr>
              <a:t>Reviewing Stream Creation Methods</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6BA2FBF5-47AE-DC35-A013-0431C18999C9}"/>
              </a:ext>
            </a:extLst>
          </p:cNvPr>
          <p:cNvPicPr>
            <a:picLocks noChangeAspect="1"/>
          </p:cNvPicPr>
          <p:nvPr/>
        </p:nvPicPr>
        <p:blipFill>
          <a:blip r:embed="rId3"/>
          <a:stretch>
            <a:fillRect/>
          </a:stretch>
        </p:blipFill>
        <p:spPr>
          <a:xfrm>
            <a:off x="3206750" y="3429000"/>
            <a:ext cx="5778500" cy="812800"/>
          </a:xfrm>
          <a:prstGeom prst="rect">
            <a:avLst/>
          </a:prstGeom>
        </p:spPr>
      </p:pic>
    </p:spTree>
    <p:extLst>
      <p:ext uri="{BB962C8B-B14F-4D97-AF65-F5344CB8AC3E}">
        <p14:creationId xmlns:p14="http://schemas.microsoft.com/office/powerpoint/2010/main" val="1642793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9CD20-805A-074B-408E-D3C7F5A9387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1A771DA-39D4-AE2B-27D1-B32584EE78DD}"/>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BD9E56CA-7ED1-9946-C0C0-9CF82CEF709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5" name="Picture 4">
            <a:extLst>
              <a:ext uri="{FF2B5EF4-FFF2-40B4-BE49-F238E27FC236}">
                <a16:creationId xmlns:a16="http://schemas.microsoft.com/office/drawing/2014/main" id="{EB380609-F422-C154-6197-74214067CD9C}"/>
              </a:ext>
            </a:extLst>
          </p:cNvPr>
          <p:cNvPicPr>
            <a:picLocks noChangeAspect="1"/>
          </p:cNvPicPr>
          <p:nvPr/>
        </p:nvPicPr>
        <p:blipFill>
          <a:blip r:embed="rId3"/>
          <a:stretch>
            <a:fillRect/>
          </a:stretch>
        </p:blipFill>
        <p:spPr>
          <a:xfrm>
            <a:off x="1877784" y="820738"/>
            <a:ext cx="7772400" cy="5486400"/>
          </a:xfrm>
          <a:prstGeom prst="rect">
            <a:avLst/>
          </a:prstGeom>
        </p:spPr>
      </p:pic>
      <p:sp>
        <p:nvSpPr>
          <p:cNvPr id="6" name="Rectangle 5">
            <a:extLst>
              <a:ext uri="{FF2B5EF4-FFF2-40B4-BE49-F238E27FC236}">
                <a16:creationId xmlns:a16="http://schemas.microsoft.com/office/drawing/2014/main" id="{1E23A773-681E-98E3-828D-5B403CE78D92}"/>
              </a:ext>
            </a:extLst>
          </p:cNvPr>
          <p:cNvSpPr/>
          <p:nvPr/>
        </p:nvSpPr>
        <p:spPr>
          <a:xfrm>
            <a:off x="4352081" y="1666754"/>
            <a:ext cx="4977114" cy="43705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4021307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4CF5D-557B-CB24-4862-F8CA2AAAB28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B07BC89B-8283-E02F-211A-A90832D5B436}"/>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7297A068-3CA4-D0B4-2D53-B0A96C86B16D}"/>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Using Common Terminal Operations</a:t>
            </a:r>
          </a:p>
          <a:p>
            <a:pPr algn="l"/>
            <a:r>
              <a:rPr lang="en-US" sz="1800">
                <a:sym typeface="Wingdings" pitchFamily="2" charset="2"/>
              </a:rPr>
              <a:t>- Because ... ops will only ... once Java ..., so we will talk about it first</a:t>
            </a:r>
          </a:p>
          <a:p>
            <a:pPr algn="l"/>
            <a:r>
              <a:rPr lang="en-US" sz="1800">
                <a:sym typeface="Wingdings" pitchFamily="2" charset="2"/>
              </a:rPr>
              <a:t>- ... is a special type of ... operations since it condense ... into ... or ...</a:t>
            </a:r>
          </a:p>
          <a:p>
            <a:pPr algn="l"/>
            <a:endParaRPr lang="en-US" sz="1800">
              <a:sym typeface="Wingdings" pitchFamily="2" charset="2"/>
            </a:endParaRPr>
          </a:p>
        </p:txBody>
      </p:sp>
      <p:pic>
        <p:nvPicPr>
          <p:cNvPr id="5" name="Picture 4">
            <a:extLst>
              <a:ext uri="{FF2B5EF4-FFF2-40B4-BE49-F238E27FC236}">
                <a16:creationId xmlns:a16="http://schemas.microsoft.com/office/drawing/2014/main" id="{5BC7D849-1D4A-9CA2-2B2F-B77234AB4D82}"/>
              </a:ext>
            </a:extLst>
          </p:cNvPr>
          <p:cNvPicPr>
            <a:picLocks noChangeAspect="1"/>
          </p:cNvPicPr>
          <p:nvPr/>
        </p:nvPicPr>
        <p:blipFill>
          <a:blip r:embed="rId3"/>
          <a:stretch>
            <a:fillRect/>
          </a:stretch>
        </p:blipFill>
        <p:spPr>
          <a:xfrm>
            <a:off x="2209800" y="1927533"/>
            <a:ext cx="7772400" cy="4930467"/>
          </a:xfrm>
          <a:prstGeom prst="rect">
            <a:avLst/>
          </a:prstGeom>
        </p:spPr>
      </p:pic>
      <p:sp>
        <p:nvSpPr>
          <p:cNvPr id="6" name="Rectangle 5">
            <a:extLst>
              <a:ext uri="{FF2B5EF4-FFF2-40B4-BE49-F238E27FC236}">
                <a16:creationId xmlns:a16="http://schemas.microsoft.com/office/drawing/2014/main" id="{022A4F4D-392E-824C-96AB-BA1FFF7DA99E}"/>
              </a:ext>
            </a:extLst>
          </p:cNvPr>
          <p:cNvSpPr/>
          <p:nvPr/>
        </p:nvSpPr>
        <p:spPr>
          <a:xfrm>
            <a:off x="3727048" y="2639028"/>
            <a:ext cx="5278056" cy="40048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914486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37A26-1701-2007-AF2A-02C934FE842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E960C3A-E139-0922-9E5F-121AD739E71A}"/>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4D9A1C50-5297-4D71-6119-3BE7E1425D77}"/>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Counting</a:t>
            </a:r>
          </a:p>
          <a:p>
            <a:pPr algn="l"/>
            <a:r>
              <a:rPr lang="en-US" sz="1800">
                <a:sym typeface="Wingdings" pitchFamily="2" charset="2"/>
              </a:rPr>
              <a:t>- The method ... will count ... in ... However, it will run ... in a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(code illustration snippet 17)</a:t>
            </a:r>
          </a:p>
          <a:p>
            <a:pPr algn="l"/>
            <a:r>
              <a:rPr lang="en-US" sz="1800" b="1">
                <a:sym typeface="Wingdings" pitchFamily="2" charset="2"/>
              </a:rPr>
              <a:t>Finding the minimum and maximum</a:t>
            </a:r>
          </a:p>
          <a:p>
            <a:pPr algn="l"/>
            <a:r>
              <a:rPr lang="en-US" sz="1800">
                <a:sym typeface="Wingdings" pitchFamily="2" charset="2"/>
              </a:rPr>
              <a:t>- 2 methods ... and ... will allow us to pass ... However, if we run ... 2 in a ... it will run ... because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(code illustration snippet 18, 19)</a:t>
            </a:r>
          </a:p>
          <a:p>
            <a:pPr algn="l"/>
            <a:r>
              <a:rPr lang="en-US" sz="1800">
                <a:sym typeface="Wingdings" pitchFamily="2" charset="2"/>
              </a:rPr>
              <a:t>- We won't be able to get both ... because this is ... op =&gt; Stream won't be ... </a:t>
            </a:r>
          </a:p>
          <a:p>
            <a:pPr algn="l"/>
            <a:r>
              <a:rPr lang="en-US" sz="1800">
                <a:sym typeface="Wingdings" pitchFamily="2" charset="2"/>
              </a:rPr>
              <a:t>- Later in the chapter, we will know that there exist some methods that ...</a:t>
            </a:r>
          </a:p>
        </p:txBody>
      </p:sp>
      <p:pic>
        <p:nvPicPr>
          <p:cNvPr id="2" name="Picture 1">
            <a:extLst>
              <a:ext uri="{FF2B5EF4-FFF2-40B4-BE49-F238E27FC236}">
                <a16:creationId xmlns:a16="http://schemas.microsoft.com/office/drawing/2014/main" id="{BE67F83D-A108-0751-1CBE-0C20778337CF}"/>
              </a:ext>
            </a:extLst>
          </p:cNvPr>
          <p:cNvPicPr>
            <a:picLocks noChangeAspect="1"/>
          </p:cNvPicPr>
          <p:nvPr/>
        </p:nvPicPr>
        <p:blipFill>
          <a:blip r:embed="rId3"/>
          <a:stretch>
            <a:fillRect/>
          </a:stretch>
        </p:blipFill>
        <p:spPr>
          <a:xfrm>
            <a:off x="3059354" y="1632030"/>
            <a:ext cx="6073292" cy="1140669"/>
          </a:xfrm>
          <a:prstGeom prst="rect">
            <a:avLst/>
          </a:prstGeom>
        </p:spPr>
      </p:pic>
      <p:pic>
        <p:nvPicPr>
          <p:cNvPr id="7" name="Picture 6">
            <a:extLst>
              <a:ext uri="{FF2B5EF4-FFF2-40B4-BE49-F238E27FC236}">
                <a16:creationId xmlns:a16="http://schemas.microsoft.com/office/drawing/2014/main" id="{8B246D5B-BF2D-5E01-C519-60F6798B7613}"/>
              </a:ext>
            </a:extLst>
          </p:cNvPr>
          <p:cNvPicPr>
            <a:picLocks noChangeAspect="1"/>
          </p:cNvPicPr>
          <p:nvPr/>
        </p:nvPicPr>
        <p:blipFill>
          <a:blip r:embed="rId4"/>
          <a:stretch>
            <a:fillRect/>
          </a:stretch>
        </p:blipFill>
        <p:spPr>
          <a:xfrm>
            <a:off x="2273300" y="4253616"/>
            <a:ext cx="7645400" cy="850900"/>
          </a:xfrm>
          <a:prstGeom prst="rect">
            <a:avLst/>
          </a:prstGeom>
        </p:spPr>
      </p:pic>
    </p:spTree>
    <p:extLst>
      <p:ext uri="{BB962C8B-B14F-4D97-AF65-F5344CB8AC3E}">
        <p14:creationId xmlns:p14="http://schemas.microsoft.com/office/powerpoint/2010/main" val="3957985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E4A90-552F-FB9A-1866-DC5BDA06044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D07D4FB-B18D-99BF-CBCE-9E62BEF233FE}"/>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942BED9B-605B-FFA2-6CC2-CA5FC247F9D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Finding a Value</a:t>
            </a:r>
          </a:p>
          <a:p>
            <a:pPr algn="l"/>
            <a:r>
              <a:rPr lang="en-US" sz="1800">
                <a:sym typeface="Wingdings" pitchFamily="2" charset="2"/>
              </a:rPr>
              <a:t>- The method findFirst() will always ... if ... (obviously it will return ... if ...). In some cases where stream is ... findFirst() will ... random ... (such cases is Hash...)</a:t>
            </a:r>
          </a:p>
          <a:p>
            <a:pPr algn="l"/>
            <a:r>
              <a:rPr lang="en-US" sz="1800">
                <a:sym typeface="Wingdings" pitchFamily="2" charset="2"/>
              </a:rPr>
              <a:t>- The method findAny() will always ... element ... best ... (if ... order, then ..., otherwise ... but still have best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 These 2 methods are ... op because they aren't ...</a:t>
            </a:r>
          </a:p>
          <a:p>
            <a:pPr algn="l"/>
            <a:r>
              <a:rPr lang="en-US" sz="1800">
                <a:sym typeface="Wingdings" pitchFamily="2" charset="2"/>
              </a:rPr>
              <a:t>(code illustration snippet 20)</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p:txBody>
      </p:sp>
      <p:pic>
        <p:nvPicPr>
          <p:cNvPr id="8" name="Picture 7">
            <a:extLst>
              <a:ext uri="{FF2B5EF4-FFF2-40B4-BE49-F238E27FC236}">
                <a16:creationId xmlns:a16="http://schemas.microsoft.com/office/drawing/2014/main" id="{7E54B8BB-2CE6-80CF-A4FB-586B9EEEDF2F}"/>
              </a:ext>
            </a:extLst>
          </p:cNvPr>
          <p:cNvPicPr>
            <a:picLocks noChangeAspect="1"/>
          </p:cNvPicPr>
          <p:nvPr/>
        </p:nvPicPr>
        <p:blipFill>
          <a:blip r:embed="rId3"/>
          <a:stretch>
            <a:fillRect/>
          </a:stretch>
        </p:blipFill>
        <p:spPr>
          <a:xfrm>
            <a:off x="4013200" y="2438400"/>
            <a:ext cx="4165600" cy="990600"/>
          </a:xfrm>
          <a:prstGeom prst="rect">
            <a:avLst/>
          </a:prstGeom>
        </p:spPr>
      </p:pic>
    </p:spTree>
    <p:extLst>
      <p:ext uri="{BB962C8B-B14F-4D97-AF65-F5344CB8AC3E}">
        <p14:creationId xmlns:p14="http://schemas.microsoft.com/office/powerpoint/2010/main" val="2941941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17622-7F4A-4EF1-1E9A-67A69F11E65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A1853D4-77B2-2E54-9672-9ECCF71C6E97}"/>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1A2673B7-F083-4E0D-F6F8-BDD5414BB81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Matching</a:t>
            </a:r>
          </a:p>
          <a:p>
            <a:pPr algn="l"/>
            <a:r>
              <a:rPr lang="en-US" sz="1800">
                <a:sym typeface="Wingdings" pitchFamily="2" charset="2"/>
              </a:rPr>
              <a:t>- ... anyMatch() ... if only 1 ...</a:t>
            </a:r>
          </a:p>
          <a:p>
            <a:pPr algn="l"/>
            <a:r>
              <a:rPr lang="en-US" sz="1800">
                <a:sym typeface="Wingdings" pitchFamily="2" charset="2"/>
              </a:rPr>
              <a:t>- ... noneMatch() ... if all ...</a:t>
            </a:r>
          </a:p>
          <a:p>
            <a:pPr algn="l"/>
            <a:r>
              <a:rPr lang="en-US" sz="1800">
                <a:sym typeface="Wingdings" pitchFamily="2" charset="2"/>
              </a:rPr>
              <a:t>– ... allMatch() ... if all ..</a:t>
            </a:r>
          </a:p>
          <a:p>
            <a:pPr algn="l"/>
            <a:r>
              <a:rPr lang="en-US" sz="1800">
                <a:sym typeface="Wingdings" pitchFamily="2" charset="2"/>
              </a:rPr>
              <a:t>- All 3 methods aren't ... op because they aren't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(code illustration snippet 21) </a:t>
            </a:r>
          </a:p>
          <a:p>
            <a:pPr algn="l"/>
            <a:r>
              <a:rPr lang="en-US" sz="1800">
                <a:sym typeface="Wingdings" pitchFamily="2" charset="2"/>
              </a:rPr>
              <a:t>- For infinite stream, if ... or ... then ..., ... otherwise, ...</a:t>
            </a:r>
          </a:p>
          <a:p>
            <a:pPr algn="l"/>
            <a:r>
              <a:rPr lang="en-US" sz="1800" b="1">
                <a:sym typeface="Wingdings" pitchFamily="2" charset="2"/>
              </a:rPr>
              <a:t>Iterating</a:t>
            </a:r>
            <a:endParaRPr lang="en-US" sz="1800">
              <a:sym typeface="Wingdings" pitchFamily="2" charset="2"/>
            </a:endParaRPr>
          </a:p>
          <a:p>
            <a:pPr algn="l"/>
            <a:r>
              <a:rPr lang="en-US" sz="1800">
                <a:sym typeface="Wingdings" pitchFamily="2" charset="2"/>
              </a:rPr>
              <a:t>- In Java ..., iterations ... Obviously if we ... forEach() on ..., it won't ...</a:t>
            </a:r>
          </a:p>
          <a:p>
            <a:pPr algn="l"/>
            <a:r>
              <a:rPr lang="en-US" sz="1800">
                <a:sym typeface="Wingdings" pitchFamily="2" charset="2"/>
              </a:rPr>
              <a:t>- However, before using ... we must consider ... (for example, for with if can be ... filter(), later in the chapter)</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p:txBody>
      </p:sp>
      <p:pic>
        <p:nvPicPr>
          <p:cNvPr id="2" name="Picture 1">
            <a:extLst>
              <a:ext uri="{FF2B5EF4-FFF2-40B4-BE49-F238E27FC236}">
                <a16:creationId xmlns:a16="http://schemas.microsoft.com/office/drawing/2014/main" id="{6156B71A-72F3-3597-13C0-20DB73767A21}"/>
              </a:ext>
            </a:extLst>
          </p:cNvPr>
          <p:cNvPicPr>
            <a:picLocks noChangeAspect="1"/>
          </p:cNvPicPr>
          <p:nvPr/>
        </p:nvPicPr>
        <p:blipFill>
          <a:blip r:embed="rId3"/>
          <a:stretch>
            <a:fillRect/>
          </a:stretch>
        </p:blipFill>
        <p:spPr>
          <a:xfrm>
            <a:off x="2311400" y="2857500"/>
            <a:ext cx="7569200" cy="1143000"/>
          </a:xfrm>
          <a:prstGeom prst="rect">
            <a:avLst/>
          </a:prstGeom>
        </p:spPr>
      </p:pic>
      <p:pic>
        <p:nvPicPr>
          <p:cNvPr id="5" name="Picture 4">
            <a:extLst>
              <a:ext uri="{FF2B5EF4-FFF2-40B4-BE49-F238E27FC236}">
                <a16:creationId xmlns:a16="http://schemas.microsoft.com/office/drawing/2014/main" id="{E859DC22-05E5-5575-81CF-159B7CE0A70C}"/>
              </a:ext>
            </a:extLst>
          </p:cNvPr>
          <p:cNvPicPr>
            <a:picLocks noChangeAspect="1"/>
          </p:cNvPicPr>
          <p:nvPr/>
        </p:nvPicPr>
        <p:blipFill>
          <a:blip r:embed="rId4"/>
          <a:stretch>
            <a:fillRect/>
          </a:stretch>
        </p:blipFill>
        <p:spPr>
          <a:xfrm>
            <a:off x="2946400" y="6132512"/>
            <a:ext cx="6299200" cy="508000"/>
          </a:xfrm>
          <a:prstGeom prst="rect">
            <a:avLst/>
          </a:prstGeom>
        </p:spPr>
      </p:pic>
    </p:spTree>
    <p:extLst>
      <p:ext uri="{BB962C8B-B14F-4D97-AF65-F5344CB8AC3E}">
        <p14:creationId xmlns:p14="http://schemas.microsoft.com/office/powerpoint/2010/main" val="21217105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4435-69D8-3E53-3A3F-02A710CA975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E231CEB-BC05-A400-475E-2A5A8A45540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5A68A629-FC07-29D8-C508-E620CC8561D4}"/>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22)</a:t>
            </a:r>
          </a:p>
          <a:p>
            <a:pPr algn="l"/>
            <a:r>
              <a:rPr lang="en-US" sz="1800">
                <a:sym typeface="Wingdings" pitchFamily="2" charset="2"/>
              </a:rPr>
              <a:t>- Don't be confused with ... in ... and ... in ...</a:t>
            </a:r>
          </a:p>
          <a:p>
            <a:pPr algn="l"/>
            <a:r>
              <a:rPr lang="en-US" sz="1800">
                <a:sym typeface="Wingdings" pitchFamily="2" charset="2"/>
              </a:rPr>
              <a:t>– Stream can't use traditional ... because ... </a:t>
            </a:r>
          </a:p>
          <a:p>
            <a:pPr algn="l"/>
            <a:r>
              <a:rPr lang="en-US" sz="1800">
                <a:sym typeface="Wingdings" pitchFamily="2" charset="2"/>
              </a:rPr>
              <a:t>(code illustration snippet 23)</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p:txBody>
      </p:sp>
    </p:spTree>
    <p:extLst>
      <p:ext uri="{BB962C8B-B14F-4D97-AF65-F5344CB8AC3E}">
        <p14:creationId xmlns:p14="http://schemas.microsoft.com/office/powerpoint/2010/main" val="3002905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19727</TotalTime>
  <Words>1411</Words>
  <Application>Microsoft Macintosh PowerPoint</Application>
  <PresentationFormat>Widescreen</PresentationFormat>
  <Paragraphs>166</Paragraphs>
  <Slides>17</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Aptos Display</vt:lpstr>
      <vt:lpstr>Arial</vt:lpstr>
      <vt:lpstr>Wingdings</vt:lpstr>
      <vt:lpstr>Office Theme</vt:lpstr>
      <vt:lpstr>Java SE 17 –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Dinh Vinh Mai</dc:creator>
  <cp:lastModifiedBy>Mai Dinh Vinh  (S.CECS)</cp:lastModifiedBy>
  <cp:revision>47</cp:revision>
  <dcterms:created xsi:type="dcterms:W3CDTF">2024-07-05T03:43:45Z</dcterms:created>
  <dcterms:modified xsi:type="dcterms:W3CDTF">2025-12-11T03:41:52Z</dcterms:modified>
</cp:coreProperties>
</file>