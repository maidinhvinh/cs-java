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1" r:id="rId15"/>
    <p:sldId id="270"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5CD2C29-6869-4EB9-A262-397E95AA9D5D}">
          <p14:sldIdLst>
            <p14:sldId id="256"/>
            <p14:sldId id="258"/>
            <p14:sldId id="259"/>
            <p14:sldId id="260"/>
            <p14:sldId id="261"/>
            <p14:sldId id="262"/>
            <p14:sldId id="263"/>
            <p14:sldId id="264"/>
            <p14:sldId id="265"/>
            <p14:sldId id="266"/>
            <p14:sldId id="267"/>
            <p14:sldId id="268"/>
            <p14:sldId id="269"/>
            <p14:sldId id="271"/>
            <p14:sldId id="270"/>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F12651-E492-4749-A948-8FB040B70964}" v="10997" dt="2024-07-11T23:31:06.5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54" autoAdjust="0"/>
    <p:restoredTop sz="92164"/>
  </p:normalViewPr>
  <p:slideViewPr>
    <p:cSldViewPr snapToGrid="0">
      <p:cViewPr varScale="1">
        <p:scale>
          <a:sx n="115" d="100"/>
          <a:sy n="115" d="100"/>
        </p:scale>
        <p:origin x="30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nh Vinh Mai" userId="b8e4a559-41e0-4141-8dc1-330451d69615" providerId="ADAL" clId="{9AF12651-E492-4749-A948-8FB040B70964}"/>
    <pc:docChg chg="undo custSel addSld delSld modSld sldOrd addSection delSection modSection">
      <pc:chgData name="Dinh Vinh Mai" userId="b8e4a559-41e0-4141-8dc1-330451d69615" providerId="ADAL" clId="{9AF12651-E492-4749-A948-8FB040B70964}" dt="2024-07-11T23:31:06.508" v="15304" actId="20577"/>
      <pc:docMkLst>
        <pc:docMk/>
      </pc:docMkLst>
      <pc:sldChg chg="del">
        <pc:chgData name="Dinh Vinh Mai" userId="b8e4a559-41e0-4141-8dc1-330451d69615" providerId="ADAL" clId="{9AF12651-E492-4749-A948-8FB040B70964}" dt="2024-07-11T01:41:42.792" v="0" actId="47"/>
        <pc:sldMkLst>
          <pc:docMk/>
          <pc:sldMk cId="217268900" sldId="256"/>
        </pc:sldMkLst>
      </pc:sldChg>
      <pc:sldChg chg="modSp new mod">
        <pc:chgData name="Dinh Vinh Mai" userId="b8e4a559-41e0-4141-8dc1-330451d69615" providerId="ADAL" clId="{9AF12651-E492-4749-A948-8FB040B70964}" dt="2024-07-11T01:42:31.374" v="77" actId="20577"/>
        <pc:sldMkLst>
          <pc:docMk/>
          <pc:sldMk cId="2437323191" sldId="256"/>
        </pc:sldMkLst>
        <pc:spChg chg="mod">
          <ac:chgData name="Dinh Vinh Mai" userId="b8e4a559-41e0-4141-8dc1-330451d69615" providerId="ADAL" clId="{9AF12651-E492-4749-A948-8FB040B70964}" dt="2024-07-11T01:41:58.931" v="44" actId="20577"/>
          <ac:spMkLst>
            <pc:docMk/>
            <pc:sldMk cId="2437323191" sldId="256"/>
            <ac:spMk id="2" creationId="{5F432DBD-CB83-55BD-128C-2C66E47798F8}"/>
          </ac:spMkLst>
        </pc:spChg>
        <pc:spChg chg="mod">
          <ac:chgData name="Dinh Vinh Mai" userId="b8e4a559-41e0-4141-8dc1-330451d69615" providerId="ADAL" clId="{9AF12651-E492-4749-A948-8FB040B70964}" dt="2024-07-11T01:42:31.374" v="77" actId="20577"/>
          <ac:spMkLst>
            <pc:docMk/>
            <pc:sldMk cId="2437323191" sldId="256"/>
            <ac:spMk id="3" creationId="{96DD8BC4-D539-661E-8A88-53AF6C208F93}"/>
          </ac:spMkLst>
        </pc:spChg>
      </pc:sldChg>
      <pc:sldChg chg="addSp delSp modSp add del mod">
        <pc:chgData name="Dinh Vinh Mai" userId="b8e4a559-41e0-4141-8dc1-330451d69615" providerId="ADAL" clId="{9AF12651-E492-4749-A948-8FB040B70964}" dt="2024-07-11T01:48:04.827" v="216" actId="47"/>
        <pc:sldMkLst>
          <pc:docMk/>
          <pc:sldMk cId="1145363845" sldId="257"/>
        </pc:sldMkLst>
        <pc:spChg chg="del mod">
          <ac:chgData name="Dinh Vinh Mai" userId="b8e4a559-41e0-4141-8dc1-330451d69615" providerId="ADAL" clId="{9AF12651-E492-4749-A948-8FB040B70964}" dt="2024-07-11T01:44:11.394" v="80" actId="478"/>
          <ac:spMkLst>
            <pc:docMk/>
            <pc:sldMk cId="1145363845" sldId="257"/>
            <ac:spMk id="2" creationId="{5F432DBD-CB83-55BD-128C-2C66E47798F8}"/>
          </ac:spMkLst>
        </pc:spChg>
        <pc:spChg chg="mod">
          <ac:chgData name="Dinh Vinh Mai" userId="b8e4a559-41e0-4141-8dc1-330451d69615" providerId="ADAL" clId="{9AF12651-E492-4749-A948-8FB040B70964}" dt="2024-07-11T01:46:05.600" v="116" actId="1076"/>
          <ac:spMkLst>
            <pc:docMk/>
            <pc:sldMk cId="1145363845" sldId="257"/>
            <ac:spMk id="3" creationId="{96DD8BC4-D539-661E-8A88-53AF6C208F93}"/>
          </ac:spMkLst>
        </pc:spChg>
        <pc:spChg chg="add del mod">
          <ac:chgData name="Dinh Vinh Mai" userId="b8e4a559-41e0-4141-8dc1-330451d69615" providerId="ADAL" clId="{9AF12651-E492-4749-A948-8FB040B70964}" dt="2024-07-11T01:47:56.554" v="215" actId="478"/>
          <ac:spMkLst>
            <pc:docMk/>
            <pc:sldMk cId="1145363845" sldId="257"/>
            <ac:spMk id="4" creationId="{BBA13038-CAB8-FCA0-CDE8-65E40C2F10A3}"/>
          </ac:spMkLst>
        </pc:spChg>
      </pc:sldChg>
      <pc:sldChg chg="del">
        <pc:chgData name="Dinh Vinh Mai" userId="b8e4a559-41e0-4141-8dc1-330451d69615" providerId="ADAL" clId="{9AF12651-E492-4749-A948-8FB040B70964}" dt="2024-07-11T01:41:42.792" v="0" actId="47"/>
        <pc:sldMkLst>
          <pc:docMk/>
          <pc:sldMk cId="3564134708" sldId="257"/>
        </pc:sldMkLst>
      </pc:sldChg>
      <pc:sldChg chg="modSp add mod modAnim">
        <pc:chgData name="Dinh Vinh Mai" userId="b8e4a559-41e0-4141-8dc1-330451d69615" providerId="ADAL" clId="{9AF12651-E492-4749-A948-8FB040B70964}" dt="2024-07-11T02:13:51.984" v="3027"/>
        <pc:sldMkLst>
          <pc:docMk/>
          <pc:sldMk cId="715447292" sldId="258"/>
        </pc:sldMkLst>
        <pc:spChg chg="mod">
          <ac:chgData name="Dinh Vinh Mai" userId="b8e4a559-41e0-4141-8dc1-330451d69615" providerId="ADAL" clId="{9AF12651-E492-4749-A948-8FB040B70964}" dt="2024-07-11T02:13:26.874" v="3021" actId="20577"/>
          <ac:spMkLst>
            <pc:docMk/>
            <pc:sldMk cId="715447292" sldId="258"/>
            <ac:spMk id="4" creationId="{BBA13038-CAB8-FCA0-CDE8-65E40C2F10A3}"/>
          </ac:spMkLst>
        </pc:spChg>
      </pc:sldChg>
      <pc:sldChg chg="del">
        <pc:chgData name="Dinh Vinh Mai" userId="b8e4a559-41e0-4141-8dc1-330451d69615" providerId="ADAL" clId="{9AF12651-E492-4749-A948-8FB040B70964}" dt="2024-07-11T01:41:42.792" v="0" actId="47"/>
        <pc:sldMkLst>
          <pc:docMk/>
          <pc:sldMk cId="1315607852" sldId="258"/>
        </pc:sldMkLst>
      </pc:sldChg>
      <pc:sldChg chg="del">
        <pc:chgData name="Dinh Vinh Mai" userId="b8e4a559-41e0-4141-8dc1-330451d69615" providerId="ADAL" clId="{9AF12651-E492-4749-A948-8FB040B70964}" dt="2024-07-11T01:41:42.792" v="0" actId="47"/>
        <pc:sldMkLst>
          <pc:docMk/>
          <pc:sldMk cId="1400435694" sldId="259"/>
        </pc:sldMkLst>
      </pc:sldChg>
      <pc:sldChg chg="modSp add modAnim">
        <pc:chgData name="Dinh Vinh Mai" userId="b8e4a559-41e0-4141-8dc1-330451d69615" providerId="ADAL" clId="{9AF12651-E492-4749-A948-8FB040B70964}" dt="2024-07-11T08:30:39.020" v="5812"/>
        <pc:sldMkLst>
          <pc:docMk/>
          <pc:sldMk cId="2078495021" sldId="259"/>
        </pc:sldMkLst>
        <pc:spChg chg="mod">
          <ac:chgData name="Dinh Vinh Mai" userId="b8e4a559-41e0-4141-8dc1-330451d69615" providerId="ADAL" clId="{9AF12651-E492-4749-A948-8FB040B70964}" dt="2024-07-11T08:30:19.371" v="5808" actId="20577"/>
          <ac:spMkLst>
            <pc:docMk/>
            <pc:sldMk cId="2078495021" sldId="259"/>
            <ac:spMk id="4" creationId="{BBA13038-CAB8-FCA0-CDE8-65E40C2F10A3}"/>
          </ac:spMkLst>
        </pc:spChg>
      </pc:sldChg>
      <pc:sldChg chg="addSp modSp add mod modAnim">
        <pc:chgData name="Dinh Vinh Mai" userId="b8e4a559-41e0-4141-8dc1-330451d69615" providerId="ADAL" clId="{9AF12651-E492-4749-A948-8FB040B70964}" dt="2024-07-11T08:44:30.109" v="6044" actId="14100"/>
        <pc:sldMkLst>
          <pc:docMk/>
          <pc:sldMk cId="114777668" sldId="260"/>
        </pc:sldMkLst>
        <pc:spChg chg="mod">
          <ac:chgData name="Dinh Vinh Mai" userId="b8e4a559-41e0-4141-8dc1-330451d69615" providerId="ADAL" clId="{9AF12651-E492-4749-A948-8FB040B70964}" dt="2024-07-11T08:33:51.742" v="5824" actId="1076"/>
          <ac:spMkLst>
            <pc:docMk/>
            <pc:sldMk cId="114777668" sldId="260"/>
            <ac:spMk id="3" creationId="{96DD8BC4-D539-661E-8A88-53AF6C208F93}"/>
          </ac:spMkLst>
        </pc:spChg>
        <pc:spChg chg="mod">
          <ac:chgData name="Dinh Vinh Mai" userId="b8e4a559-41e0-4141-8dc1-330451d69615" providerId="ADAL" clId="{9AF12651-E492-4749-A948-8FB040B70964}" dt="2024-07-11T08:32:24.252" v="5814" actId="20577"/>
          <ac:spMkLst>
            <pc:docMk/>
            <pc:sldMk cId="114777668" sldId="260"/>
            <ac:spMk id="4" creationId="{BBA13038-CAB8-FCA0-CDE8-65E40C2F10A3}"/>
          </ac:spMkLst>
        </pc:spChg>
        <pc:spChg chg="add mod">
          <ac:chgData name="Dinh Vinh Mai" userId="b8e4a559-41e0-4141-8dc1-330451d69615" providerId="ADAL" clId="{9AF12651-E492-4749-A948-8FB040B70964}" dt="2024-07-11T08:44:24.609" v="6040" actId="14100"/>
          <ac:spMkLst>
            <pc:docMk/>
            <pc:sldMk cId="114777668" sldId="260"/>
            <ac:spMk id="6" creationId="{4914E028-BBB3-509D-27BD-0D7E14D586F4}"/>
          </ac:spMkLst>
        </pc:spChg>
        <pc:picChg chg="add mod">
          <ac:chgData name="Dinh Vinh Mai" userId="b8e4a559-41e0-4141-8dc1-330451d69615" providerId="ADAL" clId="{9AF12651-E492-4749-A948-8FB040B70964}" dt="2024-07-11T08:44:30.109" v="6044" actId="14100"/>
          <ac:picMkLst>
            <pc:docMk/>
            <pc:sldMk cId="114777668" sldId="260"/>
            <ac:picMk id="5" creationId="{85C0B44A-39CB-36E8-9FE5-05418ECC25C9}"/>
          </ac:picMkLst>
        </pc:picChg>
      </pc:sldChg>
      <pc:sldChg chg="del">
        <pc:chgData name="Dinh Vinh Mai" userId="b8e4a559-41e0-4141-8dc1-330451d69615" providerId="ADAL" clId="{9AF12651-E492-4749-A948-8FB040B70964}" dt="2024-07-11T01:41:42.792" v="0" actId="47"/>
        <pc:sldMkLst>
          <pc:docMk/>
          <pc:sldMk cId="1028437802" sldId="260"/>
        </pc:sldMkLst>
      </pc:sldChg>
      <pc:sldChg chg="del">
        <pc:chgData name="Dinh Vinh Mai" userId="b8e4a559-41e0-4141-8dc1-330451d69615" providerId="ADAL" clId="{9AF12651-E492-4749-A948-8FB040B70964}" dt="2024-07-11T01:41:42.792" v="0" actId="47"/>
        <pc:sldMkLst>
          <pc:docMk/>
          <pc:sldMk cId="315264614" sldId="261"/>
        </pc:sldMkLst>
      </pc:sldChg>
      <pc:sldChg chg="addSp delSp modSp add mod">
        <pc:chgData name="Dinh Vinh Mai" userId="b8e4a559-41e0-4141-8dc1-330451d69615" providerId="ADAL" clId="{9AF12651-E492-4749-A948-8FB040B70964}" dt="2024-07-11T08:56:12.775" v="7015" actId="5793"/>
        <pc:sldMkLst>
          <pc:docMk/>
          <pc:sldMk cId="646613574" sldId="261"/>
        </pc:sldMkLst>
        <pc:spChg chg="mod">
          <ac:chgData name="Dinh Vinh Mai" userId="b8e4a559-41e0-4141-8dc1-330451d69615" providerId="ADAL" clId="{9AF12651-E492-4749-A948-8FB040B70964}" dt="2024-07-11T08:56:12.775" v="7015" actId="5793"/>
          <ac:spMkLst>
            <pc:docMk/>
            <pc:sldMk cId="646613574" sldId="261"/>
            <ac:spMk id="6" creationId="{4914E028-BBB3-509D-27BD-0D7E14D586F4}"/>
          </ac:spMkLst>
        </pc:spChg>
        <pc:picChg chg="del">
          <ac:chgData name="Dinh Vinh Mai" userId="b8e4a559-41e0-4141-8dc1-330451d69615" providerId="ADAL" clId="{9AF12651-E492-4749-A948-8FB040B70964}" dt="2024-07-11T08:44:57.780" v="6049" actId="478"/>
          <ac:picMkLst>
            <pc:docMk/>
            <pc:sldMk cId="646613574" sldId="261"/>
            <ac:picMk id="5" creationId="{85C0B44A-39CB-36E8-9FE5-05418ECC25C9}"/>
          </ac:picMkLst>
        </pc:picChg>
        <pc:picChg chg="add mod">
          <ac:chgData name="Dinh Vinh Mai" userId="b8e4a559-41e0-4141-8dc1-330451d69615" providerId="ADAL" clId="{9AF12651-E492-4749-A948-8FB040B70964}" dt="2024-07-11T08:45:06.295" v="6054" actId="1076"/>
          <ac:picMkLst>
            <pc:docMk/>
            <pc:sldMk cId="646613574" sldId="261"/>
            <ac:picMk id="7" creationId="{DEB481D6-5356-0DD2-3F6F-3A03A44D641A}"/>
          </ac:picMkLst>
        </pc:picChg>
      </pc:sldChg>
      <pc:sldChg chg="del">
        <pc:chgData name="Dinh Vinh Mai" userId="b8e4a559-41e0-4141-8dc1-330451d69615" providerId="ADAL" clId="{9AF12651-E492-4749-A948-8FB040B70964}" dt="2024-07-11T01:41:42.792" v="0" actId="47"/>
        <pc:sldMkLst>
          <pc:docMk/>
          <pc:sldMk cId="2377540471" sldId="262"/>
        </pc:sldMkLst>
      </pc:sldChg>
      <pc:sldChg chg="addSp modSp add mod ord modAnim">
        <pc:chgData name="Dinh Vinh Mai" userId="b8e4a559-41e0-4141-8dc1-330451d69615" providerId="ADAL" clId="{9AF12651-E492-4749-A948-8FB040B70964}" dt="2024-07-11T22:49:23.115" v="11711" actId="20577"/>
        <pc:sldMkLst>
          <pc:docMk/>
          <pc:sldMk cId="2729605296" sldId="262"/>
        </pc:sldMkLst>
        <pc:spChg chg="add mod">
          <ac:chgData name="Dinh Vinh Mai" userId="b8e4a559-41e0-4141-8dc1-330451d69615" providerId="ADAL" clId="{9AF12651-E492-4749-A948-8FB040B70964}" dt="2024-07-11T22:49:23.115" v="11711" actId="20577"/>
          <ac:spMkLst>
            <pc:docMk/>
            <pc:sldMk cId="2729605296" sldId="262"/>
            <ac:spMk id="2" creationId="{98D47709-0A78-AACC-5CCE-FD59A7D17E27}"/>
          </ac:spMkLst>
        </pc:spChg>
        <pc:spChg chg="mod">
          <ac:chgData name="Dinh Vinh Mai" userId="b8e4a559-41e0-4141-8dc1-330451d69615" providerId="ADAL" clId="{9AF12651-E492-4749-A948-8FB040B70964}" dt="2024-07-11T09:05:22.824" v="7310" actId="20577"/>
          <ac:spMkLst>
            <pc:docMk/>
            <pc:sldMk cId="2729605296" sldId="262"/>
            <ac:spMk id="3" creationId="{96DD8BC4-D539-661E-8A88-53AF6C208F93}"/>
          </ac:spMkLst>
        </pc:spChg>
        <pc:spChg chg="mod">
          <ac:chgData name="Dinh Vinh Mai" userId="b8e4a559-41e0-4141-8dc1-330451d69615" providerId="ADAL" clId="{9AF12651-E492-4749-A948-8FB040B70964}" dt="2024-07-11T09:05:04.583" v="7283" actId="20577"/>
          <ac:spMkLst>
            <pc:docMk/>
            <pc:sldMk cId="2729605296" sldId="262"/>
            <ac:spMk id="4" creationId="{BBA13038-CAB8-FCA0-CDE8-65E40C2F10A3}"/>
          </ac:spMkLst>
        </pc:spChg>
      </pc:sldChg>
      <pc:sldChg chg="del">
        <pc:chgData name="Dinh Vinh Mai" userId="b8e4a559-41e0-4141-8dc1-330451d69615" providerId="ADAL" clId="{9AF12651-E492-4749-A948-8FB040B70964}" dt="2024-07-11T01:41:42.792" v="0" actId="47"/>
        <pc:sldMkLst>
          <pc:docMk/>
          <pc:sldMk cId="1501040282" sldId="263"/>
        </pc:sldMkLst>
      </pc:sldChg>
      <pc:sldChg chg="add ord">
        <pc:chgData name="Dinh Vinh Mai" userId="b8e4a559-41e0-4141-8dc1-330451d69615" providerId="ADAL" clId="{9AF12651-E492-4749-A948-8FB040B70964}" dt="2024-07-11T22:49:33.159" v="11713"/>
        <pc:sldMkLst>
          <pc:docMk/>
          <pc:sldMk cId="2236708295" sldId="263"/>
        </pc:sldMkLst>
      </pc:sldChg>
      <pc:sldChg chg="add del ord">
        <pc:chgData name="Dinh Vinh Mai" userId="b8e4a559-41e0-4141-8dc1-330451d69615" providerId="ADAL" clId="{9AF12651-E492-4749-A948-8FB040B70964}" dt="2024-07-11T09:05:35.894" v="7314" actId="47"/>
        <pc:sldMkLst>
          <pc:docMk/>
          <pc:sldMk cId="2960663922" sldId="263"/>
        </pc:sldMkLst>
      </pc:sldChg>
      <pc:sldChg chg="modSp add modAnim">
        <pc:chgData name="Dinh Vinh Mai" userId="b8e4a559-41e0-4141-8dc1-330451d69615" providerId="ADAL" clId="{9AF12651-E492-4749-A948-8FB040B70964}" dt="2024-07-11T23:16:27.961" v="14529" actId="207"/>
        <pc:sldMkLst>
          <pc:docMk/>
          <pc:sldMk cId="193709571" sldId="264"/>
        </pc:sldMkLst>
        <pc:spChg chg="mod">
          <ac:chgData name="Dinh Vinh Mai" userId="b8e4a559-41e0-4141-8dc1-330451d69615" providerId="ADAL" clId="{9AF12651-E492-4749-A948-8FB040B70964}" dt="2024-07-11T23:16:27.961" v="14529" actId="207"/>
          <ac:spMkLst>
            <pc:docMk/>
            <pc:sldMk cId="193709571" sldId="264"/>
            <ac:spMk id="2" creationId="{98D47709-0A78-AACC-5CCE-FD59A7D17E27}"/>
          </ac:spMkLst>
        </pc:spChg>
      </pc:sldChg>
      <pc:sldChg chg="del">
        <pc:chgData name="Dinh Vinh Mai" userId="b8e4a559-41e0-4141-8dc1-330451d69615" providerId="ADAL" clId="{9AF12651-E492-4749-A948-8FB040B70964}" dt="2024-07-11T01:41:42.792" v="0" actId="47"/>
        <pc:sldMkLst>
          <pc:docMk/>
          <pc:sldMk cId="364621379" sldId="264"/>
        </pc:sldMkLst>
      </pc:sldChg>
      <pc:sldChg chg="modSp add mod modAnim">
        <pc:chgData name="Dinh Vinh Mai" userId="b8e4a559-41e0-4141-8dc1-330451d69615" providerId="ADAL" clId="{9AF12651-E492-4749-A948-8FB040B70964}" dt="2024-07-11T23:31:06.508" v="15304" actId="20577"/>
        <pc:sldMkLst>
          <pc:docMk/>
          <pc:sldMk cId="3978505155" sldId="265"/>
        </pc:sldMkLst>
        <pc:spChg chg="mod">
          <ac:chgData name="Dinh Vinh Mai" userId="b8e4a559-41e0-4141-8dc1-330451d69615" providerId="ADAL" clId="{9AF12651-E492-4749-A948-8FB040B70964}" dt="2024-07-11T23:31:06.508" v="15304" actId="20577"/>
          <ac:spMkLst>
            <pc:docMk/>
            <pc:sldMk cId="3978505155" sldId="265"/>
            <ac:spMk id="2" creationId="{98D47709-0A78-AACC-5CCE-FD59A7D17E27}"/>
          </ac:spMkLst>
        </pc:spChg>
        <pc:spChg chg="mod">
          <ac:chgData name="Dinh Vinh Mai" userId="b8e4a559-41e0-4141-8dc1-330451d69615" providerId="ADAL" clId="{9AF12651-E492-4749-A948-8FB040B70964}" dt="2024-07-11T23:21:20.391" v="14574" actId="20577"/>
          <ac:spMkLst>
            <pc:docMk/>
            <pc:sldMk cId="3978505155" sldId="265"/>
            <ac:spMk id="3" creationId="{96DD8BC4-D539-661E-8A88-53AF6C208F93}"/>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2:44:02.627"/>
    </inkml:context>
    <inkml:brush xml:id="br0">
      <inkml:brushProperty name="width" value="0.35" units="cm"/>
      <inkml:brushProperty name="height" value="0.35" units="cm"/>
      <inkml:brushProperty name="color" value="#E71224"/>
    </inkml:brush>
  </inkml:definitions>
  <inkml:trace contextRef="#ctx0" brushRef="#br0">1 199 24575,'84'-5'0,"-26"3"0,5 1 0,18 0 0,4 2 0,3-1 0,1 0 0,11 0 0,-2 0-492,-11 0 0,-3 0 0,3 0 0,-1 0 0,-8 0 0,-3 0 0,-8 0 0,-1 0 0,-1 0 0,-2 0 0,-8 0 0,-1 0-492,40 0 0,-20 0 1215,-10 0-231,4 0 0,9 0 0,8 0 0,-5 0 0,-4 0 0,-6 0 0,1 0 0,4 0 0,-3 0 0,-6 0 0,-5 2 0,-14 1 983,-5 0 0,-3-1 0,1 0 0,2 1 0,0 0 0,-3 1 0,-2-1-223,-2 0-760,-2 2 0,0-2 0,-1 2 0,2 0 0,0 0 0,-1 2 0,0-2 0,-3 1 0,1 1 0,1-1 0,0 0 0,-2-1 0,-4-2 0,-3-1 0,-5 1 0,-1-3 0,-3 0 0,-3 0 0,-1 0 0,-3 0 0,4 0 0,0 0 0,3 0 0,-2 0 0,1 0 0,1 0 0,2 0 0,6 0 0,3 0 0,0 0 0,0 0 0,-6 0 0,-3 0 0,1 0 0,-2 0 0,-1 0 0,-2 0 0,-2 0 0,-3-2 0,-41-6 0,4 1 0,-37-2 0,11 4 0,-6 1 0,-14 0 0,-3 1 0,27 3 0,-3 0 0,0 0 0,-1 0-228,3 0 1,0 0 227,-4 0 0,1 0 0,-41 0 0,38 0 0,-3 0-492,-6 0 0,-3 0 253,-6 0 1,-2 0 238,-9 0 0,-3 0-492,-4 0 0,-2 0 164,29 0 0,-1 0 0,-1 0 197,-1 0 0,0 0 1,1 0 130,1 0 0,1-1 0,0 2 0,-30 0 0,2 1 0,13 1 0,4 1 0,11 0 0,4 0-287,5 0 1,2 0 286,5-1 0,0 0 0,0-1 0,1 1 292,-47 1-292,17-1 0,15-2 983,17-1-713,12 0 713,15 0 0,11 0 0,56-4-709,-4-7-274,7 2 0,6-1 0,41-18 0,-39 12 0,1 1-246,-1-1 1,-1 1 245,-1 0 0,-1 1 0,0 0 0,0 2 0,6-1 0,2 1-492,9 0 0,1 1 290,2 1 1,2-1 201,0 2 0,0 1 0,-3 0 0,-1 2 0,-8 1 0,-1 0-279,-4 3 0,-1 0 279,-5 1 0,0 1 0,42-1 0,-1 1 0,-15 0 0,-13 0 517,-11 0-517,-5 0 983,-2 0-583,1 0 217,5 0-617,1 0 0,1 0 0,6 0 0,2 0 0,4 0 0,16 0 0,-5 0 0,-3 0 0,-11 0 0,-13 0 0,0 0 0,-3 2 0,-5 1 0,-7 0 0,-10 1 0,-9-2 0,-4 1 0,-4 1 0,-2 0 0,-14 9 0,6-7 0,-11 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2:44:04.515"/>
    </inkml:context>
    <inkml:brush xml:id="br0">
      <inkml:brushProperty name="width" value="0.35" units="cm"/>
      <inkml:brushProperty name="height" value="0.35" units="cm"/>
      <inkml:brushProperty name="color" value="#E71224"/>
    </inkml:brush>
  </inkml:definitions>
  <inkml:trace contextRef="#ctx0" brushRef="#br0">0 56 24575,'59'-5'0,"11"1"0,17 4-492,-36 0 0,2 0 0,4 0 0,1 0 0,6 0 0,2 0 0,2 0 0,0 0 0,0 0 0,0 0 0,-4 0 0,-2 0 0,-4 0 0,-2 0-492,41 0 0,-1 0 957,2 0 27,-6 0 0,0 0 0,-10 0 0,-8 0 983,-5 0-195,-3 0-788,-5 0 0,-8 0 0,-4 0 0,-4 0 983,-2 0 0,8-5 0,-2 0 0,2-2 0,-1 2 0,-2 1 0,-1 1-752,0-3-231,-4 0 0,-2 3 0,0 0 0,-4 3 0,0 0 0,-2 0 0,2 0 0,2 0 0,-1 0 0,-2 0 0,-3 0 0,-1 0 0,-2 0 0,-2 0 0,-2 0 0,-1 0 0,-2 0 0,-6 0 0,0 0 0,-5 0 0,0 0 0,0 0 0,-6 0 0,-33 0 0,-2 0 0,-49 0 0,-1 0 0,-8 0 0,1 0 0,0 0-501,-5 0 501,-2 0 0,7 0 0,6 0 0,0 0 0,-12 0 0,40 0 0,1 0 0,-44 0 0,3 0 0,8 0 0,3 0 0,-4 0 0,8 0 0,6 0 0,2 0 0,10 0 0,1 2 0,2 1 0,5 2 0,-3 0 0,4 1 0,5 0 501,4-3-501,4 0 0,4-3 0,3 1 0,4-1 0,4 0 0,4 0 0,1 0 0,2 0 0,1 0 0,2 0 0,-1 0 0,0 0 0,1 0 0,-2 0 0,-2 2 0,-1 0 0,-2 3 0,0-1 0,-3-1 0,2 0 0,1-1 0,0 0 0,2 0 0,0-1 0,2-1 0,7 0 0,3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2:44:05.992"/>
    </inkml:context>
    <inkml:brush xml:id="br0">
      <inkml:brushProperty name="width" value="0.35" units="cm"/>
      <inkml:brushProperty name="height" value="0.35" units="cm"/>
      <inkml:brushProperty name="color" value="#E71224"/>
    </inkml:brush>
  </inkml:definitions>
  <inkml:trace contextRef="#ctx0" brushRef="#br0">1 0 24575,'82'0'0,"-4"0"0,7 0 0,-36 0 0,2 0 0,10 0 0,3 0-492,6 0 0,0 0 0,-2 0 0,0 0 205,-2 0 1,-1 0 286,0 0 0,-1 0 0,-6 0 0,-2 0 118,0 0 1,0 0-119,-3 0 0,-3 0 0,33 0 0,-15 0 550,-8 0-550,-5 0 0,6 0 0,-4 0 983,-1 0-684,-7 0 173,2 0-472,-1 0 0,-1 0 0,0 0 0,-3 0 0,-1 0 0,-5 0 0,-2 0 0,1 2 0,3 0 0,9 3 0,3 1 0,3-3 0,1 3 0,-2-2 0,2-1 0,-6 0 0,-5-3 0,-6 0 0,-7 0 0,-2 0 0,0 0 0,4 0 0,6 0 0,2 0 0,0 0 0,-5 0 0,-5 0 0,-7 0 0,-6 0 0,-6 0 0,-4 0 0,-6 0 0,-1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2:44:10.353"/>
    </inkml:context>
    <inkml:brush xml:id="br0">
      <inkml:brushProperty name="width" value="0.35" units="cm"/>
      <inkml:brushProperty name="height" value="0.35" units="cm"/>
      <inkml:brushProperty name="color" value="#E71224"/>
    </inkml:brush>
  </inkml:definitions>
  <inkml:trace contextRef="#ctx0" brushRef="#br0">964 1 24575,'87'0'0,"-32"0"0,4 0-492,22 0 0,6 0 0,3 0 0,6 0 164,-6 0 0,7 0 0,1 0 0,-3 0 0,0 0 0,1 0 0,-2 0 0,1 0 0,-2 0 0,1 0 0,-2 0 0,-5 0-164,9 0 0,-6 0 0,-2 0 0,-3 0 0,-15 0 0,-4 0 0,-8 0 0,-4 0 1475,36 0 0,-2 0 0,-21 0 0,-14 0 0,2 0 0,-1 0 0,9 0 0,3 0 0,-1 0 0,6 0-973,0 0-10,1 0 0,0 0 0,2 0 0,-4 0 0,-5 0 0,-5 0 0,-3 0 0,1 0 0,1 0 0,-4 0 0,-3 0 0,-7 0 0,-4 0 0,-5 0 0,-3 0 0,-2 0 0,-2 0 0,-2 0 0,-3 0 0,0 0 0,1 0 0,0 0 0,2 0 0,2 0 0,2 0 0,-2 0 0,0 0 0,-3 0 0,0 0 0,-1 0 0,-1 0 0,2 0 0,1 2 0,3 0 0,4 3 0,1-1 0,0 2 0,0-1 0,-4-1 0,-7-2 0,-6 0 0,-5 1 0,-4 1 0,-3 2 0,-1 2 0,-22 2 0,-9 1 0,-27 1 0,-9-1 0,-19 2-984,-17 2 973,39-9 1,-3-1-482,-9 1 0,-2 0 240,-5 0 1,-1 0 251,-4 0 0,-1 1-492,-2 1 0,1 0 0,7 0 0,0-1 0,2 1 0,0-1 0,0-1 0,1 0 0,0 0 0,-1-1 0,-7 0 0,-2-1 0,0 0 0,0-2 103,-4 1 0,0-1 389,-1-2 0,0 1 0,3-1 0,0 0 0,2 0 0,2 0 119,8 0 0,2 0-119,12 0 0,2 0 0,5 0 0,4 0 0,-31 0 983,7 0 0,-2 0 0,2 0 0,-3 0 0,4 0 0,4 0-319,4 0 319,2 0 0,0 0-819,0-3-164,1 0 0,-7-3 0,7-2 983,0-1-845,-1-2-31,0 0-107,-9 0 0,-2 1 0,2 3 0,7 2 0,3-1 0,6 2 0,7 1 0,6 0 0,10 3 0,5-1 0,7 1 0,3 0 0,4 0 0,4 0 0,42 0 0,-5 0 0,47 0 0,-15 0 0,8 0 0,-16 0 0,4 0 0,3 0 0,2 0-492,9 0 0,1 0 394,2 2 0,-1 0 98,-11 1 0,-2 1 0,4 1 0,-1 1 0,-7 1 0,-2 1 0,38 7-371,-8 1 371,-4 2 0,7 0 0,3 2 0,-2 0 0,-7-2 0,-6-2 0,-8-3 0,-12-1 0,-10-1 0,-11 2 0,-9-1 0,-8-1 983,-6-3-809,-3-3 220,-1 4-394,-3-1 0,-10 4 0,-19 1 0,-22 4 0,-28 10 0,27-10 0,-3 2-492,-6 3 0,-3 1 280,-11 2 1,-1 1 211,2 0 0,0-1 0,-1 0 0,0 0 0,-4 0 0,-1-1-492,3 0 0,-2 1 127,-5 0 1,-1-2 364,8-2 0,2-1-347,9-4 0,2-2 347,7-3 0,3-1 0,-31 3 0,12-5 983,17-5-736,16-2-247,10-1 0,9-1 983,7-4-200,2-3 35,4-2-818,0-3 0,3 2 0,2-1 0,1 1 0,0-1 0,0 0 0,-1-2 0,1 1 0,0-1 0,0-2 0,0 1 0,2-3 0,2-3 0,3-2 0,2-4 0,0 2 0,1 1 0,0 1 0,2 5 0,2 3 0,2 2 0,6 3 0,-1 3 0,0 2 0,-1 2 0,-1 3 0,3 0 0,5 0 0,1 0 0,5 0 0,4 0 0,5 0 0,4 0 0,4 0 0,3 0 0,4 0 0,7 0 0,-5 0 0,-2 0 0,2 0 0,-1 0 0,14 3 0,5 2 0,5 5 0,6 0-855,8 0 855,-44-5 0,2 1 0,6-1 0,1 2 0,6 0 0,2 1 0,5 0 0,0 0-492,-2-1 0,0 0 304,1 1 1,2-1 187,2 0 0,0 1-492,7-1 0,2 1 0,10 0 0,1-1 464,0-2 0,0 0 28,-1-2 0,0 0 0,-5-1 0,-3 1 0,-10-1 0,-3 0-341,-8 1 0,-3-1 341,-7 1 0,-2 0 0,45 1 0,-48-2 0,-1 0 0,39 4 0,-18-3 678,-12 2-678,-8 1 983,0-1-758,5 0 758,-2-1 0,-3-1 0,-1-3-898,-7 0-85,-4 1 0,-4-1 0,-7 0 0,-4 0 0,-7 0 0,-6 0 0,-3 0 0,-51-12 0,-8 4 0,-8-2 0,-10 0-492,-6 2 0,-8 1 246,11 1 0,-8 0 0,-5 0 0,-1 0 49,6 0 0,-2 0 1,-2 1-1,-2-1 0,0 1 0,-4-1 0,-2 0 1,-1 0-1,0 0 0,0 0 0,-2 1 0,0 0 1,-1 0-1,2 1 0,3 0-49,-10 0 0,3 1 0,2 0 0,-1 1 0,1 0 0,-1 1 0,2 0 0,0 0 0,8 0 0,0 1 0,2 0 0,1 0 0,5-1 0,2 0 0,0 0 0,1-1-82,-16-1 0,1 0 0,3-1 0,11 0 0,3-1 0,1 0-164,-30-1 0,4-1 0,20 0 0,3 2 0,11 1 0,2 0 983,0 0 1,2-1-1,3 1 1,2 0 491,-35 0 0,20 0 0,21 3 0,11 1 0,8 0 0,7 0 0,-1 0 0,2 0 0,-4 0 0,-4 0 0,-3 0 0,-7 0-969,1 0-14,2 0 0,6 0 0,9 0 0,6 0 0,7 0 0,59-7 0,-1 0 0,10 0 0,9-1-492,4-2 0,5 1 164,-10 2 0,4 1 0,3 0 0,15-1 0,4 0 0,3 1 82,-14 0 0,1 1 0,2 0 0,2 0 49,-10 1 0,2 0 1,2 0-1,0 0 0,0 0 0,5 0 0,0 1 1,1-1-1,0 0 0,1 0 0,2 1 0,3-1 1,-1 0-1,-1 1 0,-1-1 0,-8 1 0,0-1 1,-1 1-1,-2 0 0,-2-1-49,6 1 0,-2 0 0,-1-1 0,-2 0-82,19-2 0,-1 0 0,-5-1 0,-15 2 0,-4 1 0,1-1 0,3 0 0,-1 1 0,0-1 18,-3 0 0,-2-1 0,-2 0 310,18-1 0,-3-1 491,-3-1 1,-4-1-143,-14 3 0,-2-1 142,-9 2 1,-3 0 491,30-4 0,-19 3 0,-16 1 0,-8 1 0,-7 0 0,-4 2 0,-2-1 0,-1 2 0,4-1 0,3 1-739,2 0-244,-1-1 0,0 0 0,-5 1 0,-4 1 0,-2 1 0,-6 0 0,-1 0 0,-4 0 0,4 0 0,-3 0 0,3 0 0,-2 0 0,0 0 0,3 0 0,-2 0 0,3 0 0,-5 0 0,1 0 0,2 0 0,-4 1 0,-1 10 0,-19 3 0,-18 15 0,-37 15 0,24-17 0,-4 0-492,-9 4 0,-3-1 0,-4 1 0,-2-2 0,-3-2 0,-2-3 0,-11 4 0,-4-2 0,-6 1 0,-2-1 164,24-8 0,0 0 0,0-1 293,-26 6 0,2-2 35,8-3 0,3-2-476,12-4 0,4-2 476,11-1 0,3-1 0,-39 6 0,30-4 983,20-4 0,16-3 0,10-3 0,11 0 0,33-7 0,-5 3 0,28-5-938,-17-1-45,10-2 0,6-1 0,16-1 0,-16 7 0,5 1-492,11-1 0,6-1 108,20 0 0,5-1 56,-29 4 0,2 0 0,0 0 0,2 0 0,1 0 0,1 0 72,4 0 1,0 0 0,1 1 255,1 0 0,1 0 0,-2 0 0,-5 0 0,-1-1 0,-2 1-492,25 0 0,-5 0 420,-13 1 1,-6-1 71,-19 1 0,-3-1 0,39 0 0,-33 1 0,-22 3 245,-7 5 1,-15-3 0,-6 3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2:44:12.996"/>
    </inkml:context>
    <inkml:brush xml:id="br0">
      <inkml:brushProperty name="width" value="0.35" units="cm"/>
      <inkml:brushProperty name="height" value="0.35" units="cm"/>
      <inkml:brushProperty name="color" value="#E71224"/>
    </inkml:brush>
  </inkml:definitions>
  <inkml:trace contextRef="#ctx0" brushRef="#br0">354 133 24575,'71'-4'0,"14"0"0,-35 4 0,4 0-492,8 0 0,3 0 0,9 0 0,2 0 171,12 0 1,5 0 320,-22 0 0,2 0 0,1 0-328,2 0 0,1 0 0,1 0 0,3 0 0,1 0 0,0 0 45,1 1 1,0 0-1,-1 1 283,-2 0 0,-2 1 0,1 1 0,2 0 0,0 1 0,-2 0 0,-3-1 0,-2 1 0,-2 0-19,20 1 1,-5 0 18,-8-2 0,-5 0 0,-13-2 0,-4 1 0,36 5-412,-2-1 412,-15 2 983,-7-2-936,-13-1 936,-11 2 0,-14-2 0,-5-1 0,-8-2-71,-5-1-912,-2 1 0,-5 1 0,2 5 0,-5-3 0,-21 4 0,-6-10 0,-24-8 0,-11-12 0,-7-7 0,-26-5-301,42 14 1,-2 2 300,0 1 0,-2 1 0,0 1 0,0 2 0,-39-6 0,-3 4 0,11 2 0,-12 2 0,44 5 0,-2 1-492,-5 1 0,-2 0 413,-10-1 1,-1-1 78,-1 2 0,-1-1 0,-4 1 0,0-1 0,7 0 0,2 0 0,5 1 0,1 0 0,3-1 0,2-1-185,7 1 0,2-1 185,-1 2 0,1 0 0,-34-2 0,23 4 0,10 0 0,9 0 555,5 0-555,-5 0 983,3 0-813,-1 0 234,-2 0-404,-1 0 0,-4 0 0,1 3 0,0 2 0,1 4 0,5 1 0,2-3 0,-1 0 0,2 0 0,-2 1 0,4 2 0,4 0 0,1 0 0,3 1 0,3-1 0,1-1 0,6 3 0,0 0 0,1 2 0,1-1 0,-1-1 0,0 0 0,-3-1 0,-5 3 0,-4-1 0,-5 1 0,-3-1 0,-2-2 0,-1 1 0,3-4 0,6-2 0,8-4 0,12-2 0,58-6 0,-6 1 0,55-6 0,-18 1-732,15 2 732,-38 4 0,0 1 0,1 1 0,0 1 0,4 1 0,4 0 0,17 0 0,5 0-492,5 0 0,4 0 164,-25 0 0,2 0 0,1 0 80,3 0 0,0 0 0,-1 0 248,-6 0 0,-2 0 0,0 0 0,29 0 0,-2 0-492,-10 0 0,-4 0 322,-11 0 1,-3 0-63,-8 0 0,-1 0 232,-5 0 0,-3 0 565,27 2-565,-19 1 0,-20 2 983,-10-1 0,-8 0 0,-5 0 0,-2 0-249,-3-2-734,-1-2 0,0 1 0,0-1 0,0 0 0,2 0 0,-2 0 0,2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2:44:14.711"/>
    </inkml:context>
    <inkml:brush xml:id="br0">
      <inkml:brushProperty name="width" value="0.35" units="cm"/>
      <inkml:brushProperty name="height" value="0.35" units="cm"/>
      <inkml:brushProperty name="color" value="#E71224"/>
    </inkml:brush>
  </inkml:definitions>
  <inkml:trace contextRef="#ctx0" brushRef="#br0">1 44 24575,'57'0'0,"17"0"0,-3 0 0,16 0 0,12 0 0,-40 0 0,2 0 0,5 0 0,0 0 0,-7 0 0,-2 0 0,-5 0 0,-3 0 0,18 0 0,-8 0 0,-2 0 0,-9 0 0,-8 0 0,-3 0 0,-2 0 0,5 0 0,11 0 0,1 0 0,6 0 0,5 0 0,1 0 0,11 0 0,-4 0 0,-5 0 0,-6 0 0,-10 0 0,-5 0 0,-4 0 0,-3 0 0,-1-2 0,-4 0 0,-2-1 0,-3 0 0,-2 3 0,0-3 0,2 0 0,4-2 0,6 0 0,-1 0 0,1 0 0,3 3 0,5-1 0,5 2 0,5 0 0,2 1 0,1 0 0,0 0 0,-4 0 0,-4 0 0,-4-1 0,-5 1 0,-7 0 0,-8 0 0,-5 0 0,-3 0 0,1 0 0,-1 0 0,3 0 0,3 0 0,3 0 0,5 0 0,2 0 0,4 0 0,-1 0 0,-2 0 0,-3 0 0,-7 0 0,-5 0 0,-7 0 0,-4 0 0,0 0 0,-2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2:44:17.032"/>
    </inkml:context>
    <inkml:brush xml:id="br0">
      <inkml:brushProperty name="width" value="0.35" units="cm"/>
      <inkml:brushProperty name="height" value="0.35" units="cm"/>
      <inkml:brushProperty name="color" value="#E71224"/>
    </inkml:brush>
  </inkml:definitions>
  <inkml:trace contextRef="#ctx0" brushRef="#br0">0 1 24575,'96'0'0,"-39"0"0,3 0 0,15 0 0,3 0-492,1 0 0,2 0 0,11 0 0,5 0 164,-27 0 0,2 0 0,0 0 0,-1 0 0,1 0 0,2 0 0,5 0 0,2 0 0,0 0 0,-2 0 0,0 0 0,-1 0 0,-3 0 0,-1 0 0,1 0 0,2 0 0,1 0 0,-1 0 0,-4 0 0,-1 0 0,-1 0-164,28 0 0,-3 0 0,-8 0 0,-3 0 0,-10 0 0,-2 0 394,-11 0 1,-2 0 97,36 0 0,-19 0 0,-7 0 983,0 0 0,10 0 0,0 2 0,-6 3 0,-5 4 0,-7 2 0,-3 1 0,-4 0 0,8-3 0,-3-3 0,8 0 0,-2-3-776,-13 1-207,7 1 0,-7-2 0,9 1 0,7-1 0,-2-3 0,0 1 0,-6 1 0,-6 1 0,-4 0 0,-7 1 0,-5-1 0,-6 0 0,-7 1 0,-3-2 0,-5 0 0,-1 2 0,0-1 0,-3 0 0,-2-1 0,0 0 0,0 1 0,0-1 0,4 0 0,3-2 0,10 0 0,6 0 0,9 0 0,11 0 0,5 0 0,4 0 0,-1 0 0,-3 0 0,-3 0 0,-8 0 0,-11 0 0,-12 0 0,-8 0 0,-6 0 0,-7 0 0,-34 0 0,10 0 0,-28 0 0,15 0 0,-4 0 0,-10 0 0,-9 0 0,-9 0 0,-12 0 0,-15 0-492,40 0 0,-1 0 487,-6 0 1,0 0 4,-5 0 0,0 0 0,-4 0 0,0 0 0,-1 0 0,1 0 0,1 0 0,1 0 0,11 0 0,0 0 0,3 0 0,1 0 0,-1 1 0,-1 1 0,-1-1 0,-1 1 0,-9 1 0,-2 1 0,0 0 0,-1 2 0,-3-1 0,-1 1-492,-3 2 0,0-1 276,0 1 0,0 0 216,0 0 0,0 0 0,-4 1 0,0-1 0,0 0 0,1 0 0,2 0 0,1 0 0,1 0 0,2 0 0,14-2 0,3 0 0,-44 1-419,11-1 419,11-3 0,-7 2 0,11 1 0,11-2 900,12-1-900,12-2 983,8-1-512,7 0 3,6 0-474,3 0 0,2 0 0,-1 0 0,-1-2 0,-1-1 0,-2-4 0,-3-3 0,-3-2 0,-1 0 0,-6 0 0,-3 1 0,-2 0 0,-1 0 0,-1 0 0,2-1 0,2-1 0,5 2 0,8 3 0,2 2 0,3 2 0,1-1 0,1 2 0,1 3 0,1-1 0,0 1 0,0 0 0,-1 0 0,-1-1 0,0-2 0,0 1 0,-3 0 0,-7 1 0,-5-1 0,-7 0 0,-2-3 0,-3-3 0,-1 0 0,3 0 0,4 0 0,9 3 0,8 3 0,8-1 0,4 3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2:44:19.745"/>
    </inkml:context>
    <inkml:brush xml:id="br0">
      <inkml:brushProperty name="width" value="0.35" units="cm"/>
      <inkml:brushProperty name="height" value="0.35" units="cm"/>
      <inkml:brushProperty name="color" value="#E71224"/>
    </inkml:brush>
  </inkml:definitions>
  <inkml:trace contextRef="#ctx0" brushRef="#br0">0 9 24575,'72'-4'0,"-13"0"0,-4 4 0,4 0 0,-6 0 0,2 0 0,11 0 0,1 0 0,-5 0 0,-1 0-492,6 0 0,0 0 0,9 0 0,1 0 415,4 0 1,1 0 76,2 0 0,-2 0 0,-15 0 0,-4 0 0,-2 0 0,-2 0 0,34 0 0,-6 0 509,-14 0-509,-10 0 0,0 0 0,-7 0 0,2 0 0,2 0 983,7 0-354,6 0-629,0 0 0,2 0 0,-5 3 0,-4 0 0,-8 2 0,-8 0 0,-5 0 0,-4 2 0,-3-1 0,-4 0 0,-6-3 0,-1 0 0,2 0 0,1 2 0,4 3 0,1-2 0,3 1 0,-2 0 0,1 1 0,-1 0 0,-2 0 0,-1-1 0,-5-2 0,-1 1 0,-3-1 0,-1 0 0,-5 0 0,-3-2 0,-4-1 0,-4 0 0,-44 2 0,8 1 0,-42 0 0,18-3 0,-4-2 0,0 0 0,1 0 0,7 0 0,2 0 0,0-1 0,3-4 0,0-1 0,1-1 0,3 1 0,0 2 0,-5 1 0,-6 2 0,-15 1 0,-9 0 0,-8 0 0,2 0 0,-3 0 0,-8 0-429,42 0 1,-1 0 428,-3 0 0,1 0 0,2 0 0,0 0-87,-44 0 87,9 0 0,4 0 0,9 0 0,5 0 0,9 0 0,6 0 0,9 0 0,7 0 0,2 0 853,1 0-853,0-2 91,2 0-91,2-1 0,1 1 0,-3 2 0,-3-1 0,-11 1 0,-9-2 0,-10-2 0,0 1 0,8 0 0,-2 3 0,-1 0 0,-4 0 0,0 0 0,8 0 0,11 0 0,9-2 0,8 0 0,9-3 0,4-1 0,5 0 0,3-2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2:44:21.928"/>
    </inkml:context>
    <inkml:brush xml:id="br0">
      <inkml:brushProperty name="width" value="0.35" units="cm"/>
      <inkml:brushProperty name="height" value="0.35" units="cm"/>
      <inkml:brushProperty name="color" value="#E71224"/>
    </inkml:brush>
  </inkml:definitions>
  <inkml:trace contextRef="#ctx0" brushRef="#br0">1 276 24575,'65'0'0,"26"0"0,-39 0 0,3 0 0,14 0 0,4 0-492,0 0 0,1 0 0,5 0 0,1 0 0,9 0 0,1 0 0,-1 0 0,0 0 0,5 0 0,1 0 487,-1 0 0,-1 0 5,-5 0 0,-4 0 0,-11 0 0,-4 0 0,-7 0 0,-1 0 142,-4 0 1,-1 0-143,-2 0 0,1 0 0,6 0 0,2 0 0,-2 0 0,1 0 0,0 0 0,0 0 0,4 0 0,0 0 0,-1 0 0,0 0 0,2 0 0,1 0 0,0 0 0,-1 0 0,-1 0 0,0 0 0,0 0 0,-2 0 0,-8 0 0,0 0 0,-1 0 0,-2 0-195,40 0 195,-1 0 0,-39 1 0,1 1 0,43 2 0,3 0 0,-9-1 0,-11-3 0,6 0 0,-9 0 0,-1 0 983,-7 0-540,0 0-443,-5 0 983,-3 0 0,3 0-787,2 0-196,5 0 0,1 0 983,-1 0-966,-3 0 235,1 0-252,-2 0 0,-5 0 0,0 0 0,-2 0 0,-4 0 0,-6 0 0,5 0 0,4 0 0,9 0 0,9 0 0,7 0-460,9 0 460,-1 0 0,2 0 0,-8 0 0,-3 0 0,4 0 0,-13 0 0,-8 0 0,-7 0 0,-5 0 0,6 0 0,-2 0 0,1 0 0,-1-3 0,1 0 460,4-3-460,0 0 0,-1 0 0,-1 0 0,3 2 0,-5 1 0,-2 3 0,-3 0 0,-6 0 0,2-2 0,-6 0 0,-6-1 0,-7 0 0,-10 2 0,-5 1 0,-4 0 0,-2 0 0,-2 0 0,3 0 0,-53 0 0,0 0 0,-13 0 0,-8 0-381,4-2 0,-1-2 381,-13-4 0,-3-3 0,-9-2 0,-3-3 0,14 1 0,-3-1 0,-2 0-328,-6 0 0,-1-1 0,0 1 0,6 1 0,-1 2 0,2 0 0,3 2 0,1 1 0,2 1-164,-17 2 0,2 2 0,-4 2 0,-1 2 164,26 0 0,-1 0 0,-1 1 0,2-1 0,-1 1 0,0 0 0,-1 0 0,0 0 0,0-1 0,-2 1 0,-1 0 0,1 0 82,-1 0 1,1 0 0,-1 0 245,-2 0 0,1 0 0,-1 0 0,2 0 0,0 0 0,0 0 0,2 0 0,1 0 0,0 0 0,-30 1 0,1 2 0,6-1 0,4 0 0,9 1 0,3 1 0,11-1 0,3 1 50,5-2 0,2 0-50,-43 2 0,47-3 0,0-1 0,1 0 0,-1 1 0,-42-1 983,9 0 0,9 0 0,9 0 0,10 0 0,6 0 0,5 0 0,0 0 0,3 1 0,-9 4 0,-7 4-559,-9 2-424,-4 2 0,3 2 0,1 1 0,5-1 0,2 1 0,8-4 0,11-3 0,5-1 0,11-2 0,9-4 0,3 1 0,7-2 0,1 1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2:44:23.803"/>
    </inkml:context>
    <inkml:brush xml:id="br0">
      <inkml:brushProperty name="width" value="0.35" units="cm"/>
      <inkml:brushProperty name="height" value="0.35" units="cm"/>
      <inkml:brushProperty name="color" value="#E71224"/>
    </inkml:brush>
  </inkml:definitions>
  <inkml:trace contextRef="#ctx0" brushRef="#br0">369 8 24575,'67'-4'0,"8"1"0,9 3-984,13 0 0,-11 0 492,-34 0 0,1 0 0,0 0 0,0 0 0,-2 0 0,1 0 0,6 0 0,-1 0-492,36 0 492,-42 0 0,2 0 150,3 0 1,1 0 341,0 0 0,0 0 0,1 0 0,0 0 0,-5 0 0,-1 0 0,2 0 0,0 0 0,-1 0 0,0 0 0,1 0 0,0 0 0,1 1 0,1 1 0,-1 1 0,0 1 0,1 1 0,0 1 0,1 1 0,-1 0 0,-3 0 0,0-1 0,-1 1 0,0-1 0,-2 0 0,0 1 0,42 5 0,0 2 0,-9-3 0,-4-1 0,-4 0 0,-10-3 0,-12 1 983,-13-2 0,-8-3 0,-7 1 0,-7-1 0,-6 1 0,-2 0 0,-3-2 0,1 5-292,-37 0-691,-7-1 0,-43 2 0,-7-2-492,32-1 0,-2 1 345,-9 1 0,-1 0 147,-8 1 0,-2 0 0,-2 1 0,-1-1 0,2-1 0,1-1 0,0-2 0,2 0 0,2 0 0,1 0 0,2-2 0,2 0 0,12 0 0,2 0 0,-36 2-269,13-4 269,4 0 0,-13 0 0,1 0 0,3 0 0,-1 0 0,4 0 0,2 0 0,4 0 0,1 0 0,-2 0 0,9 0 0,4-2 0,3-1 0,6 0 0,-6 0 983,3 2-706,5-1 10,1-3-287,8-1 0,3-2 0,1 3 0,4-1 0,3 1 0,2 0 0,4-2 0,3 2 0,-1-1 0,2 0 0,-6-2 0,-2-1 0,-1-2 0,-6 1 0,-5-2 0,-4 1 0,-2-1 0,-1 3 0,5 1 0,4 3 0,6 2 0,6 1 0,4 0 0,6 0 0,2 0 0,3 0 0,1 2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2:44:26.948"/>
    </inkml:context>
    <inkml:brush xml:id="br0">
      <inkml:brushProperty name="width" value="0.35" units="cm"/>
      <inkml:brushProperty name="height" value="0.35" units="cm"/>
      <inkml:brushProperty name="color" value="#E71224"/>
    </inkml:brush>
  </inkml:definitions>
  <inkml:trace contextRef="#ctx0" brushRef="#br0">1 195 24575,'85'0'0,"-36"0"0,2 0 0,15 0 0,4 0-492,18 0 0,5 0 164,-19 0 0,2 0 0,2 0 0,8 0 0,2 0 0,1 0 0,2 0 0,0 0 0,-3 0 0,-8 0 0,-3 0 0,-1 0-164,22 0 0,-2 0 0,-4 0 0,0 0 0,1 0 0,2 0 164,-24 0 0,2 0 0,0 0 0,0 0 0,0 0 0,-1 0-164,28 0 0,-1 0 0,-5 0 0,-2 0 453,-5 0 0,-1 0 39,-4 0 0,-1 0 491,-6 0 1,0 0-1,-2 0 1,0 0-1,-1 0 1,0 0-315,-2 0 0,-1 0-177,-4 0 0,-1 0 0,-3 0 0,-1 0 491,2 0 1,0 0-10,4 0 1,0 0-483,4 1 0,-1 1 0,-6-1 0,-2 1 0,-4 1 0,-2 1 0,-4 0 0,-2 1 0,44 3 983,-1 2-40,-10 0-943,-6 0 0,-6 2 0,-6-2 0,-1-2 983,-5-3-89,0-1 89,4-1-552,3 0 552,5 1-887,4-1-96,11 0 0,6-3 0,-2 1 0,4-1 0,-14 0 0,1 0 339,-6 0-339,-9 0 0,3 0 0,-5 0 0,6 0 0,-4 0 0,2-3 0,0 0 0,-2-1 0,2 1 0,-4 3 0,0 0 0,1-1 0,1 1 0,-6 0 0,-3 0 0,-3 0 0,5 0 0,7-2 0,2-1 0,2 0 0,-1 0 0,0 2 0,-2 1 0,-3 0 0,-5 0 0,-5 0 0,-12 0 0,-7-2 0,-7 0 0,-5-1 0,-1 1 0,-5 1 0,-3 1 0,-3 0 0,-1-2 0,-29-12 0,7 9 0,-31-10 0,7 12-984,-30 0 492,5-1 0,-9 1 0,-18 0 0,-7 1 164,16 0 0,-5 0 0,-2 0 82,11 1 0,-2 0 0,-1 0 0,1 0 0,2 1 0,1 0 0,0 0 0,-2 0 0,-3 0 0,-1 0 0,0 0 0,1 0 0,1 0 0,0 0 0,0 0 0,1 0-82,-22 0 0,0 0 0,1 0 138,22 0 1,1 0 0,-1 0 0,3 0 189,-18 0 0,2 0 0,3 0-328,8 0 0,2 0 0,1 0 118,4 0 1,2 0 0,1 0 209,-22 0 0,2 0 0,0 0 0,1 0-492,1 0 0,-1 0 473,1 0 0,0 0 19,-1-1 0,1 0 491,7-2 1,1-1-1,9-1 1,3-2-1,8-2 1,2 1-1,1-1 1,3 0 491,-37-8 0,16 6 0,18 2 0,11 3 0,8 3 0,-1 1 0,-4 2 0,-5 0-532,-15-3-451,-7 0 0,-8-1 0,-10-2 0,6 1 0,1-2 0,-14 0 0,12 3 0,-5 1 0,13 3 0,16 0 0,-5 0 0,3 0 0,-1 0 0,9 0 0,11 0 0,10 0 0,8 0 0,7 0 0,9 0 0,44-10 0,-3 4 0,14-1 0,8-1-492,7 4 0,5 1 372,15 1 1,6-1-209,-22 1 0,3 0 0,0-1-164,29 0 0,0 1 326,0-1 1,0 1 165,-32 0 0,1 1 0,0 0-328,4 1 0,1 0 0,2 0 0,5 0 0,2 0 0,0 0 107,1 0 0,0 0 0,0 0 221,0 0 0,-1 0 0,-1 0 0,-5 0 0,-1 0 0,-3 0-492,19 0 0,-3 0 351,-3 1 1,-1 2 140,-7 0 0,-2 2 0,-5 0 0,-2 2 147,0 0 1,-2 1-148,-13-1 0,-2 0 0,1-2 0,-2 0 0,43 4 0,0-3 0,4-3 0,-46 0 0,0 0 0,7 0 0,0-1 0,-3 0 0,-1 0 0,-2 0 0,0 0 983,46-2-438,-8 3-545,2 1 0,-10-1 0,-14 0 0,-11-3 0,-15 2 983,-9 0 0,-5 0 0,-6 2 0,1-1 0,-5 0-686,-2-1 86,-4-1-383,-2-1 0,-1 2 0,-1 0 0,1 0 0,2 0 0,5-2 0,2 1 0,5 1 0,4 1 0,2 1 0,4-1 0,-3 0 0,-3-1 0,-4 1 0,-5-1 0,-3 3 0,-6 1 0,-4 0 0,-3 2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2:44:28.411"/>
    </inkml:context>
    <inkml:brush xml:id="br0">
      <inkml:brushProperty name="width" value="0.35" units="cm"/>
      <inkml:brushProperty name="height" value="0.35" units="cm"/>
      <inkml:brushProperty name="color" value="#E71224"/>
    </inkml:brush>
  </inkml:definitions>
  <inkml:trace contextRef="#ctx0" brushRef="#br0">0 47 24575,'44'-4'0,"8"0"0,8 4 0,3 0 0,16 0 0,-2 0 0,-2 0 0,-1 0 0,-8 0 0,3 0 0,-5 0 0,-5 0 0,-9 0 0,-8 0 0,-4 0 0,-9 0 0,-5 0 0,-1 0 0,5 0 0,7 0 0,6 0 0,7 0 0,5 0 0,5 0 0,4 0 0,4 0 0,0 0 0,2-5 0,-5-3 0,-2 1 0,-1 0 0,-4 4 0,4-1 0,-2 2 0,2 1 0,2 0 0,-3 1 0,0 0 0,0 0 0,2 0 0,5 0 0,-2 0 0,-6 0 0,-5 0 0,-1 0 0,3 0 0,5 0 0,2 0 0,0 0 0,1 2 0,-3 1 0,-2 3 0,-3 3 0,-1-3 0,-7 1 0,-4-2 0,-1-2 0,-2-1 0,4 1 0,-2 0 0,-2 0 0,-4 0 0,-5-3 0,-4 1 0,-6-1 0,-6 1 0,-4 2 0,-2-1 0,-2 4 0,-14 7 0,6-6 0,-10 5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2:44:34.856"/>
    </inkml:context>
    <inkml:brush xml:id="br0">
      <inkml:brushProperty name="width" value="0.35" units="cm"/>
      <inkml:brushProperty name="height" value="0.35" units="cm"/>
      <inkml:brushProperty name="color" value="#E71224"/>
    </inkml:brush>
  </inkml:definitions>
  <inkml:trace contextRef="#ctx0" brushRef="#br0">180 101 24575,'56'0'0,"0"0"0,10 0 0,2 0 0,13 0 0,4 0-328,-20 0 0,3 0 0,0 0 0,1 0 0,0 0 0,1 0 0,7 0 0,1 0 0,1 0 0,3 0 0,2 0 0,0 0 0,4 0 0,2 0 0,-1 0 0,-2 0 0,0 0 0,-2 0 0,-4 0 0,-2 0 0,-1 0 187,-1 0 1,0 0-1,0 0 141,0 0 0,0 0 0,1 0 0,5 0 0,2 0 0,-1 0 0,-3 0 0,-1 0 0,-2 0-122,-3 0 0,-2 0 1,0 0 121,-3 0 0,-1 0 0,0 0 0,-2 0 0,0 0 0,0 0 0,31 0 0,0 0 0,-30-1 0,0 1 0,1 1 0,0 0 0,1 1 0,0 1 0,4-1 0,1 1 0,1 1-328,5 0 0,1 2 0,1 0 0,0 2 0,1 1 0,0 0 263,2 0 1,0 1 0,1 0 64,0 2 0,0 1 0,-1 0 0,0 0 0,-1 0 0,0 0 0,-2-1 0,0 0 0,-2-1 0,-1 0 0,-1 1 0,-2-2 53,-5 0 1,-1-1-1,-1 0-53,29 3 0,-5-1 0,-12-1 0,-3-1 0,-8-2 0,-1-2 491,-2 0 1,-2 0-214,-6-1 0,-1 0-278,8-1 0,1-1 0,-3 1 0,-2-1 0,-5-2 0,-1 1 0,1 0 0,-2 1 983,39 2-353,-5-1-630,1 1 0,-11-2 0,-7 2 983,-5 1 0,-6 0 0,6-1 0,2 1 0,4-1-803,12 0-180,3-1 364,8-2-364,-43-1 0,0 0 0,-1 1 0,0-1 0,6 0 0,-1 0 0,3 0 0,0 0 0,2 0 0,0 0 0,2 0 0,-1 0 0,-6 0 0,-1 0 0,2-1 0,-1-1 0,-5-1 0,-2 0 0,-1-1 0,1-1 0,0 0 0,0 0 252,41-5-252,-4 2 0,-9 1 0,-13 0 0,-9 4 0,-6 0 0,-5 2 756,6 1-756,5 0 0,0 0 57,10 0-57,5 0 0,16 3-492,-35-1 0,3 2 417,5 2 0,1 2 75,7 1 0,-1 0 0,-3 1 0,-2-1 0,-6 1 0,-3-1-9,40 5 9,-23-4 0,-11-3 0,-17-4 0,-18-2 0,-15 1 983,-41 1-833,-6-7-150,-12-6 0,-6-4-736,-38-18 736,34 10 0,-2-1 0,-7 0 0,0 1 0,0 1 0,-2 0-492,-16-2 0,-2 0 0,0 3 0,-1 2 336,-1 0 1,-1 3 155,3 2 0,1 2 0,3 2 0,1 2-492,2 1 0,1-1 439,0 3 0,1 0 53,3 1 0,1 1 0,4-1 0,0-1 0,4 2 0,1 0 0,9-1 0,1-1 0,1 1 0,0 0-248,3 1 1,-1 0 247,0-1 0,-2 0 0,-3 0 0,-2 1 0,-2-1 0,-1 1-267,-3 0 0,-1 1 267,-5-1 0,-1-1 0,-5 0 0,-2-2 61,-5-1 1,-2-1-62,-3-1 0,-2-1 0,-2 0 0,0 1 0,5 0 0,1 0 0,-3 0 0,0 0 0,-4 1 0,-2 1 0,30 3 0,-2-1 0,0 2 0,-5-1 0,-2 1 0,2 0 0,1 1 0,0 1 0,1-1 0,2 1 0,1 0 0,0-1 0,1 1 0,0 0 0,1 0 0,-31 1 0,0 1 0,6 2 0,1 0 0,2 2 0,1 0 0,7 2 0,1 0-14,5 0 1,0 0 13,1 1 0,2 1 0,13-1 0,3 0 0,5 0 0,3 1 427,-37 9-427,9-2 0,-7 3 0,6-3 983,13-1-793,13-4 793,9-2 0,8-2 0,-2-2-554,-2-3-429,-7 2 0,-6-2 0,-15 3 0,-22 2-492,30-3 0,-4 1 179,-12 1 0,-5 0-179,-10 1 0,-4 1 164,26-3 0,-2 0 0,0 0 197,-2 0 0,0 0 0,0 0 131,0 1 0,-1-1 0,1 0 0,3 0 0,0 0 0,1 0 0,-28 5 0,1 0-492,7-1 0,1 1 260,7 1 0,2 1-260,10-2 0,5 0 0,11-2 0,3 0-492,-36 8 0,10-2 748,-2 0 236,1 1 983,13-3-413,11-3 413,11-3-771,8-3 771,8-4 0,4 1 0,-2-1 0,-1 0 0,2 0 0,-3 0 0,-2 0-951,-7 0-32,-17 0 0,-4 0 0,-16 0 0,-3 0 0,1 0 0,-8 0 0,6 0 0,-6 0 0,5 0 0,3 0 0,9 0 0,6 0 0,3 0 0,8 0 0,2 0 0,7 0 0,3 2 0,3 0 0,2 3 0,3 2 0,0 1 0,-5-1 0,-8 1 0,-6-3 0,0 0 0,0 2 0,3-1 0,-3 1 0,-3 0 0,6-3 0,7-1 0,9-3 0,9 2 0,7 2 0,32 4 0,-2 0 0,28 2 0,-10-1 0,10 2 0,7 3 0,12 2 0,10 3 0,12 4-864,5-2 864,-38-11 0,3 0-492,8 1 0,3-2 160,9 1 0,3 0-160,13 1 0,3 0 164,-31-5 0,0 1 0,0-2 227,2 0 1,1-1-1,-2-1 101,25 1 0,-2-2-492,-9-1 0,-3 0 316,-7-1 1,-3 0 200,-8 0 1,-2 0-26,0 0 0,-1 0 0,37 0 0,-16 0 0,-17 0 983,-9 0-645,-3-1 645,7-2 0,8 0-674,10 0-309,7 0 0,8-1 358,-38 1 0,1 0-358,4-2 0,3-1 0,3 1 0,1-2 0,1 0 0,1-1 0,1 0 0,0 1 0,-5 0 0,-2 0 0,1-1 0,1-1 0,-2 1 0,2-1 0,2 0 0,3 0 0,8 0 0,1 1-492,4 1 0,1 0 353,8 1 1,2-1 138,3 0 0,3-1-328,-27 4 0,1-1 0,1 0 0,3 1 0,1-1 0,0 1 101,1 0 1,0 1-1,0 0 227,3 0 0,0 2 0,0-1 0,-2 0 0,-1 1 0,0 0 0,-2 0 0,-1 1 0,-1 1 0,27-1 0,-3 0 0,-4 0 0,-1 0-492,1 0 0,1 0 25,5 0 0,2 0 467,-28 0 0,2 0 0,0 0-328,-1 0 0,2 0 0,-1 0 196,3 0 1,0 0 0,1 0 131,0 0 0,0 0 0,0 0 0,0 0 0,1 0 0,0 0 0,-1 0 0,1 0 0,-1 0 0,-2 0 0,0 0 0,-1 0 0,0 0 0,-1 0 0,0 0 0,0 0 0,-1 0 0,-1 0 0,24 0 0,-3 0 0,-5 0 0,-2 0 103,-6 0 1,-1 0-104,-2 0 0,0 0 0,5 0 0,1 0 0,-3 0 0,-2 0 0,-8 0 0,-2 0 491,-8-1 1,-2-1-150,-6-1 1,-3-1-343,37-6 983,-4-2-52,-11-1-931,-7 0 0,-8 1 0,-3 2 983,5-1 0,4 0 0,7-3 0,0-2 0,-2 0-832,-1-2-47,-2 1-104,-2 1 0,-7 1 0,-8 3 0,-9 3 0,-4 1 0,-2 1 0,0-1 0,3-1 0,5 1 0,3 1 0,5-2 0,0 2 0,-5-1 0,-6 2 0,-9 3 0,-10 0 0,-7 3 0,-5-2 0,-31-6 0,-10-1 0,-54-3 0,32 5 0,-3 0-492,-19-2 0,-6 1 164,19 2 0,-3-1 0,1 1-164,-27-4 0,-5 0 164,12 3 0,-6 1 0,1 1 0,6 0 0,0 0 0,0 1 0,-4 1 0,-1 0 0,0 0 0,-4 1 0,0-1 0,5 2-164,-10 1 0,4 0 164,26-1 0,0 1 0,1 0-164,-18 0 0,2 0 0,2-1 0,2 1 39,1 0 0,0 0 453,4 0 0,1 0 0,8 0 0,2 0 0,11 0 0,1 0 0,-44-2 983,7-4 0,-8-4-492,40 4 1,-1-1-9,0 1 1,0 0-484,-3 1 0,0 1 491,-5 1 1,-3 1-172,-9 1 1,-2 1-321,-3 0 0,-3 0 80,-7-1 1,-4 1-81,22 0 0,-2 0 0,0 0 0,5 0 0,1 0 0,-1 0 0,-7 0 0,-1 0 0,1 0 0,7 0 0,2 0 0,1 0 0,-21 0 0,0 0 0,-6 0 0,-1 0 0,3 0 0,1 0 0,-4 1 0,1 1-346,7 0 0,3 0 346,6 1 0,2 1-420,8 0 1,1-1 419,1 0 0,0-1 0,2 0 0,1-1 0,1 0 0,1-1 360,-1 0 1,0 0-361,0 0 0,0 0 491,3 0 1,-1 0-241,-3 0 1,-1 0-252,-2 0 0,-1 0 218,-7 0 0,-1 0-218,-7 0 0,-1 0 0,-2 0 0,2 0 0,5 0 0,2 0 316,8 0 0,2 0-316,6 1 0,1 1 0,7-1 0,2 1 128,0 1 1,2 1-129,-41 5 0,9 1 0,10 2 0,8-1 0,1 0 0,-1 0 0,-11 2 0,-1 0 0,0 0 0,0 0 0,6 0 886,-1 0-886,5 0 983,8-1-196,2 0-787,4-1 0,8-2 983,5-2-875,5 0 173,0 0-281,-3 0 0,-1 1 0,0-2 0,-2-3 0,-5 0 0,-7-3 0,-2 1 0,-2-1 0,6 0 0,12 0 0,7 0 0,11 0 0,5 0 0,12 0 0,41-3 0,9 0 0,35-1 0,-13 1 0,7 3 0,8 0-970,16 0 970,-39 0 0,2 0-492,4 0 0,2 0 311,7 0 0,2 0 181,3 2 0,2 0-492,3 1 0,1 1 51,3 2 0,-1 1 441,-1 0 0,-1 2 0,-1-1 0,-3 0-435,-9 0 0,-3 0 435,-6 0 0,-4-1 0,38 4 337,-12-4-337,0-2 0,-7-2 0,6 0 0,0 0 0,1-2 0,4-1 0,5-3 0,-45-1 0,1-2 143,6-1 0,1-1-143,7-3 0,2-1-492,9 0 0,2 0 0,-3 1 0,1 1 0,1-3 0,1 1 0,-1 0 0,-2 1 302,-7-1 0,-1 1 190,2 0 0,-1 1-105,-6 1 0,-1 1 105,-4 1 0,0 0 0,-2 2 0,0-1 0,-1 0 0,-1 1 0,-2 0 0,-1 1 429,48-3-429,-47 5 0,1 0 0,-1 2 0,1 0 0,-1 0 0,1 0 0,15 0 0,4 0 491,13 0 1,4 0-165,-19 0 1,2 0 0,2 0-54,4 0 1,2 0 0,0 0-275,-2 0 0,1 0 0,0 0 0,2 0 0,1 0 0,1 0 0,1 0 0,1 0 0,0 0 0,6 0 0,0 0 0,0 0 0,-1 0 0,0 0 0,-1 0 0,-4 0 0,-1 0 0,-1 0 0,-5 0 0,0 0 0,-2 0-163,-6 0 1,-1 0 0,-1 0 162,25-1 0,-5-2 0,-18 1 0,-4-1 0,-10-2 0,-2 0 535,36-7-535,-8 0 0,6-2 0,-9 1 0,-8 0 253,-6 0-253,-1 1 983,8-1 0,-1 0 0,-2-3 0,-3 1 0,-4 2-630,-3 1-186,0 4-167,-2 0 0,-2-2 0,7 1 0,0 2 0,-1 1 0,-7 2 0,-11 1 0,-11 0 0,-8 1 0,-5-1 0,-5 1 0,-2 0 0,-2 2 0,6 0 0,8 0 0,35 0 0,14 0 0,12 0 0,4 0 0,-20 0 0,3 0 0,-11 0 0,-14 0 0,-13 0 0,-13 0 0,-8 0 0,-2 0 0,-40 9 0,-15 12 0,-2-3 0,-7 1-492,-8 2 0,-10 0 164,-13 0 0,-13-2 0,-5-1 131,27-6 0,-3-1 1,-3 0-1,-2-1 0,-2-1 33,1 0 0,-4-1 0,-1 0 0,-2-1 0,0 0 0,0 0 0,-5-1 0,-1 1 0,-1-2 0,0 1 0,1-1 0,0-1 0,3 0 0,0-1 0,1 0 0,0-1 0,0 0 0,-2 1 23,11-1 1,0 1-1,-1-1 1,-1 0-1,1 1 1,0 0-1,0-1-23,-14 2 0,1-1 0,0 0 0,-1 1 0,0 0 0,0 0 23,11 0 1,-2 0-1,1 1 1,-1-1-1,1 1 1,1 0-1,2 0-23,-5 1 0,2 0 0,1 0 0,1 0 0,1 0 0,1 1-33,-9 0 0,1 0 1,1 0-1,2 0 0,2 1-49,-12 2 0,1-1 0,3 1 0,2 0 0,9-2 0,2 0 0,2 0 0,-1-1 0,-1 1 0,0-1 0,1-1 0,3 1-82,-8 1 0,3 0 0,3-1 0,8-1 0,1-1 0,3 0 819,-23 2 1,4-1-254,13-1 1,2-1-239,1-1 0,3 0 0,8-2 0,4-1 491,6 1 1,1-1 491,-48 0 0,17 0 0,11 0 0,9 0 0,10 0 0,3 0 0,-3 0 0,-1 0 0,-11 0 0,-12 0 0,-11 0-492,33 0 1,-2 0-286,-3 0 0,0 0-206,1 0 0,2 0-212,2 0 0,1 0 212,-45 0 0,9 0 0,7 0 0,17 0 0,18 0 0,13 0 0,11 0 983,4 0-898,2 0 364,-1 0-449,-1 0 0,2 0 0,-2 0 0,1 0 0,0 0 0,1 0 0,5 0 0,1 0 0,3 0 0,-5 0 0,-4 0 0,-15 3 0,-11 0 0,-9 0 0,-4-1 0,-2 1 0,-1 1 0,4-1 0,8 0 0,12-3 0,12 0 0,4 0 0,4 0 0,1 0 0,2 0 0,2 0 0,1 0 0,0 0 0,0 0 0,-2-4 0,3 2 0,-3-4 0,-1 1 0,-8-6 0,-11-7 0,-12-9 0,-14-9 0,-7-5 0,-5-5 0,1 0 0,4 4 0,8 2 0,12 10 0,12 7 0,11 7 0,6 5 0,5 2 0,7 4 0,4 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3:02:47.760"/>
    </inkml:context>
    <inkml:brush xml:id="br0">
      <inkml:brushProperty name="width" value="0.35" units="cm"/>
      <inkml:brushProperty name="height" value="0.35" units="cm"/>
      <inkml:brushProperty name="color" value="#E71224"/>
    </inkml:brush>
  </inkml:definitions>
  <inkml:trace contextRef="#ctx0" brushRef="#br0">123 7 24575,'58'0'0,"-4"0"0,-5 0 0,10 0 0,6 0 0,4 0 0,1 0 0,-1 0 0,-2 0 0,3 0 0,-6 0 0,-8 0 0,-9 0 0,-6 0 0,-3 0 0,-8 0 0,-3 0 0,-5 0 0,0 0 0,2 0 0,1 0 0,0 0 0,-1 0 0,-2 0 0,-2 0 0,-3 0 0,-3 0 0,-3 0 0,-2 0 0,-40 7 0,12-5 0,-36 4 0,22-6 0,-13 0 0,-5 0 0,-5 0 0,-4 2 0,11 1 0,-2 2 0,1 1 0,-1-1 0,-11 4 0,-5 1 0,-4 5 0,2 0 0,10 1 0,-1 0 0,2 0 0,-5 1 0,1-1 0,9-1 0,9-3 0,12-3 0,11-1 0,8-3 0,8-3 0,37 0 0,8-2 0,43 0 0,-7 0 0,12 0 0,-1 0 0,-4 2 0,4 1-726,6 3 726,-42-2 0,3 1 0,8 0 0,2-1 0,3 1 0,1 1 0,2 0 0,-1-1 0,-7 0 0,-1-1 0,-5 2 0,-2-1 0,45 3-297,-12-1 297,-5-1 0,-18-2 0,-18-1 0,-14-3 0,-11 0 715,-7 0-715,-4 0 308,0 0-308,-39-6 0,-1 2 0,-44-6 0,2 3 0,-25-2 0,41 2 0,0 1-324,-1-1 1,-1 0 323,0-1 0,0-1 0,-36-5 0,7 1 0,13 1 0,11 2 0,9 2 0,9 3 0,5-1 0,8 0 0,10 2 647,9-3-647,6 0 0,6-1 0,14-3 0,3 5 0,20-5 0,9 4 0,16-5 0,18 2 0,16-1-408,-42 5 0,1 1 408,-3 1 0,1-1 0,-1 0 0,-1-1-78,43-1 78,-13-1 0,-8 2 0,-18 0 0,-17 1 0,-12 2 0,-8-1 812,-5 2-812,-3 0 82,-43 0-82,-19 23 0,2-16 0,7 17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3:02:54.156"/>
    </inkml:context>
    <inkml:brush xml:id="br0">
      <inkml:brushProperty name="width" value="0.35" units="cm"/>
      <inkml:brushProperty name="height" value="0.35" units="cm"/>
      <inkml:brushProperty name="color" value="#E71224"/>
    </inkml:brush>
  </inkml:definitions>
  <inkml:trace contextRef="#ctx0" brushRef="#br0">415 0 24575,'86'0'0,"11"0"0,-28 1 0,2 1 0,-13 0 0,-2 1 0,3 3 0,-2 0 0,22 7 0,-14-1 0,-24-2 0,-28-5 0,-3 1 0,-52-1 0,-8-3 0,-3-1 0,-5 0-492,1-1 0,-2 0 439,-8 0 0,-1 0 53,5 0 0,0 0 0,0 0 0,1 0 0,4 0 0,2 0 0,5 0 0,1 0 0,-40 0 0,25 0 0,21 0 0,15 0 0,9 0 0,13 3 0,20 12 0,10 3 0,23 13 0,-3-3 983,4 2-876,-4-3-107,-7-6 0,-6-4 0,-7-4 0,-6-5 0,-4-4 0,-3-2 0,-3-2 0,11 0 0,8 0 0,18 0 0,17 3 0,5 3 0,4 3 0,2 1 0,-11-2 0,-6 1 0,-15-3 0,-12 1 0,-10-2 0,-9-2 0,-23-21 0,9 9 0,-14-15 0,18 15 0,-1-1 0,0 2 0,-6-1 0,3 0 0,-2 2 0,2-1 0,1 1 0,-1-1 0,2-4 0,4 2 0,5-1 0,8 6 0,11 3 0,6 2 0,2-1 0,2-2 0,-2 0 0,4-1 0,2 0 0,-3 0 0,-3 0 0,-5 1 0,-7 0 0,-6 1 0,-3 1 0,-3 1 0,0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3:02:55.144"/>
    </inkml:context>
    <inkml:brush xml:id="br0">
      <inkml:brushProperty name="width" value="0.35" units="cm"/>
      <inkml:brushProperty name="height" value="0.35" units="cm"/>
      <inkml:brushProperty name="color" value="#E71224"/>
    </inkml:brush>
  </inkml:definitions>
  <inkml:trace contextRef="#ctx0" brushRef="#br0">444 0 24575,'28'0'0,"1"0"0,-10 0 0,-3 0 0,-7 0 0,-38 0 0,5 0 0,-34 0 0,21 0 0,0 0 0,1 0 0,-4 2 0,-13 13 0,0 6 0,4 5 0,8 3 0,13-6 0,3 1 0,7-4 0,8-6 0,5-3 0,3-4 0,14 0 0,9-3 0,12-2 0,9-2 0,7 0 0,6 0 0,2 0 0,-5 0 0,-10 0 0,-10 0 0,-7 2 0,-8 0 0,-1 0 0,-4 0 0,-2 1 0,-1-1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3:02:57.959"/>
    </inkml:context>
    <inkml:brush xml:id="br0">
      <inkml:brushProperty name="width" value="0.35" units="cm"/>
      <inkml:brushProperty name="height" value="0.35" units="cm"/>
      <inkml:brushProperty name="color" value="#E71224"/>
    </inkml:brush>
  </inkml:definitions>
  <inkml:trace contextRef="#ctx0" brushRef="#br0">507 60 24575,'85'0'0,"4"0"0,-37 0 0,1 0 0,43 0 0,-41 0 0,-1 0 0,39 0 0,-16 0 0,-9 0 0,-29 0 0,-20 0 0,-58 0-984,-14 0 0,-26 0 0,-19-3 492,43 1 0,-1 0 0,-7 0 0,0 0 0,-3 0 0,3 0-492,-25 2 405,12 0 579,8 0 0,-6 0 0,1 0 0,7 2 983,8 3 0,13 1 0,10 1 0,9-2 0,10 0 0,4 2 0,4-1-397,4 5-586,2 0 0,2 3 0,2 9 0,4 6 0,7 9 0,4 5 0,5-1 0,-2 1 0,-1-6 0,-3-7 0,-4-9 0,2-6 0,-3-6 0,-1-5 0,-1-2 0,-1-2 0,4-12 0,-1-4 0,3-16 0,-3-5 0,-2-4 0,-1-5 0,-2 1 0,-2-1 0,-2 4 0,-2 4 0,0 8 0,0 6 0,0 6 0,0 6 0,-1 2 0,-7 4 0,1 3 0,33 2 0,11 1 0,52 3 0,-35 2 0,4 2-492,5 2 0,1 0 389,0 2 1,-1 0 102,-5-1 0,-3-1-453,28 2 453,-18-5 0,-17-1 0,-11-3 0,-11 1 0,-3-1 983,-6-2-805,-8 2 303,-3 2-481,-19 10 0,2-4 0,-15 5 0,4-6 0,0 0 0,-1 0 0,0 5 0,4 3 0,3 2 0,3 1 0,5-3 0,1-3 0,2-2 0,3-1 0,1-5 0,18-4 0,-3-6 0,11-10 0,-10-6 0,-3 1 0,-5 0 0,-2 3 0,-3 1 0,-7 0 0,-10 2 0,-12 4 0,-13 2 0,-13 3 0,-8 2 0,-8 2 0,-14 0 0,-4-1 0,4 1 0,7 3 0,15 3 0,12 2 0,5 2 0,9-1 0,11-2 0,4-1 0,9-3 0,46 6 0,3-1 0,40 6 0,-13-3 0,3 0 0,2 1 0,6-2 0,-1 0 0,-5-3 0,-9-2 0,-11-2 0,-9-3 0,-7 1 0,-8-1 0,-2 0 0,-4 0 0,0 0 0,0 0 0,0-2 0,2 0 0,2-3 0,-1 0 0,2 0 0,1 0 0,-5 2 0,-4 0 0,-6 3 0,-2 0 0,-1 0 0,-43 0 0,-9 0 0,-41 0 0,6 0 0,-1 0 0,6 0 0,4 0 0,10 0 0,14 0 0,13 0 0,11 0 0,6 0 0,5 0 0,1 0 0,2 0 0,-3 0 0,4 1 0,-5 3 0,7 2 0,-6 2 0,2 1 0,-5 2 0,-5 5 0,1 3 0,-4 1 0,-1-2 0,5-3 0,0 0 0,5-2 0,4-1 0,4-7 0,3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3:02:59.263"/>
    </inkml:context>
    <inkml:brush xml:id="br0">
      <inkml:brushProperty name="width" value="0.35" units="cm"/>
      <inkml:brushProperty name="height" value="0.35" units="cm"/>
      <inkml:brushProperty name="color" value="#E71224"/>
    </inkml:brush>
  </inkml:definitions>
  <inkml:trace contextRef="#ctx0" brushRef="#br0">140 19 24575,'-23'-10'0,"-3"1"0,10 9 0,-3 0 0,1 0 0,4 0 0,0 0 0,5 2 0,22 13 0,3-3 0,32 16 0,9 1 0,20 5 0,-3-4 0,-5-6 0,-9-7 0,-8-3 0,4 1 0,-8-3 0,-8-1 0,-8-2 0,-10-3 0,-6-3 0,-8-3 0,-4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3:03:01.498"/>
    </inkml:context>
    <inkml:brush xml:id="br0">
      <inkml:brushProperty name="width" value="0.35" units="cm"/>
      <inkml:brushProperty name="height" value="0.35" units="cm"/>
      <inkml:brushProperty name="color" value="#E71224"/>
    </inkml:brush>
  </inkml:definitions>
  <inkml:trace contextRef="#ctx0" brushRef="#br0">636 425 24575,'-13'-31'0,"2"-1"0,11 3 0,0-8 0,0-6 0,0-3 0,-2 3 0,-3 4 0,-3 9 0,-1 7 0,1 6 0,0 5 0,0 3 0,-1 3 0,0 2 0,0 3 0,1 1 0,-7-2 0,3-1 0,-10 1 0,-8-3 0,-10 3 0,-10-2 0,-5 2 0,-2 1 0,-2 0 0,2 1 0,9 0 0,13 0 0,13 0 0,8 0 0,7 1 0,3 10 0,2-3 0,2 7 0,0-6 0,2-1 0,2 1 0,3 1 0,0 1 0,1-1 0,1-1 0,3 1 0,3 1 0,1 3 0,1 2 0,0-1 0,-2 4 0,0 1 0,-3 0 0,-2 2 0,0-4 0,-3-1 0,-1-1 0,-2 1 0,-2-2 0,0 1 0,-1-2 0,-1-1 0,0-2 0,2-2 0,2-1 0,2 0 0,5-5 0,-3 1 0,3-4 0,-3 0 0,2 0 0,6 2 0,9 3 0,10 3 0,10 3 0,7 3 0,1 1 0,-3 0 0,-2 3 0,1 0 0,3 2 0,0-2 0,-8-3 0,-9-3 0,-9-2 0,-7-2 0,-6-2 0,-4-4 0,-2-7 0,-2-4 0,-3-7 0,-2-7 0,-4-1 0,-2-4 0,-6 2 0,-2 5 0,2 1 0,1 5 0,1 4 0,2 0 0,-1 2 0,3 1 0,0 2 0,0-2 0,2-1 0,0-6 0,1-1 0,3-5 0,0-4 0,-1-1 0,1 1 0,0 3 0,0 6 0,0 3 0,2 4 0,7 5 0,2 2 0,11 1 0,5 1 0,8 0 0,7 0 0,2 0 0,-6 0 0,-4 0 0,-5 0 0,-3 0 0,0 0 0,-5 0 0,-5 0 0,-4 0 0,-2 0 0,-1 0 0,-2 14 0,-3-2 0,-4 12 0,-7-2 0,-13 11 0,-8 5 0,-5 3 0,-2 1 0,4-2 0,-7 10 0,-4 3 0,-1 2 0,-3-3 0,1-6 0,0-5 0,3-12 0,5-8 0,4-9 0,8-7 0,3-2 0,6-3 0,-1-2 0,3-1 0,-1-5 0,1-3 0,1 0 0,0 0 0,0 3 0,2 3 0,-3 2 0,0 3 0,-3-1 0,-4 1 0,0 0 0,-4 0 0,-1 2 0,0 2 0,0 3 0,3 2 0,6 0 0,4 0 0,5 0 0,6-2 0,1-1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3:03:05.225"/>
    </inkml:context>
    <inkml:brush xml:id="br0">
      <inkml:brushProperty name="width" value="0.35" units="cm"/>
      <inkml:brushProperty name="height" value="0.35" units="cm"/>
      <inkml:brushProperty name="color" value="#E71224"/>
    </inkml:brush>
  </inkml:definitions>
  <inkml:trace contextRef="#ctx0" brushRef="#br0">334 45 24575,'29'23'0,"3"1"0,-4-8 0,2-1 0,-2-5 0,-7-5 0,-6-3 0,-5-2 0,-4-1 0,-1-15 0,-5-1 0,-5-11 0,-7 7 0,-5 2 0,1 4 0,-1 5 0,1 3 0,-3 5 0,-4 0 0,-7 1 0,-4 1 0,-4-1 0,-1 1 0,3 0 0,1 0 0,5 0 0,5 0 0,3 0 0,7 1 0,0 6 0,1 5 0,1 8 0,-2 5 0,2 1 0,2 1 0,0-1 0,3-2 0,2-2 0,4-2 0,1-3 0,1-1 0,0 0 0,1 0 0,3 2 0,4 4 0,5 0 0,2 1 0,1-1 0,0-3 0,-1-4 0,2-3 0,-3-4 0,0 0 0,0-4 0,0-1 0,-2-1 0,0-2 0,0 0 0,-2 0 0,3 0 0,0 0 0,1 0 0,5 0 0,6 0 0,2 0 0,4-4 0,4-10 0,-2-6 0,0-3 0,-3 2 0,-6 4 0,-1-1 0,2-2 0,-2 2 0,-2 4 0,-1 3 0,-3 5 0,-2 3 0,-1 0 0,0 3 0,-3 0 0,1 0 0,-3 0 0,2 0 0,-3 0 0,4 0 0,-2 0 0,3 0 0,4 1 0,1 4 0,2 2 0,1 2 0,4-1 0,6-3 0,2-3 0,1-2 0,1 0 0,0 0 0,0 0 0,0 0 0,-4 0 0,-7 0 0,-5 0 0,-7 0 0,-2 0 0,-45 0 0,15 0 0,-38 0 0,27 0 0,-4 2 0,0 1 0,5 1 0,4 3 0,9 0 0,5 2 0,1 3 0,3 3 0,0 2 0,3 2 0,2 3 0,2 0 0,1 4 0,0 2 0,-1 0 0,1 0 0,0-3 0,0-6 0,0-4 0,0-3 0,3-47 0,-1 16 0,1-38 0,-1 31 0,1-4 0,-1 1 0,1 1 0,-1-3 0,-2 4 0,0-3 0,0 2 0,0-1 0,0 3 0,0 3 0,0 3 0,0 7 0,0 3 0,-1 4 0,-6-2 0,-6 5 0,-2-1 0,0 3 0,4 1 0,2 0 0,0 0 0,-2 0 0,2 0 0,31 0 0,3 0 0,33 0 0,-10 0 0,4 0 0,11 0 0,9 0 0,-7 0 0,-14 0 0,-23 0 0,-13-2 0,-3-3 0,-2-5 0,0-2 0,-2-4 0,-3 2 0,-2 2 0,-2 0 0,-1 3 0,-10 2 0,-4 2 0,-7 3 0,-2 2 0,-1 0 0,-4 0 0,-1 0 0,5 0 0,3 0 0,5 2 0,5 2 0,4 4 0,4 8 0,2 6 0,1 6 0,0-1 0,0 2 0,0 3 0,0 5 0,0 4 0,0-3 0,0-1 0,0-7 0,0-3 0,0-6 0,-4-5 0,-3-5 0,-2-2 0,-4 0 0,1-2 0,-2-3 0,-5 0 0,-3 0 0,-5 3 0,-3 3 0,-1 0 0,-1 0 0,2 1 0,4-1 0,3 0 0,6-1 0,4-2 0,4-1 0,5-1 0,2 5 0,6-2 0,5 5 0,7-4 0,9 1 0,4 3 0,7 2 0,3 2 0,5 0 0,2-3 0,1-1 0,-4-1 0,-2-3 0,-5-3 0,-4-3 0,-2-2 0,-2-1 0,-3 0 0,-5 0 0,-4 0 0,-4-2 0,-2-1 0,0-3 0,-2-2 0,-3 0 0,-2-1 0,-2 0 0,-1 1 0,0-1 0,0-2 0,0-3 0,0 0 0,0-1 0,-2-2 0,-1 1 0,-4-6 0,-3-1 0,-2-2 0,1-3 0,1-1 0,2 0 0,2 3 0,1 4 0,2 2 0,3 3 0,0 1 0,0 4 0,0 1 0,0 1 0,-5 4 0,-2-2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3:03:08.655"/>
    </inkml:context>
    <inkml:brush xml:id="br0">
      <inkml:brushProperty name="width" value="0.35" units="cm"/>
      <inkml:brushProperty name="height" value="0.35" units="cm"/>
      <inkml:brushProperty name="color" value="#E71224"/>
    </inkml:brush>
  </inkml:definitions>
  <inkml:trace contextRef="#ctx0" brushRef="#br0">717 185 24575,'0'68'0,"0"8"0,0-2 0,0-2 0,0-2 0,0-4 0,0 0 0,0-8 0,0-14 0,0-15 0,2-14 0,4-6 0,3-6 0,3-8 0,1-5 0,-2-7 0,-3-7 0,-2-1 0,-3-2 0,-3 1 0,-6 5 0,-6 1 0,-8 4 0,-7 3 0,-1 1 0,-2 4 0,0 1 0,0 2 0,-3 3 0,-3-3 0,-2 2 0,-4-2 0,-1 0 0,-3-1 0,2-2 0,8-1 0,7-1 0,7 1 0,7 0 0,2 2 0,5-1 0,3 0 0,0 0 0,2-1 0,0 0 0,3 0 0,-1 0 0,1-3 0,0 0 0,1-3 0,3 2 0,3-1 0,7-2 0,13-7 0,16-13 0,23-12 0,-25 20 0,3 1-255,0-1 1,1 1 254,1 2 0,0 2 0,42-17 0,-9 11 0,-8 5 0,-17 12 0,-17 6 0,-11 4 0,-6 2 0,-5 5 0,-1 6 0,-3 7 0,-4 11 509,-4 5-509,-2 7 0,-1 4 0,0 4 0,0 4 0,0 4 0,0-5 0,-2-3 0,-3-6 0,-4-2 0,-3 1 0,-3-7 0,-2-4 0,-1-9 0,-3-5 0,-4-3 0,-1-5 0,-2-4 0,2-2 0,4-3 0,4 0 0,6 0 0,5 0 0,45-5 0,1 1 0,48-4 0,-8 5-618,17-3 618,-42 4 0,3 1-492,5-1 0,1 0 487,2-1 0,0 0 5,-4 1 0,-2-1 0,-2 0 0,-3 0-58,40-4 58,-11 0 0,-17 1 0,-18 0 585,-16 1-585,-11 0 983,-12 0-944,-5-1 24,-22-1-63,-3 3 0,-26 2 0,-2 2 0,-16-1 0,-10 1 0,-14 0 0,6 0 0,8 2 0,0 4 0,5 2 0,-8 4 0,6-2 0,12-1 0,15-2 0,12-3 0,8-2 0,6-1 0,5-1 0,4-3 0,2-7 0,-2-7 0,-2-8 0,-6-7 0,-3-6 0,-10-17 0,-7-9 0,-7-11 0,1 1 0,8 9 0,5 7 0,11 15 0,1 8 0,3 12 0,3 9 0,1 5 0,2 4 0,2 9 0,3 9 0,2 9 0,3 8 0,0 3 0,0-1 0,0 0 0,0 3 0,2 2 0,5 15 0,8 11 0,3 11 0,1 1 0,1 1 0,-3-3 0,0 2 0,-1-4 0,-4-14 0,-3-12 0,-2-15 0,-3-8 0,-2-5 0,0-5 0,-1 0 0,-1-2 0,-1-3 0,-16-2 0,0-2 0,-13-3 0,7 0 0,1 0 0,1 0 0,2 0 0,0 0 0,2 0 0,2 0 0,-2 0 0,3-2 0,1-4 0,4-3 0,2-5 0,2-1 0,2 0 0,1 0 0,2 2 0,0 0 0,3 1 0,13-1 0,16 2 0,37-2 0,-15 7 0,6 1-492,17-1 0,5 0 0,11 1 0,3 1 227,-29 1 0,0-1 1,0 1-228,24-3 0,-3 0 0,-8 0 0,-3-1 480,-11 0 1,-3 0 11,-11 1 0,-2-1 0,41-5 0,-22 0 0,-14 1 0,-21 0 983,-13-1 0,-10 0 0,-7 0 0,-4 1-162,1 2-821,-8 0 0,-6 2 0,-4 1 0,-5 1 0,-1 1 0,-10-3 0,-9-2 0,-8-2 0,-6-1 0,-3 0 0,-15-2 0,3 2 0,1 1 0,3 2 0,12 1 0,-1 1 0,8-1 0,8 2 0,8-1 0,6-1 0,2 1 0,3-1 0,3 1 0,3-1 0,3 2 0,3 1 0,0 1 0,0-1 0,1-2 0,0 1 0,1-4 0,1 2 0,-1-2 0,1 1 0,-1-1 0,-4 3 0,-3 4 0,-2 1 0,-6 1 0,-6 1 0,-10 0 0,-5 0 0,-9 7 0,-12 12 0,-14 15-492,31-10 0,-3 2 446,-5 3 1,-1 3 45,-3 1 0,-1 2 0,-2 1 0,2 2 0,-1 2 0,2 2 0,2 4 0,5-3 0,-9 7 0,17-5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3:03:11.318"/>
    </inkml:context>
    <inkml:brush xml:id="br0">
      <inkml:brushProperty name="width" value="0.35" units="cm"/>
      <inkml:brushProperty name="height" value="0.35" units="cm"/>
      <inkml:brushProperty name="color" value="#E71224"/>
    </inkml:brush>
  </inkml:definitions>
  <inkml:trace contextRef="#ctx0" brushRef="#br0">339 151 24575,'39'10'0,"-9"-2"0,0-8 0,-7 0 0,7 0 0,-2 0 0,-6 0 0,-4 0 0,-5 0 0,-5-2 0,-3-8 0,-3-2 0,-6-13 0,-8 2 0,-8-2 0,-11 3 0,-6 5 0,-12 3 0,-9 4 0,7 4 0,1 3 0,8 5 0,1 7 0,-5 11 0,3 9 0,7 10 0,7 0 0,9-2 0,10-2 0,4-5 0,5-4 0,0-4 0,1-5 0,2-1 0,5-4 0,5-1 0,8 0 0,7-2 0,10 4 0,10 1 0,12 2 0,10-1 0,-1-4 0,3-4 0,0-3 0,-3-4 0,-5 0 0,-7 0 0,-7 0 0,-2 0 0,5 0 0,-4-6 0,1-7 0,-4-8 0,-7-8 0,-4-1 0,-7-6 0,-3-4 0,-5-2 0,-5 1 0,-2 6 0,-4 5 0,-3 6 0,-3 1 0,-1 2 0,-1 5 0,0 4 0,-2 3 0,-15 4 0,-5 2 0,-22 3 0,-5 0 0,-4-1 0,3 1 0,-1 0 0,0 2 0,-5 3 0,0 3 0,10 2 0,8 0 0,11 0 0,8-2 0,8-1 0,8-3 0,29-1 0,7-1 0,35-2 0,7 0 0,3 0 0,6 0 0,1 0 0,-6 0 0,-1 0 0,-16 0 0,-15 0 0,-6 0 0,-6 0 0,-4 0 0,-3 0 0,-7 0 0,-3 0 0,-1 0 0,-2 0 0,-1 0 0,-3 0 0,-2 0 0,1 0 0,-1 0 0,0-2 0,1-2 0,-1 0 0,6-2 0,2 1 0,-1 2 0,0 1 0,-2 2 0,-4 0 0,-53 6 0,6 1 0,-56 11-984,25-2 0,-16 5 0,7 1 0,8-3 0,4 1 0,24-4 104,2 0 880,16-3 0,9-3 983,7 0 0,5-1 0,2-1 0,0 4 0,0-3 0,-1 2-97,3 0-886,0-2 0,0 5 0,2-1 0,-2 1 0,3 2 0,-1-2 0,1-2 0,1-1 0,-1-2 0,1-1 0,-1-1 0,1-1 0,3-2 0,2-2 0,5-1 0,4 1 0,4 3 0,3 0 0,2 2 0,-1-2 0,-2 0 0,-5 2 0,-2-2 0,-6-1 0,-3-1 0,-1-1 0,-1 0 0,4 0 0,-3-1 0,6-1 0,-4 0 0,6 0 0,5 0 0,3-5 0,6-5 0,-1-6 0,-2-1 0,-4 2 0,0 4 0,-3 2 0,-1 2 0,-2 3 0,-5 1 0,-1 2 0,-6 1 0,-1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3:03:14.205"/>
    </inkml:context>
    <inkml:brush xml:id="br0">
      <inkml:brushProperty name="width" value="0.35" units="cm"/>
      <inkml:brushProperty name="height" value="0.35" units="cm"/>
      <inkml:brushProperty name="color" value="#E71224"/>
    </inkml:brush>
  </inkml:definitions>
  <inkml:trace contextRef="#ctx0" brushRef="#br0">260 399 24575,'46'19'0,"10"8"0,-9 1 0,2-1 0,0-5 0,-15-10 0,-4-4 0,-5 0 0,-6-3 0,-6-2 0,-1-1 0,-4-2 0,0-3 0,2-9 0,-1-7 0,2-11 0,-1-8 0,0 2 0,1-3 0,1 0 0,3 0 0,1-6 0,-1 2 0,-1 5 0,-3 9 0,-3 9 0,-3 7 0,-6 5 0,-14 3 0,-4 3 0,-12 2 0,-4 0 0,-6 0 0,-5 2 0,-3 3 0,-2 7 0,3 2 0,4 0 0,9 1 0,10-2 0,8-2 0,6-2 0,5-1 0,4 1 0,0 4 0,1 5 0,1 8 0,2 5 0,5 6 0,7 8 0,9 3 0,3 2 0,3-3 0,5-4 0,2-4 0,4-4 0,1-2 0,-2-7 0,1-4 0,-1-4 0,-2-3 0,-2-3 0,-2-3 0,-3-4 0,-4-2 0,-4-3 0,-6 0 0,-3 0 0,-4 0 0,-2 0 0,5-4 0,-3-1 0,4-7 0,-4-6 0,4-10 0,7-18 0,8-20 0,9-14 0,0-4 0,-5 7 0,-3 6 0,-4 6 0,-1 1 0,-3 5 0,-6 14 0,-2 10 0,-4 15 0,-4 11 0,7 33 0,-5 4 0,13 33 0,2 10 0,-7-25 0,1 4-492,4 10 0,0 4 280,2 9 1,0 1 211,1-4 0,-1 0 0,-2-3 0,-1 0 0,-1-8 0,-2-3-932,9 36 932,-6-16 0,-6-20 0,-3-19 0,-1-10 0,-2-6 983,1-8-628,-3-6 628,7-27-965,-5 5-18,7-21 0,-3 15 0,4-4 0,9-11 0,8-8 0,8-9 0,3-9 0,-6 4 0,-5 5 0,-3-3 0,-2-1 0,2-5 0,-2-2 0,-7 7 0,-4 11 0,-6 12 0,-3 8 0,-4 7 0,-4 8 0,-6 4 0,-8 5 0,-14 0 0,-17-1 0,-22 0 0,-25 0-492,37 3 0,-3-1 256,-11 1 1,-3 0 235,-9 0 0,-2 0-492,-7 0 0,-2 0 0,-5-1 0,-2 1 303,3 0 0,0 0 189,3 0 0,3 0 0,13 0 0,4 0 0,15 0 0,3 0 0,-34 0 0,19 0 0,5 0 0,8 0 0,15 0 983,14 0-691,8 0 691,9 2 0,6 1-423,18 11-560,3-4 0,23 12 0,10 0 0,23 10 0,-25-9 0,4 2-492,9 3 0,5 2 193,9 1 0,4 0-193,7 2 0,2 0 0,7-2 0,0-2 481,-13-5 1,-3-1 10,-8-4 0,-3-1-220,-9-4 1,-3-1 219,34 7 0,2 0 0,-20-3 0,-19-6 0,-15-4 983,-15-4-588,-8-2 588,-5-2 0,-3-10-317,-21 4-666,2-4 0,-19 9 0,2 2 0,-4 0 0,-7 0 0,0 0 0,-1 0 0,3 0 0,6 0 0,9 0 0,12 0 0,6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3:03:16.709"/>
    </inkml:context>
    <inkml:brush xml:id="br0">
      <inkml:brushProperty name="width" value="0.35" units="cm"/>
      <inkml:brushProperty name="height" value="0.35" units="cm"/>
      <inkml:brushProperty name="color" value="#E71224"/>
    </inkml:brush>
  </inkml:definitions>
  <inkml:trace contextRef="#ctx0" brushRef="#br0">552 357 24575,'60'0'0,"-12"0"0,-16 0 0,-10 0 0,-6 0 0,-4 0 0,-51 0 0,9 0 0,-45 0 0,22 0 0,-17 0 0,-3 0 0,-4 0 0,1 0 0,10 0 0,5 0 0,13 0 0,12 0 0,11 0 0,13 0 0,59 0 0,2 0 0,0 0 0,3 0 0,37 0-519,-4 0 519,2 0 0,-1-2 0,1-4 0,4-3 0,-8-6 0,-12 0 0,-15-3 0,-11 1 0,-10 1 0,-11-1 0,-7 2 519,-6 2-519,-3 3 0,-2 2 0,-2 1 0,-2-5 0,0 2 0,3-2 0,1 4 0,1 0 0,1 2 0,0 2 0,3 2 0,1 1 0,7 1 0,1 0 0,4 0 0,4 0 0,0 0 0,-1 0 0,3 0 0,-4 0 0,-5 0 0,-3 0 0,-8 0 0,-2-2 0,-36-8 0,-16 2 0,-45-9 0,36 11 0,-1 1-258,-2-2 0,1 0 258,3 1 0,0-1 0,1 1 0,2 0 0,-45-4 0,-2-1 0,7 3 0,17 3 0,18 2 0,17 2 0,10 0 0,14 1 0,11 0 0,27 4 0,7 7 0,27 12 0,5 15 0,20 15-397,-33-20 1,1 1 396,8 4 0,1 1 0,0 0 0,0 1 0,1 1 0,0 0 0,3 2 0,0 0 0,2 1 0,0-1 0,-1-2 0,-1 0 0,-4-5 0,-1-2 0,-7-4 0,-1-3-150,35 17 150,-7-7 0,-21-13 0,-15-8 0,-16-6 0,-11-2 0,-6-4 983,-3-2-668,-2-14-154,-2 5-161,-6-13 0,-5 9 0,-7-5 0,-7-5 0,-7-5 0,-10-9 0,-10-2 0,-11-10 0,-10-9-461,28 25 0,-1-2 461,-2-3 0,0 0 0,2 3 0,0 1-141,-35-31 141,14 9 0,12 9 0,11 8 0,13 13 0,9 8 0,7 5 0,1 3 915,2 4-915,0 1 148,-10 2-148,1 1 0,-8 0 0,6 0 0,4 0 0,3 0 0,3 0 0,2 5 0,1 1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03:03:20.511"/>
    </inkml:context>
    <inkml:brush xml:id="br0">
      <inkml:brushProperty name="width" value="0.35" units="cm"/>
      <inkml:brushProperty name="height" value="0.35" units="cm"/>
      <inkml:brushProperty name="color" value="#E71224"/>
    </inkml:brush>
  </inkml:definitions>
  <inkml:trace contextRef="#ctx0" brushRef="#br0">619 755 24575,'4'-61'0,"0"-13"0,-4-13 0,0 36 0,0-2 0,0 2 0,0 2 0,0-43 0,0 14 0,-5 20 0,-2 10 0,-3 19 0,-3 14 0,3 8 0,-2 6 0,2 2 0,2 3 0,4 6 0,3 1 0,1 4 0,0-2 0,0 1 0,0 0 0,0 3 0,0 2 0,0 10 0,0 6 0,2 6 0,1 3 0,2-3 0,1-1 0,-3-5 0,-1-6 0,-2-7 0,0-7 0,0-5 0,-4-4 0,-9 0 0,-15 2 0,-17 7 0,-15 4 0,-6 2 0,1 0 0,-2-5 0,10-3 0,7-2 0,9-1 0,14-3 0,4-1 0,8-1 0,8 0 0,22 6 0,0-3 0,21 2 0,2-3 0,6 1 0,9 2 0,3 0 0,-1-1 0,0-3 0,-7-2 0,-7 1 0,-4-2 0,-8 0 0,-3 0 0,-7-3 0,-3 0 0,1 0 0,7 0 0,12 0 0,8 2 0,7 2 0,5 5 0,-1 1 0,-1 2 0,-6-1 0,-8-2 0,-9-1 0,-11-2 0,-6-1 0,-7-1 0,1-2 0,-1-20 0,-4 7 0,1-16 0,-4 13 0,0 1 0,0 0 0,-2 4 0,-5-2 0,1 6 0,-8-3 0,1 1 0,-3 0 0,-3-3 0,-3 1 0,0-1 0,-3-1 0,-1 2 0,2 0 0,3 2 0,2 1 0,3 0 0,3 1 0,1-1 0,3 1 0,0 2 0,-2-1 0,-1 1 0,1-2 0,0 1 0,2 1 0,0 0 0,-1 1 0,0 0 0,-1-1 0,-1 2 0,-2 1 0,-2 0 0,1 0 0,3-2 0,5-3 0,38-3 0,-8 3 0,28 0 0,-19 5 0,-3 0 0,-3 2 0,-3 0 0,-4 3 0,0-1 0,1 0 0,9 0 0,16-1 0,24 0 0,23-2 0,-41-1 0,0 0 0,49 0 0,-8 0 0,-12 0 0,-13 0 0,-15 0 0,-20 0 0,-14-2 0,-9-2 0,-6-2 0,-21 0 0,-1 2 0,-17 2 0,8 1 0,-1 1 0,3 0 0,5 0 0,2 0 0,5-2 0,0 0 0,1-1 0,1 2 0,0 1 0,-2 0 0,-9 0 0,-6 0 0,-5 0 0,0 0 0,1 0 0,1 0 0,3 0 0,6 0 0,7 0 0,6 0 0,2 0 0,-8 0 0,-3 0 0,-9 0 0,-12 0 0,-11 0 0,-12-3 0,-2-3 0,10-2 0,3-3 0,8 1 0,3 0 0,2-1 0,10 3 0,8 0 0,6 3 0,6 0 0,5-1 0,25 14 0,-9-6 0,19 15 0,-15-6 0,5 4 0,6 5 0,19 11 0,9 5 0,2 1 0,-8-5 0,-15-7 0,-4-1 0,-1 0 0,0 2 0,-3 1 0,-1 2 0,2 3 0,2 1 0,-1-2 0,-4-3 0,-5-6 0,-1-6 0,-4-4 0,-1-2 0,-4-9 0,-26-36 0,-6-12 0,-4 1 0,8 13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CA2D73-2532-A640-A667-27AB4D0D333F}" type="datetimeFigureOut">
              <a:t>22/12/25</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6FF3D1-0F45-2240-9B47-75654C02E24A}" type="slidenum">
              <a:t>‹#›</a:t>
            </a:fld>
            <a:endParaRPr lang="en-VN"/>
          </a:p>
        </p:txBody>
      </p:sp>
    </p:spTree>
    <p:extLst>
      <p:ext uri="{BB962C8B-B14F-4D97-AF65-F5344CB8AC3E}">
        <p14:creationId xmlns:p14="http://schemas.microsoft.com/office/powerpoint/2010/main" val="197142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576FF3D1-0F45-2240-9B47-75654C02E24A}" type="slidenum">
              <a:t>2</a:t>
            </a:fld>
            <a:endParaRPr lang="en-VN"/>
          </a:p>
        </p:txBody>
      </p:sp>
    </p:spTree>
    <p:extLst>
      <p:ext uri="{BB962C8B-B14F-4D97-AF65-F5344CB8AC3E}">
        <p14:creationId xmlns:p14="http://schemas.microsoft.com/office/powerpoint/2010/main" val="28230818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E7630-52AC-6850-F366-337DC0C7CC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CD3F92-4320-FB05-41D9-3C25338399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05BA21-5291-00B1-DDA1-5A26DC3A8D7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329C4681-FA83-498B-F24F-3CAA3CBE94CE}"/>
              </a:ext>
            </a:extLst>
          </p:cNvPr>
          <p:cNvSpPr>
            <a:spLocks noGrp="1"/>
          </p:cNvSpPr>
          <p:nvPr>
            <p:ph type="sldNum" sz="quarter" idx="5"/>
          </p:nvPr>
        </p:nvSpPr>
        <p:spPr/>
        <p:txBody>
          <a:bodyPr/>
          <a:lstStyle/>
          <a:p>
            <a:fld id="{576FF3D1-0F45-2240-9B47-75654C02E24A}" type="slidenum">
              <a:t>3</a:t>
            </a:fld>
            <a:endParaRPr lang="en-VN"/>
          </a:p>
        </p:txBody>
      </p:sp>
    </p:spTree>
    <p:extLst>
      <p:ext uri="{BB962C8B-B14F-4D97-AF65-F5344CB8AC3E}">
        <p14:creationId xmlns:p14="http://schemas.microsoft.com/office/powerpoint/2010/main" val="2776201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62C20-3C43-A96E-6EBF-A5A97ADFE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C16852-AD83-3FF1-F7F1-B9802DDC65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29F091-1D32-45AE-1C44-AD34B20439FF}"/>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70AA5C88-0046-5768-8D21-1303FD8C43D2}"/>
              </a:ext>
            </a:extLst>
          </p:cNvPr>
          <p:cNvSpPr>
            <a:spLocks noGrp="1"/>
          </p:cNvSpPr>
          <p:nvPr>
            <p:ph type="sldNum" sz="quarter" idx="5"/>
          </p:nvPr>
        </p:nvSpPr>
        <p:spPr/>
        <p:txBody>
          <a:bodyPr/>
          <a:lstStyle/>
          <a:p>
            <a:fld id="{576FF3D1-0F45-2240-9B47-75654C02E24A}" type="slidenum">
              <a:t>4</a:t>
            </a:fld>
            <a:endParaRPr lang="en-VN"/>
          </a:p>
        </p:txBody>
      </p:sp>
    </p:spTree>
    <p:extLst>
      <p:ext uri="{BB962C8B-B14F-4D97-AF65-F5344CB8AC3E}">
        <p14:creationId xmlns:p14="http://schemas.microsoft.com/office/powerpoint/2010/main" val="2443915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415EF-61D8-84AD-F44C-E1C722B6FF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F77CB9-24D5-FACB-A03C-B93EECA60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7A895A-30AD-D17F-382F-3DA1E9AE0FB0}"/>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B724340E-A1CE-D826-A074-DBDE65686097}"/>
              </a:ext>
            </a:extLst>
          </p:cNvPr>
          <p:cNvSpPr>
            <a:spLocks noGrp="1"/>
          </p:cNvSpPr>
          <p:nvPr>
            <p:ph type="sldNum" sz="quarter" idx="5"/>
          </p:nvPr>
        </p:nvSpPr>
        <p:spPr/>
        <p:txBody>
          <a:bodyPr/>
          <a:lstStyle/>
          <a:p>
            <a:fld id="{576FF3D1-0F45-2240-9B47-75654C02E24A}" type="slidenum">
              <a:t>5</a:t>
            </a:fld>
            <a:endParaRPr lang="en-VN"/>
          </a:p>
        </p:txBody>
      </p:sp>
    </p:spTree>
    <p:extLst>
      <p:ext uri="{BB962C8B-B14F-4D97-AF65-F5344CB8AC3E}">
        <p14:creationId xmlns:p14="http://schemas.microsoft.com/office/powerpoint/2010/main" val="2828307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E8EBE-A45D-D1D1-B686-5CE7F86ABB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D9D7D2-BA01-013A-3E1E-565DF12A01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FD03CD-50F7-C64D-7ED8-21F44E0E1894}"/>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370810F2-EB83-3040-F8C9-2E0B2F387BC7}"/>
              </a:ext>
            </a:extLst>
          </p:cNvPr>
          <p:cNvSpPr>
            <a:spLocks noGrp="1"/>
          </p:cNvSpPr>
          <p:nvPr>
            <p:ph type="sldNum" sz="quarter" idx="5"/>
          </p:nvPr>
        </p:nvSpPr>
        <p:spPr/>
        <p:txBody>
          <a:bodyPr/>
          <a:lstStyle/>
          <a:p>
            <a:fld id="{576FF3D1-0F45-2240-9B47-75654C02E24A}" type="slidenum">
              <a:t>6</a:t>
            </a:fld>
            <a:endParaRPr lang="en-VN"/>
          </a:p>
        </p:txBody>
      </p:sp>
    </p:spTree>
    <p:extLst>
      <p:ext uri="{BB962C8B-B14F-4D97-AF65-F5344CB8AC3E}">
        <p14:creationId xmlns:p14="http://schemas.microsoft.com/office/powerpoint/2010/main" val="27219437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F5162-8413-3936-8BDB-BCF9F97E61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16C01F-0C62-37A0-B87B-45CE3810A0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BA1CD1-E337-941B-FF88-2BFA722BA0E6}"/>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BFE6E69E-3E31-0BFB-A4C6-D987D5423958}"/>
              </a:ext>
            </a:extLst>
          </p:cNvPr>
          <p:cNvSpPr>
            <a:spLocks noGrp="1"/>
          </p:cNvSpPr>
          <p:nvPr>
            <p:ph type="sldNum" sz="quarter" idx="5"/>
          </p:nvPr>
        </p:nvSpPr>
        <p:spPr/>
        <p:txBody>
          <a:bodyPr/>
          <a:lstStyle/>
          <a:p>
            <a:fld id="{576FF3D1-0F45-2240-9B47-75654C02E24A}" type="slidenum">
              <a:t>7</a:t>
            </a:fld>
            <a:endParaRPr lang="en-VN"/>
          </a:p>
        </p:txBody>
      </p:sp>
    </p:spTree>
    <p:extLst>
      <p:ext uri="{BB962C8B-B14F-4D97-AF65-F5344CB8AC3E}">
        <p14:creationId xmlns:p14="http://schemas.microsoft.com/office/powerpoint/2010/main" val="15728782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816D6-2721-013C-FBFC-CD37FBBED8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366133-997A-A9C1-E9CD-F66EA1F903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AFC4F-50E5-4566-7731-41F376E7014F}"/>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1A4AD0EA-99E0-C5F1-5126-8951AB3DBF7D}"/>
              </a:ext>
            </a:extLst>
          </p:cNvPr>
          <p:cNvSpPr>
            <a:spLocks noGrp="1"/>
          </p:cNvSpPr>
          <p:nvPr>
            <p:ph type="sldNum" sz="quarter" idx="5"/>
          </p:nvPr>
        </p:nvSpPr>
        <p:spPr/>
        <p:txBody>
          <a:bodyPr/>
          <a:lstStyle/>
          <a:p>
            <a:fld id="{576FF3D1-0F45-2240-9B47-75654C02E24A}" type="slidenum">
              <a:t>8</a:t>
            </a:fld>
            <a:endParaRPr lang="en-VN"/>
          </a:p>
        </p:txBody>
      </p:sp>
    </p:spTree>
    <p:extLst>
      <p:ext uri="{BB962C8B-B14F-4D97-AF65-F5344CB8AC3E}">
        <p14:creationId xmlns:p14="http://schemas.microsoft.com/office/powerpoint/2010/main" val="627291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EB793-F4B1-3E9F-FE48-391BD5A42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DF4C52-244F-146E-5CB2-9DC06656F1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5FFDE5-EDB5-3173-0F8E-06A7861C4F4C}"/>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5AE3FC81-F789-CF48-8048-3223575625BE}"/>
              </a:ext>
            </a:extLst>
          </p:cNvPr>
          <p:cNvSpPr>
            <a:spLocks noGrp="1"/>
          </p:cNvSpPr>
          <p:nvPr>
            <p:ph type="sldNum" sz="quarter" idx="5"/>
          </p:nvPr>
        </p:nvSpPr>
        <p:spPr/>
        <p:txBody>
          <a:bodyPr/>
          <a:lstStyle/>
          <a:p>
            <a:fld id="{576FF3D1-0F45-2240-9B47-75654C02E24A}" type="slidenum">
              <a:t>9</a:t>
            </a:fld>
            <a:endParaRPr lang="en-VN"/>
          </a:p>
        </p:txBody>
      </p:sp>
    </p:spTree>
    <p:extLst>
      <p:ext uri="{BB962C8B-B14F-4D97-AF65-F5344CB8AC3E}">
        <p14:creationId xmlns:p14="http://schemas.microsoft.com/office/powerpoint/2010/main" val="27909334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FD298-E322-47C7-47BD-4E7FE75071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CE134C-273F-6E7B-9723-0EF0B20E71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EBCB85-92A7-E5AA-57BC-FAA5208A5224}"/>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D2E1BA5A-61B5-0F90-E488-4BF3F37CF0DD}"/>
              </a:ext>
            </a:extLst>
          </p:cNvPr>
          <p:cNvSpPr>
            <a:spLocks noGrp="1"/>
          </p:cNvSpPr>
          <p:nvPr>
            <p:ph type="sldNum" sz="quarter" idx="5"/>
          </p:nvPr>
        </p:nvSpPr>
        <p:spPr/>
        <p:txBody>
          <a:bodyPr/>
          <a:lstStyle/>
          <a:p>
            <a:fld id="{576FF3D1-0F45-2240-9B47-75654C02E24A}" type="slidenum">
              <a:t>10</a:t>
            </a:fld>
            <a:endParaRPr lang="en-VN"/>
          </a:p>
        </p:txBody>
      </p:sp>
    </p:spTree>
    <p:extLst>
      <p:ext uri="{BB962C8B-B14F-4D97-AF65-F5344CB8AC3E}">
        <p14:creationId xmlns:p14="http://schemas.microsoft.com/office/powerpoint/2010/main" val="3595792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7331B-D969-9328-52BC-DF7A81C492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775B4F-5F1C-EB93-C8E8-DBC5825D71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319281-7B5F-918F-99BF-76A2230DB184}"/>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B8DD926F-50E3-5A32-A857-6613E1577DC4}"/>
              </a:ext>
            </a:extLst>
          </p:cNvPr>
          <p:cNvSpPr>
            <a:spLocks noGrp="1"/>
          </p:cNvSpPr>
          <p:nvPr>
            <p:ph type="sldNum" sz="quarter" idx="5"/>
          </p:nvPr>
        </p:nvSpPr>
        <p:spPr/>
        <p:txBody>
          <a:bodyPr/>
          <a:lstStyle/>
          <a:p>
            <a:fld id="{576FF3D1-0F45-2240-9B47-75654C02E24A}" type="slidenum">
              <a:t>11</a:t>
            </a:fld>
            <a:endParaRPr lang="en-VN"/>
          </a:p>
        </p:txBody>
      </p:sp>
    </p:spTree>
    <p:extLst>
      <p:ext uri="{BB962C8B-B14F-4D97-AF65-F5344CB8AC3E}">
        <p14:creationId xmlns:p14="http://schemas.microsoft.com/office/powerpoint/2010/main" val="4157850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385F4-23D4-D748-DEEE-3E0F2043BE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15E393-2E8F-EA92-2414-8CF14D62D8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D5A8A3-BEA4-A6BA-D04A-670E47BA0247}"/>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A9856218-F113-58F3-FC1B-D7B9741909CE}"/>
              </a:ext>
            </a:extLst>
          </p:cNvPr>
          <p:cNvSpPr>
            <a:spLocks noGrp="1"/>
          </p:cNvSpPr>
          <p:nvPr>
            <p:ph type="sldNum" sz="quarter" idx="5"/>
          </p:nvPr>
        </p:nvSpPr>
        <p:spPr/>
        <p:txBody>
          <a:bodyPr/>
          <a:lstStyle/>
          <a:p>
            <a:fld id="{576FF3D1-0F45-2240-9B47-75654C02E24A}" type="slidenum">
              <a:t>12</a:t>
            </a:fld>
            <a:endParaRPr lang="en-VN"/>
          </a:p>
        </p:txBody>
      </p:sp>
    </p:spTree>
    <p:extLst>
      <p:ext uri="{BB962C8B-B14F-4D97-AF65-F5344CB8AC3E}">
        <p14:creationId xmlns:p14="http://schemas.microsoft.com/office/powerpoint/2010/main" val="37280078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40704-9660-F528-9CED-8078D49F2B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10C386-4A8E-FD2A-603F-FAB181A75D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52F39-B543-79A7-0D69-DF05A1F5C24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452A86A4-043A-4A37-C283-11D1CC3119B8}"/>
              </a:ext>
            </a:extLst>
          </p:cNvPr>
          <p:cNvSpPr>
            <a:spLocks noGrp="1"/>
          </p:cNvSpPr>
          <p:nvPr>
            <p:ph type="sldNum" sz="quarter" idx="5"/>
          </p:nvPr>
        </p:nvSpPr>
        <p:spPr/>
        <p:txBody>
          <a:bodyPr/>
          <a:lstStyle/>
          <a:p>
            <a:fld id="{576FF3D1-0F45-2240-9B47-75654C02E24A}" type="slidenum">
              <a:t>13</a:t>
            </a:fld>
            <a:endParaRPr lang="en-VN"/>
          </a:p>
        </p:txBody>
      </p:sp>
    </p:spTree>
    <p:extLst>
      <p:ext uri="{BB962C8B-B14F-4D97-AF65-F5344CB8AC3E}">
        <p14:creationId xmlns:p14="http://schemas.microsoft.com/office/powerpoint/2010/main" val="3536850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8C5ED-0263-615E-BDF5-E3C6E6A3E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EB9218-4428-E911-DE82-EC0BF4F66A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2AD60F-CAF5-78E6-34EC-34DF5829A7F9}"/>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F7B52A33-3396-FB37-E150-90C7FCD869A2}"/>
              </a:ext>
            </a:extLst>
          </p:cNvPr>
          <p:cNvSpPr>
            <a:spLocks noGrp="1"/>
          </p:cNvSpPr>
          <p:nvPr>
            <p:ph type="sldNum" sz="quarter" idx="5"/>
          </p:nvPr>
        </p:nvSpPr>
        <p:spPr/>
        <p:txBody>
          <a:bodyPr/>
          <a:lstStyle/>
          <a:p>
            <a:fld id="{576FF3D1-0F45-2240-9B47-75654C02E24A}" type="slidenum">
              <a:t>14</a:t>
            </a:fld>
            <a:endParaRPr lang="en-VN"/>
          </a:p>
        </p:txBody>
      </p:sp>
    </p:spTree>
    <p:extLst>
      <p:ext uri="{BB962C8B-B14F-4D97-AF65-F5344CB8AC3E}">
        <p14:creationId xmlns:p14="http://schemas.microsoft.com/office/powerpoint/2010/main" val="17851045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34D38-C64C-6011-9C29-37CFDBDBC7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0FA173-F750-EB4C-8145-DEDF64E762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83D5D6-27CE-EFB8-61F4-A6DF622F02E6}"/>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2949D960-10F2-CD23-A2F4-174B58134E61}"/>
              </a:ext>
            </a:extLst>
          </p:cNvPr>
          <p:cNvSpPr>
            <a:spLocks noGrp="1"/>
          </p:cNvSpPr>
          <p:nvPr>
            <p:ph type="sldNum" sz="quarter" idx="5"/>
          </p:nvPr>
        </p:nvSpPr>
        <p:spPr/>
        <p:txBody>
          <a:bodyPr/>
          <a:lstStyle/>
          <a:p>
            <a:fld id="{576FF3D1-0F45-2240-9B47-75654C02E24A}" type="slidenum">
              <a:t>15</a:t>
            </a:fld>
            <a:endParaRPr lang="en-VN"/>
          </a:p>
        </p:txBody>
      </p:sp>
    </p:spTree>
    <p:extLst>
      <p:ext uri="{BB962C8B-B14F-4D97-AF65-F5344CB8AC3E}">
        <p14:creationId xmlns:p14="http://schemas.microsoft.com/office/powerpoint/2010/main" val="36698387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723C9-045B-4AA0-008C-46AF51F6FE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4D4F0B-51DF-35EB-0B69-3656F064E0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E48206-3EC9-E7DF-58B3-C0C2D866321C}"/>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58AFF3B8-53C9-18EC-40AB-7C5C38A375AB}"/>
              </a:ext>
            </a:extLst>
          </p:cNvPr>
          <p:cNvSpPr>
            <a:spLocks noGrp="1"/>
          </p:cNvSpPr>
          <p:nvPr>
            <p:ph type="sldNum" sz="quarter" idx="5"/>
          </p:nvPr>
        </p:nvSpPr>
        <p:spPr/>
        <p:txBody>
          <a:bodyPr/>
          <a:lstStyle/>
          <a:p>
            <a:fld id="{576FF3D1-0F45-2240-9B47-75654C02E24A}" type="slidenum">
              <a:t>16</a:t>
            </a:fld>
            <a:endParaRPr lang="en-VN"/>
          </a:p>
        </p:txBody>
      </p:sp>
    </p:spTree>
    <p:extLst>
      <p:ext uri="{BB962C8B-B14F-4D97-AF65-F5344CB8AC3E}">
        <p14:creationId xmlns:p14="http://schemas.microsoft.com/office/powerpoint/2010/main" val="12911969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6282E-1F75-940E-642A-7F5FF284A4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9481B-7374-8B8A-6C5A-D0DF32251B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06A04D-58AA-306A-5B3D-812A223B5E4C}"/>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EB34A922-0C0F-B361-7687-2B1E02138100}"/>
              </a:ext>
            </a:extLst>
          </p:cNvPr>
          <p:cNvSpPr>
            <a:spLocks noGrp="1"/>
          </p:cNvSpPr>
          <p:nvPr>
            <p:ph type="sldNum" sz="quarter" idx="5"/>
          </p:nvPr>
        </p:nvSpPr>
        <p:spPr/>
        <p:txBody>
          <a:bodyPr/>
          <a:lstStyle/>
          <a:p>
            <a:fld id="{576FF3D1-0F45-2240-9B47-75654C02E24A}" type="slidenum">
              <a:t>17</a:t>
            </a:fld>
            <a:endParaRPr lang="en-VN"/>
          </a:p>
        </p:txBody>
      </p:sp>
    </p:spTree>
    <p:extLst>
      <p:ext uri="{BB962C8B-B14F-4D97-AF65-F5344CB8AC3E}">
        <p14:creationId xmlns:p14="http://schemas.microsoft.com/office/powerpoint/2010/main" val="16345321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904DE-318B-603E-9883-DCB3AC1683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A22814-7B1F-3BBE-8DFC-BB934B2E6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F6969-F3C1-8575-784C-4DAAEE9246B0}"/>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51E2EEBE-0196-451B-4452-71AADBF3FF62}"/>
              </a:ext>
            </a:extLst>
          </p:cNvPr>
          <p:cNvSpPr>
            <a:spLocks noGrp="1"/>
          </p:cNvSpPr>
          <p:nvPr>
            <p:ph type="sldNum" sz="quarter" idx="5"/>
          </p:nvPr>
        </p:nvSpPr>
        <p:spPr/>
        <p:txBody>
          <a:bodyPr/>
          <a:lstStyle/>
          <a:p>
            <a:fld id="{576FF3D1-0F45-2240-9B47-75654C02E24A}" type="slidenum">
              <a:t>18</a:t>
            </a:fld>
            <a:endParaRPr lang="en-VN"/>
          </a:p>
        </p:txBody>
      </p:sp>
    </p:spTree>
    <p:extLst>
      <p:ext uri="{BB962C8B-B14F-4D97-AF65-F5344CB8AC3E}">
        <p14:creationId xmlns:p14="http://schemas.microsoft.com/office/powerpoint/2010/main" val="5886395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E4316-851E-699A-7ACD-C7BAFEADA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684B35-2219-3FB5-06CE-8B32B55CBD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78A488-C059-2D6E-3FFA-15D277B5B6F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A2D79BF2-2418-7F9D-4CA0-7634F8F48048}"/>
              </a:ext>
            </a:extLst>
          </p:cNvPr>
          <p:cNvSpPr>
            <a:spLocks noGrp="1"/>
          </p:cNvSpPr>
          <p:nvPr>
            <p:ph type="sldNum" sz="quarter" idx="5"/>
          </p:nvPr>
        </p:nvSpPr>
        <p:spPr/>
        <p:txBody>
          <a:bodyPr/>
          <a:lstStyle/>
          <a:p>
            <a:fld id="{576FF3D1-0F45-2240-9B47-75654C02E24A}" type="slidenum">
              <a:t>19</a:t>
            </a:fld>
            <a:endParaRPr lang="en-VN"/>
          </a:p>
        </p:txBody>
      </p:sp>
    </p:spTree>
    <p:extLst>
      <p:ext uri="{BB962C8B-B14F-4D97-AF65-F5344CB8AC3E}">
        <p14:creationId xmlns:p14="http://schemas.microsoft.com/office/powerpoint/2010/main" val="5414298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D1B78-6882-0B24-50B9-F97E570911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995856-184F-EB37-F5C8-C6C7AEEA53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FAEF0-0570-A3BD-F542-948785DCE74A}"/>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C2078F14-BEFF-E1D8-3065-731FDD73C0E8}"/>
              </a:ext>
            </a:extLst>
          </p:cNvPr>
          <p:cNvSpPr>
            <a:spLocks noGrp="1"/>
          </p:cNvSpPr>
          <p:nvPr>
            <p:ph type="sldNum" sz="quarter" idx="5"/>
          </p:nvPr>
        </p:nvSpPr>
        <p:spPr/>
        <p:txBody>
          <a:bodyPr/>
          <a:lstStyle/>
          <a:p>
            <a:fld id="{576FF3D1-0F45-2240-9B47-75654C02E24A}" type="slidenum">
              <a:t>20</a:t>
            </a:fld>
            <a:endParaRPr lang="en-VN"/>
          </a:p>
        </p:txBody>
      </p:sp>
    </p:spTree>
    <p:extLst>
      <p:ext uri="{BB962C8B-B14F-4D97-AF65-F5344CB8AC3E}">
        <p14:creationId xmlns:p14="http://schemas.microsoft.com/office/powerpoint/2010/main" val="14287789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A63AF-6647-BFDD-1583-3FF93A7133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2B95DA-2999-818B-7A49-E8536200F9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F9E22F-BD20-7E69-AF5C-A4D573F495FC}"/>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DECD3F6C-E6B7-3702-AAB8-04FF408901E2}"/>
              </a:ext>
            </a:extLst>
          </p:cNvPr>
          <p:cNvSpPr>
            <a:spLocks noGrp="1"/>
          </p:cNvSpPr>
          <p:nvPr>
            <p:ph type="sldNum" sz="quarter" idx="5"/>
          </p:nvPr>
        </p:nvSpPr>
        <p:spPr/>
        <p:txBody>
          <a:bodyPr/>
          <a:lstStyle/>
          <a:p>
            <a:fld id="{576FF3D1-0F45-2240-9B47-75654C02E24A}" type="slidenum">
              <a:t>21</a:t>
            </a:fld>
            <a:endParaRPr lang="en-VN"/>
          </a:p>
        </p:txBody>
      </p:sp>
    </p:spTree>
    <p:extLst>
      <p:ext uri="{BB962C8B-B14F-4D97-AF65-F5344CB8AC3E}">
        <p14:creationId xmlns:p14="http://schemas.microsoft.com/office/powerpoint/2010/main" val="35088120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460C8-3401-FF0D-06FD-2B016AAC28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14C443-F5C1-947F-F121-86AD7E9C18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D6CE96-4160-AD0C-12A9-D7BD4387EBB8}"/>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45932C6E-8FEC-665F-6473-1ECD893109FA}"/>
              </a:ext>
            </a:extLst>
          </p:cNvPr>
          <p:cNvSpPr>
            <a:spLocks noGrp="1"/>
          </p:cNvSpPr>
          <p:nvPr>
            <p:ph type="sldNum" sz="quarter" idx="5"/>
          </p:nvPr>
        </p:nvSpPr>
        <p:spPr/>
        <p:txBody>
          <a:bodyPr/>
          <a:lstStyle/>
          <a:p>
            <a:fld id="{576FF3D1-0F45-2240-9B47-75654C02E24A}" type="slidenum">
              <a:t>22</a:t>
            </a:fld>
            <a:endParaRPr lang="en-VN"/>
          </a:p>
        </p:txBody>
      </p:sp>
    </p:spTree>
    <p:extLst>
      <p:ext uri="{BB962C8B-B14F-4D97-AF65-F5344CB8AC3E}">
        <p14:creationId xmlns:p14="http://schemas.microsoft.com/office/powerpoint/2010/main" val="40191497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C4B7C-03DA-8103-783F-236E8AD5B7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B7F12D-1BF3-6DE4-C442-0648F42B1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DB6128-CBAF-157C-FDC0-B05530F59881}"/>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4CF4F37D-FBC1-ABF4-691A-3D7DAD79405C}"/>
              </a:ext>
            </a:extLst>
          </p:cNvPr>
          <p:cNvSpPr>
            <a:spLocks noGrp="1"/>
          </p:cNvSpPr>
          <p:nvPr>
            <p:ph type="sldNum" sz="quarter" idx="5"/>
          </p:nvPr>
        </p:nvSpPr>
        <p:spPr/>
        <p:txBody>
          <a:bodyPr/>
          <a:lstStyle/>
          <a:p>
            <a:fld id="{576FF3D1-0F45-2240-9B47-75654C02E24A}" type="slidenum">
              <a:t>23</a:t>
            </a:fld>
            <a:endParaRPr lang="en-VN"/>
          </a:p>
        </p:txBody>
      </p:sp>
    </p:spTree>
    <p:extLst>
      <p:ext uri="{BB962C8B-B14F-4D97-AF65-F5344CB8AC3E}">
        <p14:creationId xmlns:p14="http://schemas.microsoft.com/office/powerpoint/2010/main" val="38269372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3B3B3-477D-26AC-8F01-C96838CC90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15381-3322-3604-F689-B89BC3D1E7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8CE8A-31B4-5332-96C0-199C3D1E245F}"/>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06C53742-2C50-D6CB-CC10-822799E83547}"/>
              </a:ext>
            </a:extLst>
          </p:cNvPr>
          <p:cNvSpPr>
            <a:spLocks noGrp="1"/>
          </p:cNvSpPr>
          <p:nvPr>
            <p:ph type="sldNum" sz="quarter" idx="5"/>
          </p:nvPr>
        </p:nvSpPr>
        <p:spPr/>
        <p:txBody>
          <a:bodyPr/>
          <a:lstStyle/>
          <a:p>
            <a:fld id="{576FF3D1-0F45-2240-9B47-75654C02E24A}" type="slidenum">
              <a:t>24</a:t>
            </a:fld>
            <a:endParaRPr lang="en-VN"/>
          </a:p>
        </p:txBody>
      </p:sp>
    </p:spTree>
    <p:extLst>
      <p:ext uri="{BB962C8B-B14F-4D97-AF65-F5344CB8AC3E}">
        <p14:creationId xmlns:p14="http://schemas.microsoft.com/office/powerpoint/2010/main" val="29008386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79F6B-3AD0-EBD2-EBEE-2353084EFC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783CAB-7BE8-72D0-ECA5-24573503FB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F0374A-65D1-E444-B1BB-E76EB58D9F0C}"/>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B4A8CAF2-8CCD-3B9F-E93E-1D5D90AEA93E}"/>
              </a:ext>
            </a:extLst>
          </p:cNvPr>
          <p:cNvSpPr>
            <a:spLocks noGrp="1"/>
          </p:cNvSpPr>
          <p:nvPr>
            <p:ph type="sldNum" sz="quarter" idx="5"/>
          </p:nvPr>
        </p:nvSpPr>
        <p:spPr/>
        <p:txBody>
          <a:bodyPr/>
          <a:lstStyle/>
          <a:p>
            <a:fld id="{576FF3D1-0F45-2240-9B47-75654C02E24A}" type="slidenum">
              <a:t>25</a:t>
            </a:fld>
            <a:endParaRPr lang="en-VN"/>
          </a:p>
        </p:txBody>
      </p:sp>
    </p:spTree>
    <p:extLst>
      <p:ext uri="{BB962C8B-B14F-4D97-AF65-F5344CB8AC3E}">
        <p14:creationId xmlns:p14="http://schemas.microsoft.com/office/powerpoint/2010/main" val="19981168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FF002-C664-5176-34F6-21D4597665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A6CDD0-9B93-4E75-0310-ACC746E52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5E7958-4A63-E318-3EF0-B63D415B1CC8}"/>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A14D5469-542D-5AF9-4C51-CC7A677A8B14}"/>
              </a:ext>
            </a:extLst>
          </p:cNvPr>
          <p:cNvSpPr>
            <a:spLocks noGrp="1"/>
          </p:cNvSpPr>
          <p:nvPr>
            <p:ph type="sldNum" sz="quarter" idx="5"/>
          </p:nvPr>
        </p:nvSpPr>
        <p:spPr/>
        <p:txBody>
          <a:bodyPr/>
          <a:lstStyle/>
          <a:p>
            <a:fld id="{576FF3D1-0F45-2240-9B47-75654C02E24A}" type="slidenum">
              <a:t>26</a:t>
            </a:fld>
            <a:endParaRPr lang="en-VN"/>
          </a:p>
        </p:txBody>
      </p:sp>
    </p:spTree>
    <p:extLst>
      <p:ext uri="{BB962C8B-B14F-4D97-AF65-F5344CB8AC3E}">
        <p14:creationId xmlns:p14="http://schemas.microsoft.com/office/powerpoint/2010/main" val="29260912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65818-04FC-B961-AAED-A8A3E5B18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EAEE0-F143-0348-C464-01E2924194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2812A2-42B8-DE0C-0F28-F16BA074F4C0}"/>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2AE4A91-EDAB-3832-C7AA-E47A10B37624}"/>
              </a:ext>
            </a:extLst>
          </p:cNvPr>
          <p:cNvSpPr>
            <a:spLocks noGrp="1"/>
          </p:cNvSpPr>
          <p:nvPr>
            <p:ph type="sldNum" sz="quarter" idx="5"/>
          </p:nvPr>
        </p:nvSpPr>
        <p:spPr/>
        <p:txBody>
          <a:bodyPr/>
          <a:lstStyle/>
          <a:p>
            <a:fld id="{576FF3D1-0F45-2240-9B47-75654C02E24A}" type="slidenum">
              <a:t>27</a:t>
            </a:fld>
            <a:endParaRPr lang="en-VN"/>
          </a:p>
        </p:txBody>
      </p:sp>
    </p:spTree>
    <p:extLst>
      <p:ext uri="{BB962C8B-B14F-4D97-AF65-F5344CB8AC3E}">
        <p14:creationId xmlns:p14="http://schemas.microsoft.com/office/powerpoint/2010/main" val="27155585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3D108-BD44-F093-6B0A-795A693D3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F56C41-7DD1-7669-4129-B82201A0C1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E73BDE-23E4-533A-A4EA-BD7AF2D6D666}"/>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5E4BBC82-9C86-459A-A682-1910D2DF0C51}"/>
              </a:ext>
            </a:extLst>
          </p:cNvPr>
          <p:cNvSpPr>
            <a:spLocks noGrp="1"/>
          </p:cNvSpPr>
          <p:nvPr>
            <p:ph type="sldNum" sz="quarter" idx="5"/>
          </p:nvPr>
        </p:nvSpPr>
        <p:spPr/>
        <p:txBody>
          <a:bodyPr/>
          <a:lstStyle/>
          <a:p>
            <a:fld id="{576FF3D1-0F45-2240-9B47-75654C02E24A}" type="slidenum">
              <a:t>28</a:t>
            </a:fld>
            <a:endParaRPr lang="en-VN"/>
          </a:p>
        </p:txBody>
      </p:sp>
    </p:spTree>
    <p:extLst>
      <p:ext uri="{BB962C8B-B14F-4D97-AF65-F5344CB8AC3E}">
        <p14:creationId xmlns:p14="http://schemas.microsoft.com/office/powerpoint/2010/main" val="5532804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988C9-5D1B-2C73-A5C2-757CD7836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AE843-7635-BADE-FBDB-E8E20E809A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7B5CDD-837E-839E-7C14-374FFBD93CE9}"/>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86EAB75C-C037-7ECE-77FD-F89EB225B032}"/>
              </a:ext>
            </a:extLst>
          </p:cNvPr>
          <p:cNvSpPr>
            <a:spLocks noGrp="1"/>
          </p:cNvSpPr>
          <p:nvPr>
            <p:ph type="sldNum" sz="quarter" idx="5"/>
          </p:nvPr>
        </p:nvSpPr>
        <p:spPr/>
        <p:txBody>
          <a:bodyPr/>
          <a:lstStyle/>
          <a:p>
            <a:fld id="{576FF3D1-0F45-2240-9B47-75654C02E24A}" type="slidenum">
              <a:t>29</a:t>
            </a:fld>
            <a:endParaRPr lang="en-VN"/>
          </a:p>
        </p:txBody>
      </p:sp>
    </p:spTree>
    <p:extLst>
      <p:ext uri="{BB962C8B-B14F-4D97-AF65-F5344CB8AC3E}">
        <p14:creationId xmlns:p14="http://schemas.microsoft.com/office/powerpoint/2010/main" val="35996015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27FE6-875F-8ED4-E000-51B1F40527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3F4A1-B86A-A61F-C82D-757114FD5F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CCFA57-99A4-C966-4FFA-9A42DE9E589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D3CEFA7-50C7-B5E9-BC25-478F28EC2A0B}"/>
              </a:ext>
            </a:extLst>
          </p:cNvPr>
          <p:cNvSpPr>
            <a:spLocks noGrp="1"/>
          </p:cNvSpPr>
          <p:nvPr>
            <p:ph type="sldNum" sz="quarter" idx="5"/>
          </p:nvPr>
        </p:nvSpPr>
        <p:spPr/>
        <p:txBody>
          <a:bodyPr/>
          <a:lstStyle/>
          <a:p>
            <a:fld id="{576FF3D1-0F45-2240-9B47-75654C02E24A}" type="slidenum">
              <a:t>30</a:t>
            </a:fld>
            <a:endParaRPr lang="en-VN"/>
          </a:p>
        </p:txBody>
      </p:sp>
    </p:spTree>
    <p:extLst>
      <p:ext uri="{BB962C8B-B14F-4D97-AF65-F5344CB8AC3E}">
        <p14:creationId xmlns:p14="http://schemas.microsoft.com/office/powerpoint/2010/main" val="41879739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0E6B2-2FC1-EC79-2BDD-65CBD5AB2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CB2C50-C319-7949-2C78-F5D7BF6814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79A9B0-DD31-438F-4D92-50C54B7B72C8}"/>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A8F15181-C0FE-AF41-5CBE-88D36ABA3EAD}"/>
              </a:ext>
            </a:extLst>
          </p:cNvPr>
          <p:cNvSpPr>
            <a:spLocks noGrp="1"/>
          </p:cNvSpPr>
          <p:nvPr>
            <p:ph type="sldNum" sz="quarter" idx="5"/>
          </p:nvPr>
        </p:nvSpPr>
        <p:spPr/>
        <p:txBody>
          <a:bodyPr/>
          <a:lstStyle/>
          <a:p>
            <a:fld id="{576FF3D1-0F45-2240-9B47-75654C02E24A}" type="slidenum">
              <a:t>31</a:t>
            </a:fld>
            <a:endParaRPr lang="en-VN"/>
          </a:p>
        </p:txBody>
      </p:sp>
    </p:spTree>
    <p:extLst>
      <p:ext uri="{BB962C8B-B14F-4D97-AF65-F5344CB8AC3E}">
        <p14:creationId xmlns:p14="http://schemas.microsoft.com/office/powerpoint/2010/main" val="8421645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C47F0-8EBE-9C18-F661-1F17B58A2C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1540AB-531B-3320-5DFE-038F37D398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EB0562-8855-B8E1-329C-CC1638DEA453}"/>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A52B899D-E9E2-2553-3109-651B6BEEC4E4}"/>
              </a:ext>
            </a:extLst>
          </p:cNvPr>
          <p:cNvSpPr>
            <a:spLocks noGrp="1"/>
          </p:cNvSpPr>
          <p:nvPr>
            <p:ph type="sldNum" sz="quarter" idx="5"/>
          </p:nvPr>
        </p:nvSpPr>
        <p:spPr/>
        <p:txBody>
          <a:bodyPr/>
          <a:lstStyle/>
          <a:p>
            <a:fld id="{576FF3D1-0F45-2240-9B47-75654C02E24A}" type="slidenum">
              <a:t>32</a:t>
            </a:fld>
            <a:endParaRPr lang="en-VN"/>
          </a:p>
        </p:txBody>
      </p:sp>
    </p:spTree>
    <p:extLst>
      <p:ext uri="{BB962C8B-B14F-4D97-AF65-F5344CB8AC3E}">
        <p14:creationId xmlns:p14="http://schemas.microsoft.com/office/powerpoint/2010/main" val="19692037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C867C-90BF-B790-B71F-A00E87E236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ED79FF-BBDB-F58E-C9FF-5B94252502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5E6B3D-32FC-107A-A436-9EDF5587DE6A}"/>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AEF07BDC-3639-8C25-9A05-4A6FEDCE6D0C}"/>
              </a:ext>
            </a:extLst>
          </p:cNvPr>
          <p:cNvSpPr>
            <a:spLocks noGrp="1"/>
          </p:cNvSpPr>
          <p:nvPr>
            <p:ph type="sldNum" sz="quarter" idx="5"/>
          </p:nvPr>
        </p:nvSpPr>
        <p:spPr/>
        <p:txBody>
          <a:bodyPr/>
          <a:lstStyle/>
          <a:p>
            <a:fld id="{576FF3D1-0F45-2240-9B47-75654C02E24A}" type="slidenum">
              <a:t>33</a:t>
            </a:fld>
            <a:endParaRPr lang="en-VN"/>
          </a:p>
        </p:txBody>
      </p:sp>
    </p:spTree>
    <p:extLst>
      <p:ext uri="{BB962C8B-B14F-4D97-AF65-F5344CB8AC3E}">
        <p14:creationId xmlns:p14="http://schemas.microsoft.com/office/powerpoint/2010/main" val="16578350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57855-C87A-38E6-BDF4-F46B14807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3F6B3D-1AB2-1120-BC26-5DA2B1281B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C0FE93-0D4A-75CB-79AB-9CD320059D7E}"/>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090C52A9-3F3D-3982-CA67-F9547D71E2FA}"/>
              </a:ext>
            </a:extLst>
          </p:cNvPr>
          <p:cNvSpPr>
            <a:spLocks noGrp="1"/>
          </p:cNvSpPr>
          <p:nvPr>
            <p:ph type="sldNum" sz="quarter" idx="5"/>
          </p:nvPr>
        </p:nvSpPr>
        <p:spPr/>
        <p:txBody>
          <a:bodyPr/>
          <a:lstStyle/>
          <a:p>
            <a:fld id="{576FF3D1-0F45-2240-9B47-75654C02E24A}" type="slidenum">
              <a:t>34</a:t>
            </a:fld>
            <a:endParaRPr lang="en-VN"/>
          </a:p>
        </p:txBody>
      </p:sp>
    </p:spTree>
    <p:extLst>
      <p:ext uri="{BB962C8B-B14F-4D97-AF65-F5344CB8AC3E}">
        <p14:creationId xmlns:p14="http://schemas.microsoft.com/office/powerpoint/2010/main" val="16958333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B3C9D-5F25-FC72-A90E-0DB8099FF4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87B54B-E48A-8B48-6497-1B9BDB89D6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5E088B-8F39-7633-B5ED-2F40B736E0DA}"/>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B2ECCD98-BA3C-5D2B-4A0F-40292509CD33}"/>
              </a:ext>
            </a:extLst>
          </p:cNvPr>
          <p:cNvSpPr>
            <a:spLocks noGrp="1"/>
          </p:cNvSpPr>
          <p:nvPr>
            <p:ph type="sldNum" sz="quarter" idx="5"/>
          </p:nvPr>
        </p:nvSpPr>
        <p:spPr/>
        <p:txBody>
          <a:bodyPr/>
          <a:lstStyle/>
          <a:p>
            <a:fld id="{576FF3D1-0F45-2240-9B47-75654C02E24A}" type="slidenum">
              <a:t>35</a:t>
            </a:fld>
            <a:endParaRPr lang="en-VN"/>
          </a:p>
        </p:txBody>
      </p:sp>
    </p:spTree>
    <p:extLst>
      <p:ext uri="{BB962C8B-B14F-4D97-AF65-F5344CB8AC3E}">
        <p14:creationId xmlns:p14="http://schemas.microsoft.com/office/powerpoint/2010/main" val="36923719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9E5DC-46D6-B1CD-E635-B7EC848975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25FDB6-356E-62BC-0EFF-ED6B17E61B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CC9CAA-5425-F933-D5F2-5D6E3F022B9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24598310-ACC2-6CD8-E7F3-EF8E040A52EA}"/>
              </a:ext>
            </a:extLst>
          </p:cNvPr>
          <p:cNvSpPr>
            <a:spLocks noGrp="1"/>
          </p:cNvSpPr>
          <p:nvPr>
            <p:ph type="sldNum" sz="quarter" idx="5"/>
          </p:nvPr>
        </p:nvSpPr>
        <p:spPr/>
        <p:txBody>
          <a:bodyPr/>
          <a:lstStyle/>
          <a:p>
            <a:fld id="{576FF3D1-0F45-2240-9B47-75654C02E24A}" type="slidenum">
              <a:t>36</a:t>
            </a:fld>
            <a:endParaRPr lang="en-VN"/>
          </a:p>
        </p:txBody>
      </p:sp>
    </p:spTree>
    <p:extLst>
      <p:ext uri="{BB962C8B-B14F-4D97-AF65-F5344CB8AC3E}">
        <p14:creationId xmlns:p14="http://schemas.microsoft.com/office/powerpoint/2010/main" val="10489639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E564D-F3D9-1F6C-44A3-5F12DC24D9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34745F-7FA2-820E-6192-823CE1ABBC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512CBF-1B85-1A79-FE92-CDC53E89654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FCB81FB8-DDE4-8E35-1CE4-6AF36C2B9783}"/>
              </a:ext>
            </a:extLst>
          </p:cNvPr>
          <p:cNvSpPr>
            <a:spLocks noGrp="1"/>
          </p:cNvSpPr>
          <p:nvPr>
            <p:ph type="sldNum" sz="quarter" idx="5"/>
          </p:nvPr>
        </p:nvSpPr>
        <p:spPr/>
        <p:txBody>
          <a:bodyPr/>
          <a:lstStyle/>
          <a:p>
            <a:fld id="{576FF3D1-0F45-2240-9B47-75654C02E24A}" type="slidenum">
              <a:t>37</a:t>
            </a:fld>
            <a:endParaRPr lang="en-VN"/>
          </a:p>
        </p:txBody>
      </p:sp>
    </p:spTree>
    <p:extLst>
      <p:ext uri="{BB962C8B-B14F-4D97-AF65-F5344CB8AC3E}">
        <p14:creationId xmlns:p14="http://schemas.microsoft.com/office/powerpoint/2010/main" val="26040738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90EA0-A356-0D17-D6D0-FC34B7EAC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4BAB2C-7B22-6826-8E2B-624DDCE010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0D916-19B9-7C31-C71C-D6AF9CD513F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E022CF9-656E-327F-0A75-0E9C93612F9A}"/>
              </a:ext>
            </a:extLst>
          </p:cNvPr>
          <p:cNvSpPr>
            <a:spLocks noGrp="1"/>
          </p:cNvSpPr>
          <p:nvPr>
            <p:ph type="sldNum" sz="quarter" idx="5"/>
          </p:nvPr>
        </p:nvSpPr>
        <p:spPr/>
        <p:txBody>
          <a:bodyPr/>
          <a:lstStyle/>
          <a:p>
            <a:fld id="{576FF3D1-0F45-2240-9B47-75654C02E24A}" type="slidenum">
              <a:t>38</a:t>
            </a:fld>
            <a:endParaRPr lang="en-VN"/>
          </a:p>
        </p:txBody>
      </p:sp>
    </p:spTree>
    <p:extLst>
      <p:ext uri="{BB962C8B-B14F-4D97-AF65-F5344CB8AC3E}">
        <p14:creationId xmlns:p14="http://schemas.microsoft.com/office/powerpoint/2010/main" val="18265016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84221-0337-FCD4-0EC3-CF7FD4D41D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05F64-EE94-1BA5-6DB0-C33AD8E35D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7A45D1-4FB4-5B76-7784-B83B2B7607C8}"/>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BA962C12-B126-BBD4-EB21-B3F927509BB0}"/>
              </a:ext>
            </a:extLst>
          </p:cNvPr>
          <p:cNvSpPr>
            <a:spLocks noGrp="1"/>
          </p:cNvSpPr>
          <p:nvPr>
            <p:ph type="sldNum" sz="quarter" idx="5"/>
          </p:nvPr>
        </p:nvSpPr>
        <p:spPr/>
        <p:txBody>
          <a:bodyPr/>
          <a:lstStyle/>
          <a:p>
            <a:fld id="{576FF3D1-0F45-2240-9B47-75654C02E24A}" type="slidenum">
              <a:t>39</a:t>
            </a:fld>
            <a:endParaRPr lang="en-VN"/>
          </a:p>
        </p:txBody>
      </p:sp>
    </p:spTree>
    <p:extLst>
      <p:ext uri="{BB962C8B-B14F-4D97-AF65-F5344CB8AC3E}">
        <p14:creationId xmlns:p14="http://schemas.microsoft.com/office/powerpoint/2010/main" val="20388765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A516A-8F6C-8F95-4833-89A864DDBF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D796BD-D3D9-90BB-1862-699F32E04E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B9E68A-D37F-6381-5DFC-D33108A4D182}"/>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C4661B0F-C877-9A7B-FD1D-F03964A966F9}"/>
              </a:ext>
            </a:extLst>
          </p:cNvPr>
          <p:cNvSpPr>
            <a:spLocks noGrp="1"/>
          </p:cNvSpPr>
          <p:nvPr>
            <p:ph type="sldNum" sz="quarter" idx="5"/>
          </p:nvPr>
        </p:nvSpPr>
        <p:spPr/>
        <p:txBody>
          <a:bodyPr/>
          <a:lstStyle/>
          <a:p>
            <a:fld id="{576FF3D1-0F45-2240-9B47-75654C02E24A}" type="slidenum">
              <a:t>40</a:t>
            </a:fld>
            <a:endParaRPr lang="en-VN"/>
          </a:p>
        </p:txBody>
      </p:sp>
    </p:spTree>
    <p:extLst>
      <p:ext uri="{BB962C8B-B14F-4D97-AF65-F5344CB8AC3E}">
        <p14:creationId xmlns:p14="http://schemas.microsoft.com/office/powerpoint/2010/main" val="36425799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BC8AE-E2BE-0B2C-4C7E-28BDD157A6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91001-9F23-098D-932F-B34FA1AF80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2B017C-3136-0486-2119-87A97FAE2CB0}"/>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DE094EFD-A49D-4E3F-7659-90D1944CCBFD}"/>
              </a:ext>
            </a:extLst>
          </p:cNvPr>
          <p:cNvSpPr>
            <a:spLocks noGrp="1"/>
          </p:cNvSpPr>
          <p:nvPr>
            <p:ph type="sldNum" sz="quarter" idx="5"/>
          </p:nvPr>
        </p:nvSpPr>
        <p:spPr/>
        <p:txBody>
          <a:bodyPr/>
          <a:lstStyle/>
          <a:p>
            <a:fld id="{576FF3D1-0F45-2240-9B47-75654C02E24A}" type="slidenum">
              <a:t>41</a:t>
            </a:fld>
            <a:endParaRPr lang="en-VN"/>
          </a:p>
        </p:txBody>
      </p:sp>
    </p:spTree>
    <p:extLst>
      <p:ext uri="{BB962C8B-B14F-4D97-AF65-F5344CB8AC3E}">
        <p14:creationId xmlns:p14="http://schemas.microsoft.com/office/powerpoint/2010/main" val="33983168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ADC10-BCF9-256F-27D6-F9BB928ED0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E28DA5-D1F8-B0DA-BC2D-9D88EE00FE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4B9F6A-7A12-8BD9-1F48-C9221F44E01E}"/>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FC4A756-F7A3-E003-E94C-EF0AE2B1FAE6}"/>
              </a:ext>
            </a:extLst>
          </p:cNvPr>
          <p:cNvSpPr>
            <a:spLocks noGrp="1"/>
          </p:cNvSpPr>
          <p:nvPr>
            <p:ph type="sldNum" sz="quarter" idx="5"/>
          </p:nvPr>
        </p:nvSpPr>
        <p:spPr/>
        <p:txBody>
          <a:bodyPr/>
          <a:lstStyle/>
          <a:p>
            <a:fld id="{576FF3D1-0F45-2240-9B47-75654C02E24A}" type="slidenum">
              <a:t>42</a:t>
            </a:fld>
            <a:endParaRPr lang="en-VN"/>
          </a:p>
        </p:txBody>
      </p:sp>
    </p:spTree>
    <p:extLst>
      <p:ext uri="{BB962C8B-B14F-4D97-AF65-F5344CB8AC3E}">
        <p14:creationId xmlns:p14="http://schemas.microsoft.com/office/powerpoint/2010/main" val="7727511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B0A80-6BD8-129D-0BBB-85AF76D5BC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79077D-881F-56A2-95FB-56F8136BDA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A7B6ED-3973-32FA-EDE3-0C7FCF933887}"/>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447E8837-A35A-DF90-0774-CAAB859ABDE5}"/>
              </a:ext>
            </a:extLst>
          </p:cNvPr>
          <p:cNvSpPr>
            <a:spLocks noGrp="1"/>
          </p:cNvSpPr>
          <p:nvPr>
            <p:ph type="sldNum" sz="quarter" idx="5"/>
          </p:nvPr>
        </p:nvSpPr>
        <p:spPr/>
        <p:txBody>
          <a:bodyPr/>
          <a:lstStyle/>
          <a:p>
            <a:fld id="{576FF3D1-0F45-2240-9B47-75654C02E24A}" type="slidenum">
              <a:t>43</a:t>
            </a:fld>
            <a:endParaRPr lang="en-VN"/>
          </a:p>
        </p:txBody>
      </p:sp>
    </p:spTree>
    <p:extLst>
      <p:ext uri="{BB962C8B-B14F-4D97-AF65-F5344CB8AC3E}">
        <p14:creationId xmlns:p14="http://schemas.microsoft.com/office/powerpoint/2010/main" val="3660976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249E1-0E79-E426-382D-1B1213C504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2742DB0-874D-573A-FAF5-E1E1B504C8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497BD1B-AB8B-B662-20BA-8EFCDD6613B2}"/>
              </a:ext>
            </a:extLst>
          </p:cNvPr>
          <p:cNvSpPr>
            <a:spLocks noGrp="1"/>
          </p:cNvSpPr>
          <p:nvPr>
            <p:ph type="dt" sz="half" idx="10"/>
          </p:nvPr>
        </p:nvSpPr>
        <p:spPr/>
        <p:txBody>
          <a:bodyPr/>
          <a:lstStyle/>
          <a:p>
            <a:fld id="{BAA8DE05-51EE-4692-B197-877FA1DAAAED}" type="datetimeFigureOut">
              <a:rPr lang="en-US" smtClean="0"/>
              <a:t>12/22/25</a:t>
            </a:fld>
            <a:endParaRPr lang="en-US"/>
          </a:p>
        </p:txBody>
      </p:sp>
      <p:sp>
        <p:nvSpPr>
          <p:cNvPr id="5" name="Footer Placeholder 4">
            <a:extLst>
              <a:ext uri="{FF2B5EF4-FFF2-40B4-BE49-F238E27FC236}">
                <a16:creationId xmlns:a16="http://schemas.microsoft.com/office/drawing/2014/main" id="{162332DA-B328-C938-C5CC-150A884B99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092F4-C033-8786-943E-2AE1C3273771}"/>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008993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57693-B66D-3FF6-66FB-B2B66B9B59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5D8C97-B2D4-9D9C-F7A8-115F22C5AB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BC4265-6111-645E-966E-B831FDA6AFE9}"/>
              </a:ext>
            </a:extLst>
          </p:cNvPr>
          <p:cNvSpPr>
            <a:spLocks noGrp="1"/>
          </p:cNvSpPr>
          <p:nvPr>
            <p:ph type="dt" sz="half" idx="10"/>
          </p:nvPr>
        </p:nvSpPr>
        <p:spPr/>
        <p:txBody>
          <a:bodyPr/>
          <a:lstStyle/>
          <a:p>
            <a:fld id="{BAA8DE05-51EE-4692-B197-877FA1DAAAED}" type="datetimeFigureOut">
              <a:rPr lang="en-US" smtClean="0"/>
              <a:t>12/22/25</a:t>
            </a:fld>
            <a:endParaRPr lang="en-US"/>
          </a:p>
        </p:txBody>
      </p:sp>
      <p:sp>
        <p:nvSpPr>
          <p:cNvPr id="5" name="Footer Placeholder 4">
            <a:extLst>
              <a:ext uri="{FF2B5EF4-FFF2-40B4-BE49-F238E27FC236}">
                <a16:creationId xmlns:a16="http://schemas.microsoft.com/office/drawing/2014/main" id="{F7DE0A0A-A8A5-760E-E5D5-68A445A849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0C847C-376C-028A-DCDA-F438CA4C2E0A}"/>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1219484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51A4A-1448-BFB4-783B-B383569CF6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A4B3B29-C6AF-4859-0D81-048A8D8E7F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48660D-702B-4436-92F0-7E362647F91F}"/>
              </a:ext>
            </a:extLst>
          </p:cNvPr>
          <p:cNvSpPr>
            <a:spLocks noGrp="1"/>
          </p:cNvSpPr>
          <p:nvPr>
            <p:ph type="dt" sz="half" idx="10"/>
          </p:nvPr>
        </p:nvSpPr>
        <p:spPr/>
        <p:txBody>
          <a:bodyPr/>
          <a:lstStyle/>
          <a:p>
            <a:fld id="{BAA8DE05-51EE-4692-B197-877FA1DAAAED}" type="datetimeFigureOut">
              <a:rPr lang="en-US" smtClean="0"/>
              <a:t>12/22/25</a:t>
            </a:fld>
            <a:endParaRPr lang="en-US"/>
          </a:p>
        </p:txBody>
      </p:sp>
      <p:sp>
        <p:nvSpPr>
          <p:cNvPr id="5" name="Footer Placeholder 4">
            <a:extLst>
              <a:ext uri="{FF2B5EF4-FFF2-40B4-BE49-F238E27FC236}">
                <a16:creationId xmlns:a16="http://schemas.microsoft.com/office/drawing/2014/main" id="{F121AB1F-50DC-799D-662D-6ABE6F9CF6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3C0759-C06B-BD43-A867-64E4943CB975}"/>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68852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9B286-E109-DF56-3354-9EBB9B5AD3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FBA1BC-FD2E-EC48-7F3D-EAE382EF64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81FB9B-4CC0-59F3-79CE-50BDB1CF57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B6D12A-6B6F-D96F-E37E-60E80B018217}"/>
              </a:ext>
            </a:extLst>
          </p:cNvPr>
          <p:cNvSpPr>
            <a:spLocks noGrp="1"/>
          </p:cNvSpPr>
          <p:nvPr>
            <p:ph type="dt" sz="half" idx="10"/>
          </p:nvPr>
        </p:nvSpPr>
        <p:spPr/>
        <p:txBody>
          <a:bodyPr/>
          <a:lstStyle/>
          <a:p>
            <a:fld id="{BAA8DE05-51EE-4692-B197-877FA1DAAAED}" type="datetimeFigureOut">
              <a:rPr lang="en-US" smtClean="0"/>
              <a:t>12/22/25</a:t>
            </a:fld>
            <a:endParaRPr lang="en-US"/>
          </a:p>
        </p:txBody>
      </p:sp>
      <p:sp>
        <p:nvSpPr>
          <p:cNvPr id="6" name="Footer Placeholder 5">
            <a:extLst>
              <a:ext uri="{FF2B5EF4-FFF2-40B4-BE49-F238E27FC236}">
                <a16:creationId xmlns:a16="http://schemas.microsoft.com/office/drawing/2014/main" id="{6EAB1D1D-9984-1BE0-A9AE-482E21A1F4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A9D570-A79C-057C-6355-694323D92B89}"/>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122252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92E31-2F30-2FBC-B963-E9A07AEB33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ECD35A-8B39-BC77-3C19-54035D8903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408F13-7339-18A8-8571-F9F2D86771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A57706-1749-9278-F728-58B990AE4E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34423B-8211-534A-22EC-BE8E0E770E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59B804-1DE5-9C35-6F81-3A293D1A90F7}"/>
              </a:ext>
            </a:extLst>
          </p:cNvPr>
          <p:cNvSpPr>
            <a:spLocks noGrp="1"/>
          </p:cNvSpPr>
          <p:nvPr>
            <p:ph type="dt" sz="half" idx="10"/>
          </p:nvPr>
        </p:nvSpPr>
        <p:spPr/>
        <p:txBody>
          <a:bodyPr/>
          <a:lstStyle/>
          <a:p>
            <a:fld id="{BAA8DE05-51EE-4692-B197-877FA1DAAAED}" type="datetimeFigureOut">
              <a:rPr lang="en-US" smtClean="0"/>
              <a:t>12/22/25</a:t>
            </a:fld>
            <a:endParaRPr lang="en-US"/>
          </a:p>
        </p:txBody>
      </p:sp>
      <p:sp>
        <p:nvSpPr>
          <p:cNvPr id="8" name="Footer Placeholder 7">
            <a:extLst>
              <a:ext uri="{FF2B5EF4-FFF2-40B4-BE49-F238E27FC236}">
                <a16:creationId xmlns:a16="http://schemas.microsoft.com/office/drawing/2014/main" id="{171D4FF6-84CE-0494-D968-CE07AA6D33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568B0D-5839-7A38-CE68-9BEFDA69F38E}"/>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3705768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6FDC7-1509-15E3-FC6B-805EA76BD5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E55E65-38EA-9E43-0C6D-EB82CBCB3444}"/>
              </a:ext>
            </a:extLst>
          </p:cNvPr>
          <p:cNvSpPr>
            <a:spLocks noGrp="1"/>
          </p:cNvSpPr>
          <p:nvPr>
            <p:ph type="dt" sz="half" idx="10"/>
          </p:nvPr>
        </p:nvSpPr>
        <p:spPr/>
        <p:txBody>
          <a:bodyPr/>
          <a:lstStyle/>
          <a:p>
            <a:fld id="{BAA8DE05-51EE-4692-B197-877FA1DAAAED}" type="datetimeFigureOut">
              <a:rPr lang="en-US" smtClean="0"/>
              <a:t>12/22/25</a:t>
            </a:fld>
            <a:endParaRPr lang="en-US"/>
          </a:p>
        </p:txBody>
      </p:sp>
      <p:sp>
        <p:nvSpPr>
          <p:cNvPr id="4" name="Footer Placeholder 3">
            <a:extLst>
              <a:ext uri="{FF2B5EF4-FFF2-40B4-BE49-F238E27FC236}">
                <a16:creationId xmlns:a16="http://schemas.microsoft.com/office/drawing/2014/main" id="{01EC6B55-0201-1312-335A-069E8331FA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DA86EF-5BE7-951E-E1F1-DB496365FBE5}"/>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291921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377714-1AE4-D06D-041E-70C6F3BE0678}"/>
              </a:ext>
            </a:extLst>
          </p:cNvPr>
          <p:cNvSpPr>
            <a:spLocks noGrp="1"/>
          </p:cNvSpPr>
          <p:nvPr>
            <p:ph type="dt" sz="half" idx="10"/>
          </p:nvPr>
        </p:nvSpPr>
        <p:spPr/>
        <p:txBody>
          <a:bodyPr/>
          <a:lstStyle/>
          <a:p>
            <a:fld id="{BAA8DE05-51EE-4692-B197-877FA1DAAAED}" type="datetimeFigureOut">
              <a:rPr lang="en-US" smtClean="0"/>
              <a:t>12/22/25</a:t>
            </a:fld>
            <a:endParaRPr lang="en-US"/>
          </a:p>
        </p:txBody>
      </p:sp>
      <p:sp>
        <p:nvSpPr>
          <p:cNvPr id="3" name="Footer Placeholder 2">
            <a:extLst>
              <a:ext uri="{FF2B5EF4-FFF2-40B4-BE49-F238E27FC236}">
                <a16:creationId xmlns:a16="http://schemas.microsoft.com/office/drawing/2014/main" id="{964B493B-9D46-0485-1C7C-EC89D1B99D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C5D092-CD68-93A5-D410-D8D9F0F32E3B}"/>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844889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A8FCC-59F7-002F-887A-3AE9E3CA33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5E3BF3-66ED-D5F7-4D10-42A1711BC2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F1EEA8-D320-6867-9BA6-758966E3F6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5F5B38-62A1-CE82-8A74-5434C0A4131B}"/>
              </a:ext>
            </a:extLst>
          </p:cNvPr>
          <p:cNvSpPr>
            <a:spLocks noGrp="1"/>
          </p:cNvSpPr>
          <p:nvPr>
            <p:ph type="dt" sz="half" idx="10"/>
          </p:nvPr>
        </p:nvSpPr>
        <p:spPr/>
        <p:txBody>
          <a:bodyPr/>
          <a:lstStyle/>
          <a:p>
            <a:fld id="{BAA8DE05-51EE-4692-B197-877FA1DAAAED}" type="datetimeFigureOut">
              <a:rPr lang="en-US" smtClean="0"/>
              <a:t>12/22/25</a:t>
            </a:fld>
            <a:endParaRPr lang="en-US"/>
          </a:p>
        </p:txBody>
      </p:sp>
      <p:sp>
        <p:nvSpPr>
          <p:cNvPr id="6" name="Footer Placeholder 5">
            <a:extLst>
              <a:ext uri="{FF2B5EF4-FFF2-40B4-BE49-F238E27FC236}">
                <a16:creationId xmlns:a16="http://schemas.microsoft.com/office/drawing/2014/main" id="{B65B5D93-06AF-21CA-460C-74E6E8B24F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55CCB2-2362-5C44-3188-75821D5703EB}"/>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247508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FF888-87D6-FE2D-6CB5-C363685D34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4AE296-04DC-6316-72BF-93486EDBC0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5E4AC3-BDF1-C463-09B8-B7AACAA77E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38EDC2-B5DC-02FD-C84A-A77A922DA504}"/>
              </a:ext>
            </a:extLst>
          </p:cNvPr>
          <p:cNvSpPr>
            <a:spLocks noGrp="1"/>
          </p:cNvSpPr>
          <p:nvPr>
            <p:ph type="dt" sz="half" idx="10"/>
          </p:nvPr>
        </p:nvSpPr>
        <p:spPr/>
        <p:txBody>
          <a:bodyPr/>
          <a:lstStyle/>
          <a:p>
            <a:fld id="{BAA8DE05-51EE-4692-B197-877FA1DAAAED}" type="datetimeFigureOut">
              <a:rPr lang="en-US" smtClean="0"/>
              <a:t>12/22/25</a:t>
            </a:fld>
            <a:endParaRPr lang="en-US"/>
          </a:p>
        </p:txBody>
      </p:sp>
      <p:sp>
        <p:nvSpPr>
          <p:cNvPr id="6" name="Footer Placeholder 5">
            <a:extLst>
              <a:ext uri="{FF2B5EF4-FFF2-40B4-BE49-F238E27FC236}">
                <a16:creationId xmlns:a16="http://schemas.microsoft.com/office/drawing/2014/main" id="{3193FCE8-2ECF-C3F9-9FBA-7159C1FE7A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2C1A29-C80D-1CF9-8B56-52DE889EC456}"/>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77129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4605A-C9D9-3FEE-4AD7-93E29ECE6F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640FCE-C444-FED9-4D9B-911BEFE9A1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DA9C4A-29FB-8709-12DA-C4B70DE854EC}"/>
              </a:ext>
            </a:extLst>
          </p:cNvPr>
          <p:cNvSpPr>
            <a:spLocks noGrp="1"/>
          </p:cNvSpPr>
          <p:nvPr>
            <p:ph type="dt" sz="half" idx="10"/>
          </p:nvPr>
        </p:nvSpPr>
        <p:spPr/>
        <p:txBody>
          <a:bodyPr/>
          <a:lstStyle/>
          <a:p>
            <a:fld id="{BAA8DE05-51EE-4692-B197-877FA1DAAAED}" type="datetimeFigureOut">
              <a:rPr lang="en-US" smtClean="0"/>
              <a:t>12/22/25</a:t>
            </a:fld>
            <a:endParaRPr lang="en-US"/>
          </a:p>
        </p:txBody>
      </p:sp>
      <p:sp>
        <p:nvSpPr>
          <p:cNvPr id="5" name="Footer Placeholder 4">
            <a:extLst>
              <a:ext uri="{FF2B5EF4-FFF2-40B4-BE49-F238E27FC236}">
                <a16:creationId xmlns:a16="http://schemas.microsoft.com/office/drawing/2014/main" id="{FDDD6E77-31D8-44C9-8C00-C85B1FBD58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B131BB-31B3-265D-7085-74DC5991AAE9}"/>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775320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07958B-44E0-1781-BCCB-A1EADD44A0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CEE1AC-BA82-4227-EF6E-CD4C945281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04FCB6-CEB8-F8B1-0ACF-D57EE7B35017}"/>
              </a:ext>
            </a:extLst>
          </p:cNvPr>
          <p:cNvSpPr>
            <a:spLocks noGrp="1"/>
          </p:cNvSpPr>
          <p:nvPr>
            <p:ph type="dt" sz="half" idx="10"/>
          </p:nvPr>
        </p:nvSpPr>
        <p:spPr/>
        <p:txBody>
          <a:bodyPr/>
          <a:lstStyle/>
          <a:p>
            <a:fld id="{BAA8DE05-51EE-4692-B197-877FA1DAAAED}" type="datetimeFigureOut">
              <a:rPr lang="en-US" smtClean="0"/>
              <a:t>12/22/25</a:t>
            </a:fld>
            <a:endParaRPr lang="en-US"/>
          </a:p>
        </p:txBody>
      </p:sp>
      <p:sp>
        <p:nvSpPr>
          <p:cNvPr id="5" name="Footer Placeholder 4">
            <a:extLst>
              <a:ext uri="{FF2B5EF4-FFF2-40B4-BE49-F238E27FC236}">
                <a16:creationId xmlns:a16="http://schemas.microsoft.com/office/drawing/2014/main" id="{EC264267-9C54-4B02-8EEA-5CA8914115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2CB251-E39D-B765-D0D9-DD43E8D38D45}"/>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986943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C09D87-B60C-2F4C-DA19-BB04307F55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B374F2-0FF1-114D-5529-1A4E236651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6FAB11-252C-AF3A-1868-D64F46A939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A8DE05-51EE-4692-B197-877FA1DAAAED}" type="datetimeFigureOut">
              <a:rPr lang="en-US" smtClean="0"/>
              <a:t>12/22/25</a:t>
            </a:fld>
            <a:endParaRPr lang="en-US"/>
          </a:p>
        </p:txBody>
      </p:sp>
      <p:sp>
        <p:nvSpPr>
          <p:cNvPr id="5" name="Footer Placeholder 4">
            <a:extLst>
              <a:ext uri="{FF2B5EF4-FFF2-40B4-BE49-F238E27FC236}">
                <a16:creationId xmlns:a16="http://schemas.microsoft.com/office/drawing/2014/main" id="{E54987AE-9E20-DF1B-0ECB-89583BCE60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BB754B6-F244-E0B6-9D65-0E3B11C545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72391D-08EA-4D13-AA34-90E6B0650B1C}" type="slidenum">
              <a:rPr lang="en-US" smtClean="0"/>
              <a:t>‹#›</a:t>
            </a:fld>
            <a:endParaRPr lang="en-US"/>
          </a:p>
        </p:txBody>
      </p:sp>
    </p:spTree>
    <p:extLst>
      <p:ext uri="{BB962C8B-B14F-4D97-AF65-F5344CB8AC3E}">
        <p14:creationId xmlns:p14="http://schemas.microsoft.com/office/powerpoint/2010/main" val="7048041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7.png"/><Relationship Id="rId18" Type="http://schemas.openxmlformats.org/officeDocument/2006/relationships/customXml" Target="../ink/ink8.xml"/><Relationship Id="rId26" Type="http://schemas.openxmlformats.org/officeDocument/2006/relationships/customXml" Target="../ink/ink12.xml"/><Relationship Id="rId3" Type="http://schemas.openxmlformats.org/officeDocument/2006/relationships/image" Target="../media/image2.png"/><Relationship Id="rId21" Type="http://schemas.openxmlformats.org/officeDocument/2006/relationships/image" Target="../media/image11.png"/><Relationship Id="rId7" Type="http://schemas.openxmlformats.org/officeDocument/2006/relationships/image" Target="../media/image4.png"/><Relationship Id="rId12" Type="http://schemas.openxmlformats.org/officeDocument/2006/relationships/customXml" Target="../ink/ink5.xml"/><Relationship Id="rId17" Type="http://schemas.openxmlformats.org/officeDocument/2006/relationships/image" Target="../media/image9.png"/><Relationship Id="rId25" Type="http://schemas.openxmlformats.org/officeDocument/2006/relationships/image" Target="../media/image13.png"/><Relationship Id="rId2" Type="http://schemas.openxmlformats.org/officeDocument/2006/relationships/notesSlide" Target="../notesSlides/notesSlide3.xml"/><Relationship Id="rId16" Type="http://schemas.openxmlformats.org/officeDocument/2006/relationships/customXml" Target="../ink/ink7.xml"/><Relationship Id="rId20" Type="http://schemas.openxmlformats.org/officeDocument/2006/relationships/customXml" Target="../ink/ink9.xml"/><Relationship Id="rId29"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image" Target="../media/image6.png"/><Relationship Id="rId24" Type="http://schemas.openxmlformats.org/officeDocument/2006/relationships/customXml" Target="../ink/ink11.xml"/><Relationship Id="rId5" Type="http://schemas.openxmlformats.org/officeDocument/2006/relationships/image" Target="../media/image3.png"/><Relationship Id="rId15" Type="http://schemas.openxmlformats.org/officeDocument/2006/relationships/image" Target="../media/image8.png"/><Relationship Id="rId23" Type="http://schemas.openxmlformats.org/officeDocument/2006/relationships/image" Target="../media/image12.png"/><Relationship Id="rId28" Type="http://schemas.openxmlformats.org/officeDocument/2006/relationships/customXml" Target="../ink/ink13.xml"/><Relationship Id="rId10" Type="http://schemas.openxmlformats.org/officeDocument/2006/relationships/customXml" Target="../ink/ink4.xml"/><Relationship Id="rId19" Type="http://schemas.openxmlformats.org/officeDocument/2006/relationships/image" Target="../media/image10.png"/><Relationship Id="rId4" Type="http://schemas.openxmlformats.org/officeDocument/2006/relationships/customXml" Target="../ink/ink1.xml"/><Relationship Id="rId9" Type="http://schemas.openxmlformats.org/officeDocument/2006/relationships/image" Target="../media/image5.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customXml" Target="../ink/ink16.xml"/><Relationship Id="rId13" Type="http://schemas.openxmlformats.org/officeDocument/2006/relationships/image" Target="../media/image22.png"/><Relationship Id="rId18" Type="http://schemas.openxmlformats.org/officeDocument/2006/relationships/customXml" Target="../ink/ink21.xml"/><Relationship Id="rId26" Type="http://schemas.openxmlformats.org/officeDocument/2006/relationships/customXml" Target="../ink/ink25.xml"/><Relationship Id="rId3" Type="http://schemas.openxmlformats.org/officeDocument/2006/relationships/image" Target="../media/image17.png"/><Relationship Id="rId21" Type="http://schemas.openxmlformats.org/officeDocument/2006/relationships/image" Target="../media/image26.png"/><Relationship Id="rId7" Type="http://schemas.openxmlformats.org/officeDocument/2006/relationships/image" Target="../media/image19.png"/><Relationship Id="rId12" Type="http://schemas.openxmlformats.org/officeDocument/2006/relationships/customXml" Target="../ink/ink18.xml"/><Relationship Id="rId17" Type="http://schemas.openxmlformats.org/officeDocument/2006/relationships/image" Target="../media/image24.png"/><Relationship Id="rId25" Type="http://schemas.openxmlformats.org/officeDocument/2006/relationships/image" Target="../media/image28.png"/><Relationship Id="rId2" Type="http://schemas.openxmlformats.org/officeDocument/2006/relationships/notesSlide" Target="../notesSlides/notesSlide6.xml"/><Relationship Id="rId16" Type="http://schemas.openxmlformats.org/officeDocument/2006/relationships/customXml" Target="../ink/ink20.xml"/><Relationship Id="rId20" Type="http://schemas.openxmlformats.org/officeDocument/2006/relationships/customXml" Target="../ink/ink22.xml"/><Relationship Id="rId1" Type="http://schemas.openxmlformats.org/officeDocument/2006/relationships/slideLayout" Target="../slideLayouts/slideLayout1.xml"/><Relationship Id="rId6" Type="http://schemas.openxmlformats.org/officeDocument/2006/relationships/customXml" Target="../ink/ink15.xml"/><Relationship Id="rId11" Type="http://schemas.openxmlformats.org/officeDocument/2006/relationships/image" Target="../media/image21.png"/><Relationship Id="rId24" Type="http://schemas.openxmlformats.org/officeDocument/2006/relationships/customXml" Target="../ink/ink24.xml"/><Relationship Id="rId5" Type="http://schemas.openxmlformats.org/officeDocument/2006/relationships/image" Target="../media/image18.png"/><Relationship Id="rId15" Type="http://schemas.openxmlformats.org/officeDocument/2006/relationships/image" Target="../media/image23.png"/><Relationship Id="rId23" Type="http://schemas.openxmlformats.org/officeDocument/2006/relationships/image" Target="../media/image27.png"/><Relationship Id="rId10" Type="http://schemas.openxmlformats.org/officeDocument/2006/relationships/customXml" Target="../ink/ink17.xml"/><Relationship Id="rId19" Type="http://schemas.openxmlformats.org/officeDocument/2006/relationships/image" Target="../media/image25.png"/><Relationship Id="rId4" Type="http://schemas.openxmlformats.org/officeDocument/2006/relationships/customXml" Target="../ink/ink14.xml"/><Relationship Id="rId9" Type="http://schemas.openxmlformats.org/officeDocument/2006/relationships/image" Target="../media/image20.png"/><Relationship Id="rId14" Type="http://schemas.openxmlformats.org/officeDocument/2006/relationships/customXml" Target="../ink/ink19.xml"/><Relationship Id="rId22" Type="http://schemas.openxmlformats.org/officeDocument/2006/relationships/customXml" Target="../ink/ink23.xml"/><Relationship Id="rId27"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32DBD-CB83-55BD-128C-2C66E47798F8}"/>
              </a:ext>
            </a:extLst>
          </p:cNvPr>
          <p:cNvSpPr>
            <a:spLocks noGrp="1"/>
          </p:cNvSpPr>
          <p:nvPr>
            <p:ph type="ctrTitle"/>
          </p:nvPr>
        </p:nvSpPr>
        <p:spPr/>
        <p:txBody>
          <a:bodyPr/>
          <a:lstStyle/>
          <a:p>
            <a:r>
              <a:rPr lang="en-US"/>
              <a:t>Java SE 17 – Presentation</a:t>
            </a:r>
          </a:p>
        </p:txBody>
      </p:sp>
      <p:sp>
        <p:nvSpPr>
          <p:cNvPr id="3" name="Subtitle 2">
            <a:extLst>
              <a:ext uri="{FF2B5EF4-FFF2-40B4-BE49-F238E27FC236}">
                <a16:creationId xmlns:a16="http://schemas.microsoft.com/office/drawing/2014/main" id="{96DD8BC4-D539-661E-8A88-53AF6C208F93}"/>
              </a:ext>
            </a:extLst>
          </p:cNvPr>
          <p:cNvSpPr>
            <a:spLocks noGrp="1"/>
          </p:cNvSpPr>
          <p:nvPr>
            <p:ph type="subTitle" idx="1"/>
          </p:nvPr>
        </p:nvSpPr>
        <p:spPr/>
        <p:txBody>
          <a:bodyPr/>
          <a:lstStyle/>
          <a:p>
            <a:r>
              <a:rPr lang="en-US"/>
              <a:t>Chapter 10 – Streams</a:t>
            </a:r>
          </a:p>
        </p:txBody>
      </p:sp>
    </p:spTree>
    <p:extLst>
      <p:ext uri="{BB962C8B-B14F-4D97-AF65-F5344CB8AC3E}">
        <p14:creationId xmlns:p14="http://schemas.microsoft.com/office/powerpoint/2010/main" val="2437323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DD8BC4-D539-661E-8A88-53AF6C208F93}"/>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BBA13038-CAB8-FCA0-CDE8-65E40C2F10A3}"/>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Returning An Optional</a:t>
            </a:r>
          </a:p>
          <a:p>
            <a:pPr algn="l"/>
            <a:r>
              <a:rPr lang="en-US" sz="1800">
                <a:sym typeface="Wingdings" pitchFamily="2" charset="2"/>
              </a:rPr>
              <a:t>- In Java, there are many ways to ...non ... values such as ..., ...,etc</a:t>
            </a:r>
          </a:p>
          <a:p>
            <a:pPr algn="l"/>
            <a:r>
              <a:rPr lang="en-US" sz="1800">
                <a:sym typeface="Wingdings" pitchFamily="2" charset="2"/>
              </a:rPr>
              <a:t>- But there is a safer and ... way to ..., which is ...&lt;T&gt;</a:t>
            </a:r>
          </a:p>
          <a:p>
            <a:pPr algn="l"/>
            <a:r>
              <a:rPr lang="en-US" sz="1800">
                <a:sym typeface="Wingdings" pitchFamily="2" charset="2"/>
              </a:rPr>
              <a:t>- For example, a student is studying ... class and has ... grade =&gt; ...</a:t>
            </a:r>
          </a:p>
          <a:p>
            <a:pPr algn="l"/>
            <a:r>
              <a:rPr lang="en-US" sz="1800">
                <a:sym typeface="Wingdings" pitchFamily="2" charset="2"/>
              </a:rPr>
              <a:t>– But if this student change ... =&gt; ... grade =&gt; ... =&gt; How can we ... ? =&gt; We use Optional&lt;T&gt;</a:t>
            </a:r>
          </a:p>
          <a:p>
            <a:pPr algn="l"/>
            <a:r>
              <a:rPr lang="en-US" sz="1800">
                <a:sym typeface="Wingdings" pitchFamily="2" charset="2"/>
              </a:rPr>
              <a:t>- Optional&lt;T&gt; can be created by ...</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CBAB6B6A-98DF-561E-C419-495B52204826}"/>
              </a:ext>
            </a:extLst>
          </p:cNvPr>
          <p:cNvPicPr>
            <a:picLocks noChangeAspect="1"/>
          </p:cNvPicPr>
          <p:nvPr/>
        </p:nvPicPr>
        <p:blipFill>
          <a:blip r:embed="rId3"/>
          <a:stretch>
            <a:fillRect/>
          </a:stretch>
        </p:blipFill>
        <p:spPr>
          <a:xfrm>
            <a:off x="2647950" y="3564440"/>
            <a:ext cx="6896100" cy="2298700"/>
          </a:xfrm>
          <a:prstGeom prst="rect">
            <a:avLst/>
          </a:prstGeom>
        </p:spPr>
      </p:pic>
    </p:spTree>
    <p:extLst>
      <p:ext uri="{BB962C8B-B14F-4D97-AF65-F5344CB8AC3E}">
        <p14:creationId xmlns:p14="http://schemas.microsoft.com/office/powerpoint/2010/main" val="715447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DAB38-D48E-0EE4-3D3B-5EA15FFD2C4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F044ECB-DB4F-474E-E686-B7BB6006BEE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2D7D3C87-23C8-5412-EC56-7DDC7DDE941F}"/>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We can imagine Optional as ... If the value ... =&gt; ..., otherwise, ....</a:t>
            </a:r>
          </a:p>
          <a:p>
            <a:pPr algn="l"/>
            <a:r>
              <a:rPr lang="en-US" sz="1800" b="1">
                <a:sym typeface="Wingdings" pitchFamily="2" charset="2"/>
              </a:rPr>
              <a:t>Creating an Optional</a:t>
            </a:r>
            <a:endParaRPr lang="en-US" sz="1800">
              <a:sym typeface="Wingdings" pitchFamily="2" charset="2"/>
            </a:endParaRPr>
          </a:p>
          <a:p>
            <a:pPr algn="l"/>
            <a:r>
              <a:rPr lang="en-US" sz="1800">
                <a:sym typeface="Wingdings" pitchFamily="2" charset="2"/>
              </a:rPr>
              <a:t>(code illustration snippet 1)</a:t>
            </a:r>
          </a:p>
          <a:p>
            <a:pPr algn="l"/>
            <a:r>
              <a:rPr lang="en-US" sz="1800">
                <a:sym typeface="Wingdings" pitchFamily="2" charset="2"/>
              </a:rPr>
              <a:t>- When using ..., we usually check if ... value ...</a:t>
            </a:r>
          </a:p>
          <a:p>
            <a:pPr algn="l"/>
            <a:r>
              <a:rPr lang="en-US" sz="1800">
                <a:sym typeface="Wingdings" pitchFamily="2" charset="2"/>
              </a:rPr>
              <a:t>(code illustration snippet 2)</a:t>
            </a:r>
          </a:p>
          <a:p>
            <a:pPr algn="l"/>
            <a:r>
              <a:rPr lang="en-US" sz="1800">
                <a:sym typeface="Wingdings" pitchFamily="2" charset="2"/>
              </a:rPr>
              <a:t>- If we try to ... =&gt; We will get</a:t>
            </a:r>
          </a:p>
          <a:p>
            <a:pPr algn="l"/>
            <a:r>
              <a:rPr lang="en-US" sz="1800">
                <a:sym typeface="Wingdings" pitchFamily="2" charset="2"/>
              </a:rPr>
              <a:t>(code illustration snippet 3)</a:t>
            </a:r>
          </a:p>
          <a:p>
            <a:pPr algn="l"/>
            <a:r>
              <a:rPr lang="en-US" sz="1800">
                <a:sym typeface="Wingdings" pitchFamily="2" charset="2"/>
              </a:rPr>
              <a:t>- When working with ...., we usually assign ... for .... value. We can check if ... using ... or ... operator. Since this code is ... =&gt; Java has to ...</a:t>
            </a:r>
          </a:p>
          <a:p>
            <a:pPr algn="l"/>
            <a:r>
              <a:rPr lang="en-US" sz="1800">
                <a:sym typeface="Wingdings" pitchFamily="2" charset="2"/>
              </a:rPr>
              <a:t>(code illustration 4,5)</a:t>
            </a:r>
          </a:p>
          <a:p>
            <a:pPr algn="l"/>
            <a:endParaRPr lang="en-US" sz="1800">
              <a:sym typeface="Wingdings" pitchFamily="2" charset="2"/>
            </a:endParaRPr>
          </a:p>
        </p:txBody>
      </p:sp>
    </p:spTree>
    <p:extLst>
      <p:ext uri="{BB962C8B-B14F-4D97-AF65-F5344CB8AC3E}">
        <p14:creationId xmlns:p14="http://schemas.microsoft.com/office/powerpoint/2010/main" val="270913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A83DF-1F3D-3183-F764-EF07F4A78C6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1B4FF33-B504-952C-0C9F-408E7F872E2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8EA2B101-97AC-CF89-F018-A47805EB6C7C}"/>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2" name="Picture 1">
            <a:extLst>
              <a:ext uri="{FF2B5EF4-FFF2-40B4-BE49-F238E27FC236}">
                <a16:creationId xmlns:a16="http://schemas.microsoft.com/office/drawing/2014/main" id="{5DD07A5D-5074-CD93-AA56-AE07039BE678}"/>
              </a:ext>
            </a:extLst>
          </p:cNvPr>
          <p:cNvPicPr>
            <a:picLocks noChangeAspect="1"/>
          </p:cNvPicPr>
          <p:nvPr/>
        </p:nvPicPr>
        <p:blipFill>
          <a:blip r:embed="rId3"/>
          <a:stretch>
            <a:fillRect/>
          </a:stretch>
        </p:blipFill>
        <p:spPr>
          <a:xfrm>
            <a:off x="2209800" y="1219754"/>
            <a:ext cx="7772400" cy="4418491"/>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5AE68A97-DDFF-BEC5-0D94-6FB8D063BF73}"/>
                  </a:ext>
                </a:extLst>
              </p14:cNvPr>
              <p14:cNvContentPartPr/>
              <p14:nvPr/>
            </p14:nvContentPartPr>
            <p14:xfrm>
              <a:off x="4765753" y="2162711"/>
              <a:ext cx="1375920" cy="106560"/>
            </p14:xfrm>
          </p:contentPart>
        </mc:Choice>
        <mc:Fallback xmlns="">
          <p:pic>
            <p:nvPicPr>
              <p:cNvPr id="5" name="Ink 4">
                <a:extLst>
                  <a:ext uri="{FF2B5EF4-FFF2-40B4-BE49-F238E27FC236}">
                    <a16:creationId xmlns:a16="http://schemas.microsoft.com/office/drawing/2014/main" id="{5AE68A97-DDFF-BEC5-0D94-6FB8D063BF73}"/>
                  </a:ext>
                </a:extLst>
              </p:cNvPr>
              <p:cNvPicPr/>
              <p:nvPr/>
            </p:nvPicPr>
            <p:blipFill>
              <a:blip r:embed="rId5"/>
              <a:stretch>
                <a:fillRect/>
              </a:stretch>
            </p:blipFill>
            <p:spPr>
              <a:xfrm>
                <a:off x="4703113" y="2099711"/>
                <a:ext cx="150156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C710D9AF-EFFB-F21B-906C-29C76635CB36}"/>
                  </a:ext>
                </a:extLst>
              </p14:cNvPr>
              <p14:cNvContentPartPr/>
              <p14:nvPr/>
            </p14:nvContentPartPr>
            <p14:xfrm>
              <a:off x="7989553" y="2240471"/>
              <a:ext cx="1114200" cy="21960"/>
            </p14:xfrm>
          </p:contentPart>
        </mc:Choice>
        <mc:Fallback xmlns="">
          <p:pic>
            <p:nvPicPr>
              <p:cNvPr id="6" name="Ink 5">
                <a:extLst>
                  <a:ext uri="{FF2B5EF4-FFF2-40B4-BE49-F238E27FC236}">
                    <a16:creationId xmlns:a16="http://schemas.microsoft.com/office/drawing/2014/main" id="{C710D9AF-EFFB-F21B-906C-29C76635CB36}"/>
                  </a:ext>
                </a:extLst>
              </p:cNvPr>
              <p:cNvPicPr/>
              <p:nvPr/>
            </p:nvPicPr>
            <p:blipFill>
              <a:blip r:embed="rId7"/>
              <a:stretch>
                <a:fillRect/>
              </a:stretch>
            </p:blipFill>
            <p:spPr>
              <a:xfrm>
                <a:off x="7926553" y="2177471"/>
                <a:ext cx="123984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5D64FAEC-617E-98D1-CFCA-DE670E82C4D6}"/>
                  </a:ext>
                </a:extLst>
              </p14:cNvPr>
              <p14:cNvContentPartPr/>
              <p14:nvPr/>
            </p14:nvContentPartPr>
            <p14:xfrm>
              <a:off x="4827673" y="2674991"/>
              <a:ext cx="1140840" cy="12600"/>
            </p14:xfrm>
          </p:contentPart>
        </mc:Choice>
        <mc:Fallback xmlns="">
          <p:pic>
            <p:nvPicPr>
              <p:cNvPr id="7" name="Ink 6">
                <a:extLst>
                  <a:ext uri="{FF2B5EF4-FFF2-40B4-BE49-F238E27FC236}">
                    <a16:creationId xmlns:a16="http://schemas.microsoft.com/office/drawing/2014/main" id="{5D64FAEC-617E-98D1-CFCA-DE670E82C4D6}"/>
                  </a:ext>
                </a:extLst>
              </p:cNvPr>
              <p:cNvPicPr/>
              <p:nvPr/>
            </p:nvPicPr>
            <p:blipFill>
              <a:blip r:embed="rId9"/>
              <a:stretch>
                <a:fillRect/>
              </a:stretch>
            </p:blipFill>
            <p:spPr>
              <a:xfrm>
                <a:off x="4765033" y="2611991"/>
                <a:ext cx="126648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C217D7C7-4B1E-D2FB-3426-F96906D5F87E}"/>
                  </a:ext>
                </a:extLst>
              </p14:cNvPr>
              <p14:cNvContentPartPr/>
              <p14:nvPr/>
            </p14:nvContentPartPr>
            <p14:xfrm>
              <a:off x="7695073" y="2657351"/>
              <a:ext cx="2115360" cy="362880"/>
            </p14:xfrm>
          </p:contentPart>
        </mc:Choice>
        <mc:Fallback xmlns="">
          <p:pic>
            <p:nvPicPr>
              <p:cNvPr id="8" name="Ink 7">
                <a:extLst>
                  <a:ext uri="{FF2B5EF4-FFF2-40B4-BE49-F238E27FC236}">
                    <a16:creationId xmlns:a16="http://schemas.microsoft.com/office/drawing/2014/main" id="{C217D7C7-4B1E-D2FB-3426-F96906D5F87E}"/>
                  </a:ext>
                </a:extLst>
              </p:cNvPr>
              <p:cNvPicPr/>
              <p:nvPr/>
            </p:nvPicPr>
            <p:blipFill>
              <a:blip r:embed="rId11"/>
              <a:stretch>
                <a:fillRect/>
              </a:stretch>
            </p:blipFill>
            <p:spPr>
              <a:xfrm>
                <a:off x="7632073" y="2594711"/>
                <a:ext cx="2241000" cy="488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61172AAF-F81F-51F7-A799-833D735D18EF}"/>
                  </a:ext>
                </a:extLst>
              </p14:cNvPr>
              <p14:cNvContentPartPr/>
              <p14:nvPr/>
            </p14:nvContentPartPr>
            <p14:xfrm>
              <a:off x="4755673" y="3237311"/>
              <a:ext cx="1335960" cy="106560"/>
            </p14:xfrm>
          </p:contentPart>
        </mc:Choice>
        <mc:Fallback xmlns="">
          <p:pic>
            <p:nvPicPr>
              <p:cNvPr id="9" name="Ink 8">
                <a:extLst>
                  <a:ext uri="{FF2B5EF4-FFF2-40B4-BE49-F238E27FC236}">
                    <a16:creationId xmlns:a16="http://schemas.microsoft.com/office/drawing/2014/main" id="{61172AAF-F81F-51F7-A799-833D735D18EF}"/>
                  </a:ext>
                </a:extLst>
              </p:cNvPr>
              <p:cNvPicPr/>
              <p:nvPr/>
            </p:nvPicPr>
            <p:blipFill>
              <a:blip r:embed="rId13"/>
              <a:stretch>
                <a:fillRect/>
              </a:stretch>
            </p:blipFill>
            <p:spPr>
              <a:xfrm>
                <a:off x="4692673" y="3174311"/>
                <a:ext cx="146160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B2639DE7-EBEE-5637-93BC-11D253E34B53}"/>
                  </a:ext>
                </a:extLst>
              </p14:cNvPr>
              <p14:cNvContentPartPr/>
              <p14:nvPr/>
            </p14:nvContentPartPr>
            <p14:xfrm>
              <a:off x="7895233" y="3315071"/>
              <a:ext cx="1229400" cy="16200"/>
            </p14:xfrm>
          </p:contentPart>
        </mc:Choice>
        <mc:Fallback xmlns="">
          <p:pic>
            <p:nvPicPr>
              <p:cNvPr id="10" name="Ink 9">
                <a:extLst>
                  <a:ext uri="{FF2B5EF4-FFF2-40B4-BE49-F238E27FC236}">
                    <a16:creationId xmlns:a16="http://schemas.microsoft.com/office/drawing/2014/main" id="{B2639DE7-EBEE-5637-93BC-11D253E34B53}"/>
                  </a:ext>
                </a:extLst>
              </p:cNvPr>
              <p:cNvPicPr/>
              <p:nvPr/>
            </p:nvPicPr>
            <p:blipFill>
              <a:blip r:embed="rId15"/>
              <a:stretch>
                <a:fillRect/>
              </a:stretch>
            </p:blipFill>
            <p:spPr>
              <a:xfrm>
                <a:off x="7832593" y="3252071"/>
                <a:ext cx="1355040" cy="141840"/>
              </a:xfrm>
              <a:prstGeom prst="rect">
                <a:avLst/>
              </a:prstGeom>
            </p:spPr>
          </p:pic>
        </mc:Fallback>
      </mc:AlternateContent>
      <p:grpSp>
        <p:nvGrpSpPr>
          <p:cNvPr id="14" name="Group 13">
            <a:extLst>
              <a:ext uri="{FF2B5EF4-FFF2-40B4-BE49-F238E27FC236}">
                <a16:creationId xmlns:a16="http://schemas.microsoft.com/office/drawing/2014/main" id="{33905D13-1638-986D-49C4-E282861BB92F}"/>
              </a:ext>
            </a:extLst>
          </p:cNvPr>
          <p:cNvGrpSpPr/>
          <p:nvPr/>
        </p:nvGrpSpPr>
        <p:grpSpPr>
          <a:xfrm>
            <a:off x="4789513" y="3695231"/>
            <a:ext cx="4343400" cy="146520"/>
            <a:chOff x="4789513" y="3695231"/>
            <a:chExt cx="4343400" cy="146520"/>
          </a:xfrm>
        </p:grpSpPr>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DFA26E2E-122D-E234-F528-656D3DACB2AB}"/>
                    </a:ext>
                  </a:extLst>
                </p14:cNvPr>
                <p14:cNvContentPartPr/>
                <p14:nvPr/>
              </p14:nvContentPartPr>
              <p14:xfrm>
                <a:off x="4789513" y="3720791"/>
                <a:ext cx="1983600" cy="120960"/>
              </p14:xfrm>
            </p:contentPart>
          </mc:Choice>
          <mc:Fallback xmlns="">
            <p:pic>
              <p:nvPicPr>
                <p:cNvPr id="11" name="Ink 10">
                  <a:extLst>
                    <a:ext uri="{FF2B5EF4-FFF2-40B4-BE49-F238E27FC236}">
                      <a16:creationId xmlns:a16="http://schemas.microsoft.com/office/drawing/2014/main" id="{DFA26E2E-122D-E234-F528-656D3DACB2AB}"/>
                    </a:ext>
                  </a:extLst>
                </p:cNvPr>
                <p:cNvPicPr/>
                <p:nvPr/>
              </p:nvPicPr>
              <p:blipFill>
                <a:blip r:embed="rId17"/>
                <a:stretch>
                  <a:fillRect/>
                </a:stretch>
              </p:blipFill>
              <p:spPr>
                <a:xfrm>
                  <a:off x="4726513" y="3658151"/>
                  <a:ext cx="210924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1696D04D-AB63-99E7-E808-342A6DEA5320}"/>
                    </a:ext>
                  </a:extLst>
                </p14:cNvPr>
                <p14:cNvContentPartPr/>
                <p14:nvPr/>
              </p14:nvContentPartPr>
              <p14:xfrm>
                <a:off x="7956073" y="3695231"/>
                <a:ext cx="1176840" cy="59040"/>
              </p14:xfrm>
            </p:contentPart>
          </mc:Choice>
          <mc:Fallback xmlns="">
            <p:pic>
              <p:nvPicPr>
                <p:cNvPr id="12" name="Ink 11">
                  <a:extLst>
                    <a:ext uri="{FF2B5EF4-FFF2-40B4-BE49-F238E27FC236}">
                      <a16:creationId xmlns:a16="http://schemas.microsoft.com/office/drawing/2014/main" id="{1696D04D-AB63-99E7-E808-342A6DEA5320}"/>
                    </a:ext>
                  </a:extLst>
                </p:cNvPr>
                <p:cNvPicPr/>
                <p:nvPr/>
              </p:nvPicPr>
              <p:blipFill>
                <a:blip r:embed="rId19"/>
                <a:stretch>
                  <a:fillRect/>
                </a:stretch>
              </p:blipFill>
              <p:spPr>
                <a:xfrm>
                  <a:off x="7893073" y="3632591"/>
                  <a:ext cx="1302480" cy="184680"/>
                </a:xfrm>
                <a:prstGeom prst="rect">
                  <a:avLst/>
                </a:prstGeom>
              </p:spPr>
            </p:pic>
          </mc:Fallback>
        </mc:AlternateContent>
      </p:grpSp>
      <p:grpSp>
        <p:nvGrpSpPr>
          <p:cNvPr id="18" name="Group 17">
            <a:extLst>
              <a:ext uri="{FF2B5EF4-FFF2-40B4-BE49-F238E27FC236}">
                <a16:creationId xmlns:a16="http://schemas.microsoft.com/office/drawing/2014/main" id="{FC4F63E9-80D0-0439-0253-CE7A076BAB65}"/>
              </a:ext>
            </a:extLst>
          </p:cNvPr>
          <p:cNvGrpSpPr/>
          <p:nvPr/>
        </p:nvGrpSpPr>
        <p:grpSpPr>
          <a:xfrm>
            <a:off x="4832713" y="4091951"/>
            <a:ext cx="4377600" cy="159840"/>
            <a:chOff x="4832713" y="4091951"/>
            <a:chExt cx="4377600" cy="159840"/>
          </a:xfrm>
        </p:grpSpPr>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D8881F72-467D-2EAE-CC24-7EC65BC5FA81}"/>
                    </a:ext>
                  </a:extLst>
                </p14:cNvPr>
                <p14:cNvContentPartPr/>
                <p14:nvPr/>
              </p14:nvContentPartPr>
              <p14:xfrm>
                <a:off x="4832713" y="4091951"/>
                <a:ext cx="2767320" cy="104400"/>
              </p14:xfrm>
            </p:contentPart>
          </mc:Choice>
          <mc:Fallback xmlns="">
            <p:pic>
              <p:nvPicPr>
                <p:cNvPr id="15" name="Ink 14">
                  <a:extLst>
                    <a:ext uri="{FF2B5EF4-FFF2-40B4-BE49-F238E27FC236}">
                      <a16:creationId xmlns:a16="http://schemas.microsoft.com/office/drawing/2014/main" id="{D8881F72-467D-2EAE-CC24-7EC65BC5FA81}"/>
                    </a:ext>
                  </a:extLst>
                </p:cNvPr>
                <p:cNvPicPr/>
                <p:nvPr/>
              </p:nvPicPr>
              <p:blipFill>
                <a:blip r:embed="rId21"/>
                <a:stretch>
                  <a:fillRect/>
                </a:stretch>
              </p:blipFill>
              <p:spPr>
                <a:xfrm>
                  <a:off x="4770073" y="4029311"/>
                  <a:ext cx="289296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CE7EA6F7-5379-C8B8-7594-2EC9BB953A74}"/>
                    </a:ext>
                  </a:extLst>
                </p14:cNvPr>
                <p14:cNvContentPartPr/>
                <p14:nvPr/>
              </p14:nvContentPartPr>
              <p14:xfrm>
                <a:off x="7906753" y="4141631"/>
                <a:ext cx="1303560" cy="110160"/>
              </p14:xfrm>
            </p:contentPart>
          </mc:Choice>
          <mc:Fallback xmlns="">
            <p:pic>
              <p:nvPicPr>
                <p:cNvPr id="16" name="Ink 15">
                  <a:extLst>
                    <a:ext uri="{FF2B5EF4-FFF2-40B4-BE49-F238E27FC236}">
                      <a16:creationId xmlns:a16="http://schemas.microsoft.com/office/drawing/2014/main" id="{CE7EA6F7-5379-C8B8-7594-2EC9BB953A74}"/>
                    </a:ext>
                  </a:extLst>
                </p:cNvPr>
                <p:cNvPicPr/>
                <p:nvPr/>
              </p:nvPicPr>
              <p:blipFill>
                <a:blip r:embed="rId23"/>
                <a:stretch>
                  <a:fillRect/>
                </a:stretch>
              </p:blipFill>
              <p:spPr>
                <a:xfrm>
                  <a:off x="7844113" y="4078991"/>
                  <a:ext cx="1429200" cy="235800"/>
                </a:xfrm>
                <a:prstGeom prst="rect">
                  <a:avLst/>
                </a:prstGeom>
              </p:spPr>
            </p:pic>
          </mc:Fallback>
        </mc:AlternateContent>
      </p:grpSp>
      <p:grpSp>
        <p:nvGrpSpPr>
          <p:cNvPr id="22" name="Group 21">
            <a:extLst>
              <a:ext uri="{FF2B5EF4-FFF2-40B4-BE49-F238E27FC236}">
                <a16:creationId xmlns:a16="http://schemas.microsoft.com/office/drawing/2014/main" id="{E799F3C2-1EFF-2B0C-6957-76B396C8184C}"/>
              </a:ext>
            </a:extLst>
          </p:cNvPr>
          <p:cNvGrpSpPr/>
          <p:nvPr/>
        </p:nvGrpSpPr>
        <p:grpSpPr>
          <a:xfrm>
            <a:off x="4803553" y="4543751"/>
            <a:ext cx="4368600" cy="111960"/>
            <a:chOff x="4803553" y="4543751"/>
            <a:chExt cx="4368600" cy="111960"/>
          </a:xfrm>
        </p:grpSpPr>
        <mc:AlternateContent xmlns:mc="http://schemas.openxmlformats.org/markup-compatibility/2006" xmlns:p14="http://schemas.microsoft.com/office/powerpoint/2010/main">
          <mc:Choice Requires="p14">
            <p:contentPart p14:bwMode="auto" r:id="rId24">
              <p14:nvContentPartPr>
                <p14:cNvPr id="19" name="Ink 18">
                  <a:extLst>
                    <a:ext uri="{FF2B5EF4-FFF2-40B4-BE49-F238E27FC236}">
                      <a16:creationId xmlns:a16="http://schemas.microsoft.com/office/drawing/2014/main" id="{DA77FEC8-61D5-89BF-900D-4B7B048FEDA0}"/>
                    </a:ext>
                  </a:extLst>
                </p14:cNvPr>
                <p14:cNvContentPartPr/>
                <p14:nvPr/>
              </p14:nvContentPartPr>
              <p14:xfrm>
                <a:off x="4803553" y="4543751"/>
                <a:ext cx="2931840" cy="111960"/>
              </p14:xfrm>
            </p:contentPart>
          </mc:Choice>
          <mc:Fallback xmlns="">
            <p:pic>
              <p:nvPicPr>
                <p:cNvPr id="19" name="Ink 18">
                  <a:extLst>
                    <a:ext uri="{FF2B5EF4-FFF2-40B4-BE49-F238E27FC236}">
                      <a16:creationId xmlns:a16="http://schemas.microsoft.com/office/drawing/2014/main" id="{DA77FEC8-61D5-89BF-900D-4B7B048FEDA0}"/>
                    </a:ext>
                  </a:extLst>
                </p:cNvPr>
                <p:cNvPicPr/>
                <p:nvPr/>
              </p:nvPicPr>
              <p:blipFill>
                <a:blip r:embed="rId25"/>
                <a:stretch>
                  <a:fillRect/>
                </a:stretch>
              </p:blipFill>
              <p:spPr>
                <a:xfrm>
                  <a:off x="4740913" y="4481111"/>
                  <a:ext cx="305748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0" name="Ink 19">
                  <a:extLst>
                    <a:ext uri="{FF2B5EF4-FFF2-40B4-BE49-F238E27FC236}">
                      <a16:creationId xmlns:a16="http://schemas.microsoft.com/office/drawing/2014/main" id="{D2DDFEC6-0BE3-89DA-429C-04BA2FCEC40E}"/>
                    </a:ext>
                  </a:extLst>
                </p14:cNvPr>
                <p14:cNvContentPartPr/>
                <p14:nvPr/>
              </p14:nvContentPartPr>
              <p14:xfrm>
                <a:off x="7909273" y="4594511"/>
                <a:ext cx="1262880" cy="36360"/>
              </p14:xfrm>
            </p:contentPart>
          </mc:Choice>
          <mc:Fallback xmlns="">
            <p:pic>
              <p:nvPicPr>
                <p:cNvPr id="20" name="Ink 19">
                  <a:extLst>
                    <a:ext uri="{FF2B5EF4-FFF2-40B4-BE49-F238E27FC236}">
                      <a16:creationId xmlns:a16="http://schemas.microsoft.com/office/drawing/2014/main" id="{D2DDFEC6-0BE3-89DA-429C-04BA2FCEC40E}"/>
                    </a:ext>
                  </a:extLst>
                </p:cNvPr>
                <p:cNvPicPr/>
                <p:nvPr/>
              </p:nvPicPr>
              <p:blipFill>
                <a:blip r:embed="rId27"/>
                <a:stretch>
                  <a:fillRect/>
                </a:stretch>
              </p:blipFill>
              <p:spPr>
                <a:xfrm>
                  <a:off x="7846273" y="4531871"/>
                  <a:ext cx="1388520" cy="16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7A6084AF-D6F2-8B4A-342B-41F2F6D21C2E}"/>
                  </a:ext>
                </a:extLst>
              </p14:cNvPr>
              <p14:cNvContentPartPr/>
              <p14:nvPr/>
            </p14:nvContentPartPr>
            <p14:xfrm>
              <a:off x="4785913" y="4989071"/>
              <a:ext cx="4301640" cy="335520"/>
            </p14:xfrm>
          </p:contentPart>
        </mc:Choice>
        <mc:Fallback xmlns="">
          <p:pic>
            <p:nvPicPr>
              <p:cNvPr id="23" name="Ink 22">
                <a:extLst>
                  <a:ext uri="{FF2B5EF4-FFF2-40B4-BE49-F238E27FC236}">
                    <a16:creationId xmlns:a16="http://schemas.microsoft.com/office/drawing/2014/main" id="{7A6084AF-D6F2-8B4A-342B-41F2F6D21C2E}"/>
                  </a:ext>
                </a:extLst>
              </p:cNvPr>
              <p:cNvPicPr/>
              <p:nvPr/>
            </p:nvPicPr>
            <p:blipFill>
              <a:blip r:embed="rId29"/>
              <a:stretch>
                <a:fillRect/>
              </a:stretch>
            </p:blipFill>
            <p:spPr>
              <a:xfrm>
                <a:off x="4723273" y="4926431"/>
                <a:ext cx="4427280" cy="461160"/>
              </a:xfrm>
              <a:prstGeom prst="rect">
                <a:avLst/>
              </a:prstGeom>
            </p:spPr>
          </p:pic>
        </mc:Fallback>
      </mc:AlternateContent>
    </p:spTree>
    <p:extLst>
      <p:ext uri="{BB962C8B-B14F-4D97-AF65-F5344CB8AC3E}">
        <p14:creationId xmlns:p14="http://schemas.microsoft.com/office/powerpoint/2010/main" val="629786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639A5-D435-A440-3C34-E37A8B3B49D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338F008-9C18-2CF0-0927-6327D166437B}"/>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EF934EF0-EECE-4109-A625-76836D0F9EB8}"/>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6)</a:t>
            </a:r>
          </a:p>
          <a:p>
            <a:pPr algn="l"/>
            <a:r>
              <a:rPr lang="en-US" sz="1800" b="1">
                <a:sym typeface="Wingdings" pitchFamily="2" charset="2"/>
              </a:rPr>
              <a:t>Dealing with an Empty Optional</a:t>
            </a:r>
            <a:endParaRPr lang="en-US" sz="1800">
              <a:sym typeface="Wingdings" pitchFamily="2" charset="2"/>
            </a:endParaRPr>
          </a:p>
          <a:p>
            <a:pPr algn="l"/>
            <a:r>
              <a:rPr lang="en-US" sz="1800">
                <a:sym typeface="Wingdings" pitchFamily="2" charset="2"/>
              </a:rPr>
              <a:t>(code illustration snippet 7,8,9,10,11)</a:t>
            </a:r>
          </a:p>
          <a:p>
            <a:pPr algn="l"/>
            <a:r>
              <a:rPr lang="en-US" sz="1800">
                <a:sym typeface="Wingdings" pitchFamily="2" charset="2"/>
              </a:rPr>
              <a:t>- An alternating method to ... is returning ... for ... value. We have mentioned about this ... since Optional&lt;T&gt; is better than ... since we don't know the return of ... indicate ...</a:t>
            </a:r>
          </a:p>
          <a:p>
            <a:pPr algn="l"/>
            <a:r>
              <a:rPr lang="en-US" sz="1800">
                <a:sym typeface="Wingdings" pitchFamily="2" charset="2"/>
              </a:rPr>
              <a:t>– Another advantage of ... is ... implementing functional ... into ... instead of using traditional ...</a:t>
            </a:r>
          </a:p>
          <a:p>
            <a:pPr algn="l"/>
            <a:r>
              <a:rPr lang="en-US" sz="1800">
                <a:sym typeface="Wingdings" pitchFamily="2" charset="2"/>
              </a:rPr>
              <a:t>– In the last ..., we will know that we can use method ... for Optional</a:t>
            </a:r>
          </a:p>
          <a:p>
            <a:pPr algn="l"/>
            <a:r>
              <a:rPr lang="en-US" sz="1800" b="1">
                <a:sym typeface="Wingdings" pitchFamily="2" charset="2"/>
              </a:rPr>
              <a:t>Using Streams</a:t>
            </a:r>
            <a:endParaRPr lang="en-US" sz="1800">
              <a:sym typeface="Wingdings" pitchFamily="2" charset="2"/>
            </a:endParaRPr>
          </a:p>
          <a:p>
            <a:pPr algn="l"/>
            <a:r>
              <a:rPr lang="en-US" sz="1800">
                <a:sym typeface="Wingdings" pitchFamily="2" charset="2"/>
              </a:rPr>
              <a:t>- Stream in Java is ... a ... data</a:t>
            </a:r>
          </a:p>
          <a:p>
            <a:pPr algn="l"/>
            <a:r>
              <a:rPr lang="en-US" sz="1800">
                <a:sym typeface="Wingdings" pitchFamily="2" charset="2"/>
              </a:rPr>
              <a:t>- Stream ... is ... ...return results</a:t>
            </a:r>
          </a:p>
          <a:p>
            <a:pPr algn="l"/>
            <a:r>
              <a:rPr lang="en-US" sz="1800" b="1">
                <a:sym typeface="Wingdings" pitchFamily="2" charset="2"/>
              </a:rPr>
              <a:t>Understanding the Pipeline flow</a:t>
            </a:r>
            <a:endParaRPr lang="en-US" sz="1800">
              <a:sym typeface="Wingdings" pitchFamily="2" charset="2"/>
            </a:endParaRPr>
          </a:p>
          <a:p>
            <a:pPr algn="l"/>
            <a:r>
              <a:rPr lang="en-US" sz="1800">
                <a:sym typeface="Wingdings" pitchFamily="2" charset="2"/>
              </a:rPr>
              <a:t>- Let's think Stream Pipeline as ... line. Let's take sign production as an example</a:t>
            </a:r>
          </a:p>
          <a:p>
            <a:pPr algn="l"/>
            <a:r>
              <a:rPr lang="en-US" sz="1800">
                <a:sym typeface="Wingdings" pitchFamily="2" charset="2"/>
              </a:rPr>
              <a:t>– In a sign ..., there are 3 ..., 1 for ..., 1 for ..., 1 for ...</a:t>
            </a:r>
          </a:p>
          <a:p>
            <a:pPr algn="l"/>
            <a:r>
              <a:rPr lang="en-US" sz="1800">
                <a:sym typeface="Wingdings" pitchFamily="2" charset="2"/>
              </a:rPr>
              <a:t>– Notice that this line is ... ( ... &lt;-&gt; ...)</a:t>
            </a:r>
          </a:p>
          <a:p>
            <a:pPr algn="l"/>
            <a:r>
              <a:rPr lang="en-US" sz="1800">
                <a:sym typeface="Wingdings" pitchFamily="2" charset="2"/>
              </a:rPr>
              <a:t>– This assembly line is ..., this means that once the line reach ... =&gt; ...</a:t>
            </a:r>
          </a:p>
          <a:p>
            <a:pPr algn="l"/>
            <a:r>
              <a:rPr lang="en-US" sz="1800">
                <a:sym typeface="Wingdings" pitchFamily="2" charset="2"/>
              </a:rPr>
              <a:t>– Finite stream is the same, ...</a:t>
            </a:r>
          </a:p>
        </p:txBody>
      </p:sp>
    </p:spTree>
    <p:extLst>
      <p:ext uri="{BB962C8B-B14F-4D97-AF65-F5344CB8AC3E}">
        <p14:creationId xmlns:p14="http://schemas.microsoft.com/office/powerpoint/2010/main" val="201954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A29B7-CF3D-0A1A-0A50-72B72020939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9A8373B-9B70-2F4C-6024-C45EB6DA4EF4}"/>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0A01FAA5-55F9-5FB1-E832-3C168DF199B1}"/>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There are some examples of infinite ... such as food ... (where it will be ... if ...), or Sun ... (it goes ... until ...)</a:t>
            </a:r>
          </a:p>
          <a:p>
            <a:pPr algn="l"/>
            <a:r>
              <a:rPr lang="en-US" sz="1800">
                <a:sym typeface="Wingdings" pitchFamily="2" charset="2"/>
              </a:rPr>
              <a:t>- Another characteristic of ... line is that each ... do their own ... =&gt; Once finished, ... </a:t>
            </a:r>
          </a:p>
          <a:p>
            <a:pPr algn="l"/>
            <a:r>
              <a:rPr lang="en-US" sz="1800">
                <a:sym typeface="Wingdings" pitchFamily="2" charset="2"/>
              </a:rPr>
              <a:t>- This is different than .../... that we studied. ... differs from ... because of how we ... them, but all ... are still there</a:t>
            </a:r>
          </a:p>
          <a:p>
            <a:pPr algn="l"/>
            <a:r>
              <a:rPr lang="en-US" sz="1800">
                <a:sym typeface="Wingdings" pitchFamily="2" charset="2"/>
              </a:rPr>
              <a:t>– With stream, the data ..., it is generated ... =&gt; We call this ..., this means delay the ... until ...</a:t>
            </a:r>
          </a:p>
          <a:p>
            <a:pPr algn="l"/>
            <a:r>
              <a:rPr lang="en-US" sz="1800">
                <a:sym typeface="Wingdings" pitchFamily="2" charset="2"/>
              </a:rPr>
              <a:t>- There are so many ... can happen in a ... line =&gt; In FP, these are called Stream ...</a:t>
            </a:r>
          </a:p>
          <a:p>
            <a:pPr algn="l"/>
            <a:r>
              <a:rPr lang="en-US" sz="1800">
                <a:sym typeface="Wingdings" pitchFamily="2" charset="2"/>
              </a:rPr>
              <a:t>- Just like ... line, all ... happens in a pipeline, there will be 1 ... and 1 ... and can be n ... </a:t>
            </a:r>
          </a:p>
          <a:p>
            <a:pPr algn="l"/>
            <a:r>
              <a:rPr lang="en-US" sz="1800">
                <a:sym typeface="Wingdings" pitchFamily="2" charset="2"/>
              </a:rPr>
              <a:t>- There are 3 main parts in a ...</a:t>
            </a:r>
          </a:p>
          <a:p>
            <a:pPr algn="l"/>
            <a:r>
              <a:rPr lang="en-US" sz="1800">
                <a:sym typeface="Wingdings" pitchFamily="2" charset="2"/>
              </a:rPr>
              <a:t>+)</a:t>
            </a:r>
          </a:p>
          <a:p>
            <a:pPr algn="l"/>
            <a:r>
              <a:rPr lang="en-US" sz="1800">
                <a:sym typeface="Wingdings" pitchFamily="2" charset="2"/>
              </a:rPr>
              <a:t>+)</a:t>
            </a:r>
          </a:p>
          <a:p>
            <a:pPr algn="l"/>
            <a:r>
              <a:rPr lang="en-US" sz="1800">
                <a:sym typeface="Wingdings" pitchFamily="2" charset="2"/>
              </a:rPr>
              <a:t>+) (note that all ... only run when ...)</a:t>
            </a:r>
          </a:p>
          <a:p>
            <a:pPr algn="l"/>
            <a:endParaRPr lang="en-US" sz="1800">
              <a:sym typeface="Wingdings" pitchFamily="2" charset="2"/>
            </a:endParaRPr>
          </a:p>
          <a:p>
            <a:pPr algn="l"/>
            <a:endParaRPr lang="en-US" sz="1800">
              <a:sym typeface="Wingdings" pitchFamily="2" charset="2"/>
            </a:endParaRPr>
          </a:p>
        </p:txBody>
      </p:sp>
      <p:pic>
        <p:nvPicPr>
          <p:cNvPr id="2" name="Picture 1">
            <a:extLst>
              <a:ext uri="{FF2B5EF4-FFF2-40B4-BE49-F238E27FC236}">
                <a16:creationId xmlns:a16="http://schemas.microsoft.com/office/drawing/2014/main" id="{D308B0D1-E433-38BA-B957-2349948B4FED}"/>
              </a:ext>
            </a:extLst>
          </p:cNvPr>
          <p:cNvPicPr>
            <a:picLocks noChangeAspect="1"/>
          </p:cNvPicPr>
          <p:nvPr/>
        </p:nvPicPr>
        <p:blipFill>
          <a:blip r:embed="rId3"/>
          <a:stretch>
            <a:fillRect/>
          </a:stretch>
        </p:blipFill>
        <p:spPr>
          <a:xfrm>
            <a:off x="2209800" y="4728680"/>
            <a:ext cx="7772400" cy="1706421"/>
          </a:xfrm>
          <a:prstGeom prst="rect">
            <a:avLst/>
          </a:prstGeom>
        </p:spPr>
      </p:pic>
    </p:spTree>
    <p:extLst>
      <p:ext uri="{BB962C8B-B14F-4D97-AF65-F5344CB8AC3E}">
        <p14:creationId xmlns:p14="http://schemas.microsoft.com/office/powerpoint/2010/main" val="548383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154CB-8CB6-726F-AB35-00E2C9AB166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B599F43-2649-7078-5FDF-788D2794A6FD}"/>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765F8540-4561-BD0B-6A70-B63A310CB91C}"/>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5" name="Picture 4">
            <a:extLst>
              <a:ext uri="{FF2B5EF4-FFF2-40B4-BE49-F238E27FC236}">
                <a16:creationId xmlns:a16="http://schemas.microsoft.com/office/drawing/2014/main" id="{EBD75069-AADD-8713-FD1E-988A21072CEA}"/>
              </a:ext>
            </a:extLst>
          </p:cNvPr>
          <p:cNvPicPr>
            <a:picLocks noChangeAspect="1"/>
          </p:cNvPicPr>
          <p:nvPr/>
        </p:nvPicPr>
        <p:blipFill>
          <a:blip r:embed="rId3"/>
          <a:stretch>
            <a:fillRect/>
          </a:stretch>
        </p:blipFill>
        <p:spPr>
          <a:xfrm>
            <a:off x="660494" y="1423040"/>
            <a:ext cx="10871012" cy="4011920"/>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8D22FC79-9CF6-798A-3FEA-73947FC8188E}"/>
                  </a:ext>
                </a:extLst>
              </p14:cNvPr>
              <p14:cNvContentPartPr/>
              <p14:nvPr/>
            </p14:nvContentPartPr>
            <p14:xfrm>
              <a:off x="5499073" y="2465111"/>
              <a:ext cx="673920" cy="117000"/>
            </p14:xfrm>
          </p:contentPart>
        </mc:Choice>
        <mc:Fallback xmlns="">
          <p:pic>
            <p:nvPicPr>
              <p:cNvPr id="6" name="Ink 5">
                <a:extLst>
                  <a:ext uri="{FF2B5EF4-FFF2-40B4-BE49-F238E27FC236}">
                    <a16:creationId xmlns:a16="http://schemas.microsoft.com/office/drawing/2014/main" id="{8D22FC79-9CF6-798A-3FEA-73947FC8188E}"/>
                  </a:ext>
                </a:extLst>
              </p:cNvPr>
              <p:cNvPicPr/>
              <p:nvPr/>
            </p:nvPicPr>
            <p:blipFill>
              <a:blip r:embed="rId5"/>
              <a:stretch>
                <a:fillRect/>
              </a:stretch>
            </p:blipFill>
            <p:spPr>
              <a:xfrm>
                <a:off x="5436073" y="2402471"/>
                <a:ext cx="799560" cy="242640"/>
              </a:xfrm>
              <a:prstGeom prst="rect">
                <a:avLst/>
              </a:prstGeom>
            </p:spPr>
          </p:pic>
        </mc:Fallback>
      </mc:AlternateContent>
      <p:grpSp>
        <p:nvGrpSpPr>
          <p:cNvPr id="10" name="Group 9">
            <a:extLst>
              <a:ext uri="{FF2B5EF4-FFF2-40B4-BE49-F238E27FC236}">
                <a16:creationId xmlns:a16="http://schemas.microsoft.com/office/drawing/2014/main" id="{C44FBD2B-2E67-05F8-F425-37ABE4B0E080}"/>
              </a:ext>
            </a:extLst>
          </p:cNvPr>
          <p:cNvGrpSpPr/>
          <p:nvPr/>
        </p:nvGrpSpPr>
        <p:grpSpPr>
          <a:xfrm>
            <a:off x="8603713" y="2458271"/>
            <a:ext cx="489240" cy="136440"/>
            <a:chOff x="8603713" y="2458271"/>
            <a:chExt cx="489240" cy="136440"/>
          </a:xfrm>
        </p:grpSpPr>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D02246C8-93A7-AF1C-AC8B-2E5E7341BC4A}"/>
                    </a:ext>
                  </a:extLst>
                </p14:cNvPr>
                <p14:cNvContentPartPr/>
                <p14:nvPr/>
              </p14:nvContentPartPr>
              <p14:xfrm>
                <a:off x="8603713" y="2458271"/>
                <a:ext cx="452520" cy="128880"/>
              </p14:xfrm>
            </p:contentPart>
          </mc:Choice>
          <mc:Fallback xmlns="">
            <p:pic>
              <p:nvPicPr>
                <p:cNvPr id="7" name="Ink 6">
                  <a:extLst>
                    <a:ext uri="{FF2B5EF4-FFF2-40B4-BE49-F238E27FC236}">
                      <a16:creationId xmlns:a16="http://schemas.microsoft.com/office/drawing/2014/main" id="{D02246C8-93A7-AF1C-AC8B-2E5E7341BC4A}"/>
                    </a:ext>
                  </a:extLst>
                </p:cNvPr>
                <p:cNvPicPr/>
                <p:nvPr/>
              </p:nvPicPr>
              <p:blipFill>
                <a:blip r:embed="rId7"/>
                <a:stretch>
                  <a:fillRect/>
                </a:stretch>
              </p:blipFill>
              <p:spPr>
                <a:xfrm>
                  <a:off x="8541073" y="2395271"/>
                  <a:ext cx="57816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5D690085-06B9-9F02-03B8-64BA7D6BB105}"/>
                    </a:ext>
                  </a:extLst>
                </p14:cNvPr>
                <p14:cNvContentPartPr/>
                <p14:nvPr/>
              </p14:nvContentPartPr>
              <p14:xfrm>
                <a:off x="8896393" y="2515871"/>
                <a:ext cx="196560" cy="78840"/>
              </p14:xfrm>
            </p:contentPart>
          </mc:Choice>
          <mc:Fallback xmlns="">
            <p:pic>
              <p:nvPicPr>
                <p:cNvPr id="8" name="Ink 7">
                  <a:extLst>
                    <a:ext uri="{FF2B5EF4-FFF2-40B4-BE49-F238E27FC236}">
                      <a16:creationId xmlns:a16="http://schemas.microsoft.com/office/drawing/2014/main" id="{5D690085-06B9-9F02-03B8-64BA7D6BB105}"/>
                    </a:ext>
                  </a:extLst>
                </p:cNvPr>
                <p:cNvPicPr/>
                <p:nvPr/>
              </p:nvPicPr>
              <p:blipFill>
                <a:blip r:embed="rId9"/>
                <a:stretch>
                  <a:fillRect/>
                </a:stretch>
              </p:blipFill>
              <p:spPr>
                <a:xfrm>
                  <a:off x="8833393" y="2452871"/>
                  <a:ext cx="322200" cy="204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036E4752-A36E-D4BF-873E-C4C8F2200523}"/>
                  </a:ext>
                </a:extLst>
              </p14:cNvPr>
              <p14:cNvContentPartPr/>
              <p14:nvPr/>
            </p14:nvContentPartPr>
            <p14:xfrm>
              <a:off x="5486473" y="3060191"/>
              <a:ext cx="470520" cy="165600"/>
            </p14:xfrm>
          </p:contentPart>
        </mc:Choice>
        <mc:Fallback xmlns="">
          <p:pic>
            <p:nvPicPr>
              <p:cNvPr id="11" name="Ink 10">
                <a:extLst>
                  <a:ext uri="{FF2B5EF4-FFF2-40B4-BE49-F238E27FC236}">
                    <a16:creationId xmlns:a16="http://schemas.microsoft.com/office/drawing/2014/main" id="{036E4752-A36E-D4BF-873E-C4C8F2200523}"/>
                  </a:ext>
                </a:extLst>
              </p:cNvPr>
              <p:cNvPicPr/>
              <p:nvPr/>
            </p:nvPicPr>
            <p:blipFill>
              <a:blip r:embed="rId11"/>
              <a:stretch>
                <a:fillRect/>
              </a:stretch>
            </p:blipFill>
            <p:spPr>
              <a:xfrm>
                <a:off x="5423833" y="2997551"/>
                <a:ext cx="596160" cy="291240"/>
              </a:xfrm>
              <a:prstGeom prst="rect">
                <a:avLst/>
              </a:prstGeom>
            </p:spPr>
          </p:pic>
        </mc:Fallback>
      </mc:AlternateContent>
      <p:grpSp>
        <p:nvGrpSpPr>
          <p:cNvPr id="16" name="Group 15">
            <a:extLst>
              <a:ext uri="{FF2B5EF4-FFF2-40B4-BE49-F238E27FC236}">
                <a16:creationId xmlns:a16="http://schemas.microsoft.com/office/drawing/2014/main" id="{AF92E05B-8EA3-9768-72A2-AA45D28E4399}"/>
              </a:ext>
            </a:extLst>
          </p:cNvPr>
          <p:cNvGrpSpPr/>
          <p:nvPr/>
        </p:nvGrpSpPr>
        <p:grpSpPr>
          <a:xfrm>
            <a:off x="8681113" y="3022031"/>
            <a:ext cx="453960" cy="289440"/>
            <a:chOff x="8681113" y="3022031"/>
            <a:chExt cx="453960" cy="289440"/>
          </a:xfrm>
        </p:grpSpPr>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5C429BC8-51BE-5CCB-EA00-3771AB67E782}"/>
                    </a:ext>
                  </a:extLst>
                </p14:cNvPr>
                <p14:cNvContentPartPr/>
                <p14:nvPr/>
              </p14:nvContentPartPr>
              <p14:xfrm>
                <a:off x="8681113" y="3101591"/>
                <a:ext cx="249840" cy="94320"/>
              </p14:xfrm>
            </p:contentPart>
          </mc:Choice>
          <mc:Fallback xmlns="">
            <p:pic>
              <p:nvPicPr>
                <p:cNvPr id="12" name="Ink 11">
                  <a:extLst>
                    <a:ext uri="{FF2B5EF4-FFF2-40B4-BE49-F238E27FC236}">
                      <a16:creationId xmlns:a16="http://schemas.microsoft.com/office/drawing/2014/main" id="{5C429BC8-51BE-5CCB-EA00-3771AB67E782}"/>
                    </a:ext>
                  </a:extLst>
                </p:cNvPr>
                <p:cNvPicPr/>
                <p:nvPr/>
              </p:nvPicPr>
              <p:blipFill>
                <a:blip r:embed="rId13"/>
                <a:stretch>
                  <a:fillRect/>
                </a:stretch>
              </p:blipFill>
              <p:spPr>
                <a:xfrm>
                  <a:off x="8618473" y="3038591"/>
                  <a:ext cx="37548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6A82DDB6-713E-C86E-EC20-DBA6E8E84BCB}"/>
                    </a:ext>
                  </a:extLst>
                </p14:cNvPr>
                <p14:cNvContentPartPr/>
                <p14:nvPr/>
              </p14:nvContentPartPr>
              <p14:xfrm>
                <a:off x="8701633" y="3022031"/>
                <a:ext cx="433440" cy="289440"/>
              </p14:xfrm>
            </p:contentPart>
          </mc:Choice>
          <mc:Fallback xmlns="">
            <p:pic>
              <p:nvPicPr>
                <p:cNvPr id="13" name="Ink 12">
                  <a:extLst>
                    <a:ext uri="{FF2B5EF4-FFF2-40B4-BE49-F238E27FC236}">
                      <a16:creationId xmlns:a16="http://schemas.microsoft.com/office/drawing/2014/main" id="{6A82DDB6-713E-C86E-EC20-DBA6E8E84BCB}"/>
                    </a:ext>
                  </a:extLst>
                </p:cNvPr>
                <p:cNvPicPr/>
                <p:nvPr/>
              </p:nvPicPr>
              <p:blipFill>
                <a:blip r:embed="rId15"/>
                <a:stretch>
                  <a:fillRect/>
                </a:stretch>
              </p:blipFill>
              <p:spPr>
                <a:xfrm>
                  <a:off x="8638633" y="2959391"/>
                  <a:ext cx="559080" cy="415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345AE5DA-F90A-3581-9B80-FD6D3F2F8E7F}"/>
                  </a:ext>
                </a:extLst>
              </p14:cNvPr>
              <p14:cNvContentPartPr/>
              <p14:nvPr/>
            </p14:nvContentPartPr>
            <p14:xfrm>
              <a:off x="5528233" y="3624671"/>
              <a:ext cx="492840" cy="272880"/>
            </p14:xfrm>
          </p:contentPart>
        </mc:Choice>
        <mc:Fallback xmlns="">
          <p:pic>
            <p:nvPicPr>
              <p:cNvPr id="14" name="Ink 13">
                <a:extLst>
                  <a:ext uri="{FF2B5EF4-FFF2-40B4-BE49-F238E27FC236}">
                    <a16:creationId xmlns:a16="http://schemas.microsoft.com/office/drawing/2014/main" id="{345AE5DA-F90A-3581-9B80-FD6D3F2F8E7F}"/>
                  </a:ext>
                </a:extLst>
              </p:cNvPr>
              <p:cNvPicPr/>
              <p:nvPr/>
            </p:nvPicPr>
            <p:blipFill>
              <a:blip r:embed="rId17"/>
              <a:stretch>
                <a:fillRect/>
              </a:stretch>
            </p:blipFill>
            <p:spPr>
              <a:xfrm>
                <a:off x="5465233" y="3561671"/>
                <a:ext cx="61848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E99D528D-2472-C515-6F3C-731D47925041}"/>
                  </a:ext>
                </a:extLst>
              </p14:cNvPr>
              <p14:cNvContentPartPr/>
              <p14:nvPr/>
            </p14:nvContentPartPr>
            <p14:xfrm>
              <a:off x="8528473" y="3501911"/>
              <a:ext cx="783360" cy="370080"/>
            </p14:xfrm>
          </p:contentPart>
        </mc:Choice>
        <mc:Fallback xmlns="">
          <p:pic>
            <p:nvPicPr>
              <p:cNvPr id="17" name="Ink 16">
                <a:extLst>
                  <a:ext uri="{FF2B5EF4-FFF2-40B4-BE49-F238E27FC236}">
                    <a16:creationId xmlns:a16="http://schemas.microsoft.com/office/drawing/2014/main" id="{E99D528D-2472-C515-6F3C-731D47925041}"/>
                  </a:ext>
                </a:extLst>
              </p:cNvPr>
              <p:cNvPicPr/>
              <p:nvPr/>
            </p:nvPicPr>
            <p:blipFill>
              <a:blip r:embed="rId19"/>
              <a:stretch>
                <a:fillRect/>
              </a:stretch>
            </p:blipFill>
            <p:spPr>
              <a:xfrm>
                <a:off x="8465473" y="3439271"/>
                <a:ext cx="909000" cy="495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Ink 17">
                <a:extLst>
                  <a:ext uri="{FF2B5EF4-FFF2-40B4-BE49-F238E27FC236}">
                    <a16:creationId xmlns:a16="http://schemas.microsoft.com/office/drawing/2014/main" id="{2AB972F0-92C2-E13C-56C9-3C2F9F4C149A}"/>
                  </a:ext>
                </a:extLst>
              </p14:cNvPr>
              <p14:cNvContentPartPr/>
              <p14:nvPr/>
            </p14:nvContentPartPr>
            <p14:xfrm>
              <a:off x="5393233" y="4208231"/>
              <a:ext cx="594360" cy="180000"/>
            </p14:xfrm>
          </p:contentPart>
        </mc:Choice>
        <mc:Fallback xmlns="">
          <p:pic>
            <p:nvPicPr>
              <p:cNvPr id="18" name="Ink 17">
                <a:extLst>
                  <a:ext uri="{FF2B5EF4-FFF2-40B4-BE49-F238E27FC236}">
                    <a16:creationId xmlns:a16="http://schemas.microsoft.com/office/drawing/2014/main" id="{2AB972F0-92C2-E13C-56C9-3C2F9F4C149A}"/>
                  </a:ext>
                </a:extLst>
              </p:cNvPr>
              <p:cNvPicPr/>
              <p:nvPr/>
            </p:nvPicPr>
            <p:blipFill>
              <a:blip r:embed="rId21"/>
              <a:stretch>
                <a:fillRect/>
              </a:stretch>
            </p:blipFill>
            <p:spPr>
              <a:xfrm>
                <a:off x="5330233" y="4145231"/>
                <a:ext cx="72000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9" name="Ink 18">
                <a:extLst>
                  <a:ext uri="{FF2B5EF4-FFF2-40B4-BE49-F238E27FC236}">
                    <a16:creationId xmlns:a16="http://schemas.microsoft.com/office/drawing/2014/main" id="{695832DE-FDAA-1768-4A04-A8DFFB2C46CC}"/>
                  </a:ext>
                </a:extLst>
              </p14:cNvPr>
              <p14:cNvContentPartPr/>
              <p14:nvPr/>
            </p14:nvContentPartPr>
            <p14:xfrm>
              <a:off x="5442913" y="4738871"/>
              <a:ext cx="758880" cy="457560"/>
            </p14:xfrm>
          </p:contentPart>
        </mc:Choice>
        <mc:Fallback xmlns="">
          <p:pic>
            <p:nvPicPr>
              <p:cNvPr id="19" name="Ink 18">
                <a:extLst>
                  <a:ext uri="{FF2B5EF4-FFF2-40B4-BE49-F238E27FC236}">
                    <a16:creationId xmlns:a16="http://schemas.microsoft.com/office/drawing/2014/main" id="{695832DE-FDAA-1768-4A04-A8DFFB2C46CC}"/>
                  </a:ext>
                </a:extLst>
              </p:cNvPr>
              <p:cNvPicPr/>
              <p:nvPr/>
            </p:nvPicPr>
            <p:blipFill>
              <a:blip r:embed="rId23"/>
              <a:stretch>
                <a:fillRect/>
              </a:stretch>
            </p:blipFill>
            <p:spPr>
              <a:xfrm>
                <a:off x="5380273" y="4676231"/>
                <a:ext cx="884520" cy="5832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F6AA4CF5-6D71-0A8F-25FD-98441DA64F05}"/>
                  </a:ext>
                </a:extLst>
              </p14:cNvPr>
              <p14:cNvContentPartPr/>
              <p14:nvPr/>
            </p14:nvContentPartPr>
            <p14:xfrm>
              <a:off x="8499313" y="4214351"/>
              <a:ext cx="732600" cy="346320"/>
            </p14:xfrm>
          </p:contentPart>
        </mc:Choice>
        <mc:Fallback xmlns="">
          <p:pic>
            <p:nvPicPr>
              <p:cNvPr id="20" name="Ink 19">
                <a:extLst>
                  <a:ext uri="{FF2B5EF4-FFF2-40B4-BE49-F238E27FC236}">
                    <a16:creationId xmlns:a16="http://schemas.microsoft.com/office/drawing/2014/main" id="{F6AA4CF5-6D71-0A8F-25FD-98441DA64F05}"/>
                  </a:ext>
                </a:extLst>
              </p:cNvPr>
              <p:cNvPicPr/>
              <p:nvPr/>
            </p:nvPicPr>
            <p:blipFill>
              <a:blip r:embed="rId25"/>
              <a:stretch>
                <a:fillRect/>
              </a:stretch>
            </p:blipFill>
            <p:spPr>
              <a:xfrm>
                <a:off x="8436673" y="4151351"/>
                <a:ext cx="858240" cy="4719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1" name="Ink 20">
                <a:extLst>
                  <a:ext uri="{FF2B5EF4-FFF2-40B4-BE49-F238E27FC236}">
                    <a16:creationId xmlns:a16="http://schemas.microsoft.com/office/drawing/2014/main" id="{DEC0AC78-420E-6EDB-757D-3F40FC3B2F41}"/>
                  </a:ext>
                </a:extLst>
              </p14:cNvPr>
              <p14:cNvContentPartPr/>
              <p14:nvPr/>
            </p14:nvContentPartPr>
            <p14:xfrm>
              <a:off x="8522353" y="4690631"/>
              <a:ext cx="612360" cy="348120"/>
            </p14:xfrm>
          </p:contentPart>
        </mc:Choice>
        <mc:Fallback xmlns="">
          <p:pic>
            <p:nvPicPr>
              <p:cNvPr id="21" name="Ink 20">
                <a:extLst>
                  <a:ext uri="{FF2B5EF4-FFF2-40B4-BE49-F238E27FC236}">
                    <a16:creationId xmlns:a16="http://schemas.microsoft.com/office/drawing/2014/main" id="{DEC0AC78-420E-6EDB-757D-3F40FC3B2F41}"/>
                  </a:ext>
                </a:extLst>
              </p:cNvPr>
              <p:cNvPicPr/>
              <p:nvPr/>
            </p:nvPicPr>
            <p:blipFill>
              <a:blip r:embed="rId27"/>
              <a:stretch>
                <a:fillRect/>
              </a:stretch>
            </p:blipFill>
            <p:spPr>
              <a:xfrm>
                <a:off x="8459353" y="4627991"/>
                <a:ext cx="738000" cy="473760"/>
              </a:xfrm>
              <a:prstGeom prst="rect">
                <a:avLst/>
              </a:prstGeom>
            </p:spPr>
          </p:pic>
        </mc:Fallback>
      </mc:AlternateContent>
    </p:spTree>
    <p:extLst>
      <p:ext uri="{BB962C8B-B14F-4D97-AF65-F5344CB8AC3E}">
        <p14:creationId xmlns:p14="http://schemas.microsoft.com/office/powerpoint/2010/main" val="1183757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733E3-66A0-4A44-944D-063363B89D8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AC42058-AACB-B678-E2A8-CCE8188FF272}"/>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09F9E55E-B033-FF54-369D-6687DE695913}"/>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In a ... line, there is a person called ... who manage .... In Stream, Java ...</a:t>
            </a:r>
          </a:p>
          <a:p>
            <a:pPr algn="l"/>
            <a:r>
              <a:rPr lang="en-US" sz="1800">
                <a:sym typeface="Wingdings" pitchFamily="2" charset="2"/>
              </a:rPr>
              <a:t>- This is a crucial ..., especially in processing lazy ... and ... stream</a:t>
            </a:r>
          </a:p>
          <a:p>
            <a:pPr algn="l"/>
            <a:r>
              <a:rPr lang="en-US" sz="1800">
                <a:sym typeface="Wingdings" pitchFamily="2" charset="2"/>
              </a:rPr>
              <a:t>- Imagine Stream is just like giving ... to ... When ... done, ... will setup ..., assign ..., and inform ....</a:t>
            </a:r>
          </a:p>
          <a:p>
            <a:pPr algn="l"/>
            <a:r>
              <a:rPr lang="en-US" sz="1800">
                <a:sym typeface="Wingdings" pitchFamily="2" charset="2"/>
              </a:rPr>
              <a:t>- However, the workers can only ... once the ... start ...</a:t>
            </a:r>
          </a:p>
          <a:p>
            <a:pPr algn="l"/>
            <a:r>
              <a:rPr lang="en-US" sz="1800">
                <a:sym typeface="Wingdings" pitchFamily="2" charset="2"/>
              </a:rPr>
              <a:t>– The foreperson will start ... once he see the .... He also manage the ... and ... the line once the ...</a:t>
            </a:r>
          </a:p>
          <a:p>
            <a:pPr algn="l"/>
            <a:endParaRPr lang="en-US" sz="1800">
              <a:sym typeface="Wingdings" pitchFamily="2" charset="2"/>
            </a:endParaRPr>
          </a:p>
          <a:p>
            <a:pPr algn="l"/>
            <a:endParaRPr lang="en-US" sz="1800">
              <a:sym typeface="Wingdings" pitchFamily="2" charset="2"/>
            </a:endParaRPr>
          </a:p>
        </p:txBody>
      </p:sp>
      <p:pic>
        <p:nvPicPr>
          <p:cNvPr id="5" name="Picture 4">
            <a:extLst>
              <a:ext uri="{FF2B5EF4-FFF2-40B4-BE49-F238E27FC236}">
                <a16:creationId xmlns:a16="http://schemas.microsoft.com/office/drawing/2014/main" id="{9A948D60-0597-9210-08E4-F27044B03075}"/>
              </a:ext>
            </a:extLst>
          </p:cNvPr>
          <p:cNvPicPr>
            <a:picLocks noChangeAspect="1"/>
          </p:cNvPicPr>
          <p:nvPr/>
        </p:nvPicPr>
        <p:blipFill>
          <a:blip r:embed="rId3"/>
          <a:stretch>
            <a:fillRect/>
          </a:stretch>
        </p:blipFill>
        <p:spPr>
          <a:xfrm>
            <a:off x="2628900" y="3027362"/>
            <a:ext cx="6934200" cy="3009900"/>
          </a:xfrm>
          <a:prstGeom prst="rect">
            <a:avLst/>
          </a:prstGeom>
        </p:spPr>
      </p:pic>
    </p:spTree>
    <p:extLst>
      <p:ext uri="{BB962C8B-B14F-4D97-AF65-F5344CB8AC3E}">
        <p14:creationId xmlns:p14="http://schemas.microsoft.com/office/powerpoint/2010/main" val="2773228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2C9E6-EE53-FED4-A60B-018AC407083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BEF4B9F-F443-1563-2EFB-00D52DA946C8}"/>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86FCCD63-E1C0-F7C3-E633-3B45EB2E047C}"/>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From ... perspective (the sign production example), he sees that we must ... first =&gt; He set ...</a:t>
            </a:r>
          </a:p>
          <a:p>
            <a:pPr algn="l"/>
            <a:r>
              <a:rPr lang="en-US" sz="1800">
                <a:sym typeface="Wingdings" pitchFamily="2" charset="2"/>
              </a:rPr>
              <a:t>– Next, he sees that we ... =&gt; He set ... and set ... for</a:t>
            </a:r>
          </a:p>
          <a:p>
            <a:pPr algn="l"/>
            <a:r>
              <a:rPr lang="en-US" sz="1800">
                <a:sym typeface="Wingdings" pitchFamily="2" charset="2"/>
              </a:rPr>
              <a:t>- Finally, he sees that ...  =&gt; He set ... and begin to ...</a:t>
            </a:r>
          </a:p>
          <a:p>
            <a:pPr algn="l"/>
            <a:r>
              <a:rPr lang="en-US" sz="1800">
                <a:sym typeface="Wingdings" pitchFamily="2" charset="2"/>
              </a:rPr>
              <a:t>- For the last figure, we have ... only =&gt; after we reach ..., the ... order to ...</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r>
              <a:rPr lang="en-US" sz="1800">
                <a:sym typeface="Wingdings" pitchFamily="2" charset="2"/>
              </a:rPr>
              <a:t>- This is another example of another .... The difference is that once we ..., the ... will ...</a:t>
            </a:r>
          </a:p>
        </p:txBody>
      </p:sp>
      <p:pic>
        <p:nvPicPr>
          <p:cNvPr id="2" name="Picture 1">
            <a:extLst>
              <a:ext uri="{FF2B5EF4-FFF2-40B4-BE49-F238E27FC236}">
                <a16:creationId xmlns:a16="http://schemas.microsoft.com/office/drawing/2014/main" id="{422B3E50-596C-C3E9-071D-7D9FA633AFFE}"/>
              </a:ext>
            </a:extLst>
          </p:cNvPr>
          <p:cNvPicPr>
            <a:picLocks noChangeAspect="1"/>
          </p:cNvPicPr>
          <p:nvPr/>
        </p:nvPicPr>
        <p:blipFill>
          <a:blip r:embed="rId3"/>
          <a:stretch>
            <a:fillRect/>
          </a:stretch>
        </p:blipFill>
        <p:spPr>
          <a:xfrm>
            <a:off x="2366734" y="3058319"/>
            <a:ext cx="6794500" cy="1562100"/>
          </a:xfrm>
          <a:prstGeom prst="rect">
            <a:avLst/>
          </a:prstGeom>
        </p:spPr>
      </p:pic>
    </p:spTree>
    <p:extLst>
      <p:ext uri="{BB962C8B-B14F-4D97-AF65-F5344CB8AC3E}">
        <p14:creationId xmlns:p14="http://schemas.microsoft.com/office/powerpoint/2010/main" val="4181682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3A3F3-A73B-B66C-D425-4F77E3B0D91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DD43786-A46A-58E4-C54E-BF9C50C6A092}"/>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FD3BE4A6-A9A1-CEA4-19B1-886D16C25DEE}"/>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Creating Stream Sources</a:t>
            </a:r>
          </a:p>
          <a:p>
            <a:pPr algn="l"/>
            <a:r>
              <a:rPr lang="en-US" sz="1800">
                <a:sym typeface="Wingdings" pitchFamily="2" charset="2"/>
              </a:rPr>
              <a:t>- In Java, the Stream we said is ... in package ...</a:t>
            </a:r>
          </a:p>
          <a:p>
            <a:pPr algn="l"/>
            <a:r>
              <a:rPr lang="en-US" sz="1800" b="1">
                <a:sym typeface="Wingdings" pitchFamily="2" charset="2"/>
              </a:rPr>
              <a:t>Creating Finite Stream</a:t>
            </a:r>
          </a:p>
          <a:p>
            <a:pPr algn="l"/>
            <a:r>
              <a:rPr lang="en-US" sz="1800">
                <a:sym typeface="Wingdings" pitchFamily="2" charset="2"/>
              </a:rPr>
              <a:t>- Now we will begin with simple ...</a:t>
            </a:r>
          </a:p>
          <a:p>
            <a:pPr algn="l"/>
            <a:r>
              <a:rPr lang="en-US" sz="1800">
                <a:sym typeface="Wingdings" pitchFamily="2" charset="2"/>
              </a:rPr>
              <a:t>(code illustration snippet 12)</a:t>
            </a:r>
          </a:p>
          <a:p>
            <a:pPr algn="l"/>
            <a:r>
              <a:rPr lang="en-US" sz="1800">
                <a:sym typeface="Wingdings" pitchFamily="2" charset="2"/>
              </a:rPr>
              <a:t>- We can convert ... to ...</a:t>
            </a:r>
          </a:p>
          <a:p>
            <a:pPr algn="l"/>
            <a:r>
              <a:rPr lang="en-US" sz="1800">
                <a:sym typeface="Wingdings" pitchFamily="2" charset="2"/>
              </a:rPr>
              <a:t>(code illustration snippet 13)</a:t>
            </a:r>
          </a:p>
          <a:p>
            <a:pPr algn="l"/>
            <a:r>
              <a:rPr lang="en-US" sz="1800">
                <a:sym typeface="Wingdings" pitchFamily="2" charset="2"/>
              </a:rPr>
              <a:t>- We can also create ... special ... called ...</a:t>
            </a:r>
          </a:p>
          <a:p>
            <a:pPr algn="l"/>
            <a:r>
              <a:rPr lang="en-US" sz="1800">
                <a:sym typeface="Wingdings" pitchFamily="2" charset="2"/>
              </a:rPr>
              <a:t>(code illustration snippet 14)</a:t>
            </a:r>
          </a:p>
          <a:p>
            <a:pPr algn="l"/>
            <a:r>
              <a:rPr lang="en-US" sz="1800">
                <a:sym typeface="Wingdings" pitchFamily="2" charset="2"/>
              </a:rPr>
              <a:t>- ParallelStream</a:t>
            </a:r>
            <a:r>
              <a:rPr lang="en-US" sz="1800" b="1">
                <a:sym typeface="Wingdings" pitchFamily="2" charset="2"/>
              </a:rPr>
              <a:t> </a:t>
            </a:r>
            <a:r>
              <a:rPr lang="en-US" sz="1800">
                <a:sym typeface="Wingdings" pitchFamily="2" charset="2"/>
              </a:rPr>
              <a:t>is related to ... topic. Imagine it looks like multiple ... same. For example, the sign ..., it looks like multiple ... =&gt; It will be ... than ...</a:t>
            </a:r>
          </a:p>
          <a:p>
            <a:pPr algn="l"/>
            <a:r>
              <a:rPr lang="en-US" sz="1800">
                <a:sym typeface="Wingdings" pitchFamily="2" charset="2"/>
              </a:rPr>
              <a:t>– However, there are some tasks that aren't ... such as ... original order ...</a:t>
            </a:r>
          </a:p>
          <a:p>
            <a:pPr algn="l"/>
            <a:r>
              <a:rPr lang="en-US" sz="1800">
                <a:sym typeface="Wingdings" pitchFamily="2" charset="2"/>
              </a:rPr>
              <a:t>– Moreover, some tasks ... faster than ... </a:t>
            </a:r>
          </a:p>
          <a:p>
            <a:pPr algn="l"/>
            <a:r>
              <a:rPr lang="en-US" sz="1800">
                <a:sym typeface="Wingdings" pitchFamily="2" charset="2"/>
              </a:rPr>
              <a:t>- We will study more about this on chapter 13</a:t>
            </a:r>
          </a:p>
          <a:p>
            <a:pPr algn="l"/>
            <a:r>
              <a:rPr lang="en-US" sz="1800" b="1">
                <a:sym typeface="Wingdings" pitchFamily="2" charset="2"/>
              </a:rPr>
              <a:t>Creating Infinite Stream</a:t>
            </a:r>
          </a:p>
        </p:txBody>
      </p:sp>
    </p:spTree>
    <p:extLst>
      <p:ext uri="{BB962C8B-B14F-4D97-AF65-F5344CB8AC3E}">
        <p14:creationId xmlns:p14="http://schemas.microsoft.com/office/powerpoint/2010/main" val="3400500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029AD-2DC6-BFC1-CF85-9C6642A1175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4807C9E-7C88-388F-867D-0B0BC07427A2}"/>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F3C8E06A-D68D-C867-9E54-9163F890D0EE}"/>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We can see that there are some cases that look like ... However, there are some cases where ... not look like ... =&gt; We have ...stream to ...</a:t>
            </a:r>
          </a:p>
          <a:p>
            <a:pPr algn="l"/>
            <a:r>
              <a:rPr lang="en-US" sz="1800">
                <a:sym typeface="Wingdings" pitchFamily="2" charset="2"/>
              </a:rPr>
              <a:t>(code illustration snippet 15)</a:t>
            </a:r>
          </a:p>
          <a:p>
            <a:pPr algn="l"/>
            <a:r>
              <a:rPr lang="en-US" sz="1800">
                <a:sym typeface="Wingdings" pitchFamily="2" charset="2"/>
              </a:rPr>
              <a:t>- If we ... forEach(), it will ... until ...</a:t>
            </a:r>
          </a:p>
          <a:p>
            <a:pPr algn="l"/>
            <a:r>
              <a:rPr lang="en-US" sz="1800">
                <a:sym typeface="Wingdings" pitchFamily="2" charset="2"/>
              </a:rPr>
              <a:t>– Moreover, we can convert ... back to ... using method ...</a:t>
            </a:r>
          </a:p>
          <a:p>
            <a:pPr algn="l"/>
            <a:r>
              <a:rPr lang="en-US" sz="1800">
                <a:sym typeface="Wingdings" pitchFamily="2" charset="2"/>
              </a:rPr>
              <a:t>– The ... method recieves 2 parameters (1 is for ... (also called ...) , 1 is for ...). This method will ... until ...</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r>
              <a:rPr lang="en-US" sz="1800">
                <a:sym typeface="Wingdings" pitchFamily="2" charset="2"/>
              </a:rPr>
              <a:t>- ... iterate() also has another ... which receives ... and it is used to ...</a:t>
            </a:r>
          </a:p>
          <a:p>
            <a:pPr algn="l"/>
            <a:r>
              <a:rPr lang="en-US" sz="1800">
                <a:sym typeface="Wingdings" pitchFamily="2" charset="2"/>
              </a:rPr>
              <a:t>(code illustration snippet 16)</a:t>
            </a:r>
          </a:p>
          <a:p>
            <a:pPr algn="l"/>
            <a:r>
              <a:rPr lang="en-US" sz="1800" b="1">
                <a:sym typeface="Wingdings" pitchFamily="2" charset="2"/>
              </a:rPr>
              <a:t>Reviewing Stream Creation Methods</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6BA2FBF5-47AE-DC35-A013-0431C18999C9}"/>
              </a:ext>
            </a:extLst>
          </p:cNvPr>
          <p:cNvPicPr>
            <a:picLocks noChangeAspect="1"/>
          </p:cNvPicPr>
          <p:nvPr/>
        </p:nvPicPr>
        <p:blipFill>
          <a:blip r:embed="rId3"/>
          <a:stretch>
            <a:fillRect/>
          </a:stretch>
        </p:blipFill>
        <p:spPr>
          <a:xfrm>
            <a:off x="3206750" y="3429000"/>
            <a:ext cx="5778500" cy="812800"/>
          </a:xfrm>
          <a:prstGeom prst="rect">
            <a:avLst/>
          </a:prstGeom>
        </p:spPr>
      </p:pic>
    </p:spTree>
    <p:extLst>
      <p:ext uri="{BB962C8B-B14F-4D97-AF65-F5344CB8AC3E}">
        <p14:creationId xmlns:p14="http://schemas.microsoft.com/office/powerpoint/2010/main" val="1642793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9CD20-805A-074B-408E-D3C7F5A9387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1A771DA-39D4-AE2B-27D1-B32584EE78DD}"/>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BD9E56CA-7ED1-9946-C0C0-9CF82CEF7093}"/>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5" name="Picture 4">
            <a:extLst>
              <a:ext uri="{FF2B5EF4-FFF2-40B4-BE49-F238E27FC236}">
                <a16:creationId xmlns:a16="http://schemas.microsoft.com/office/drawing/2014/main" id="{EB380609-F422-C154-6197-74214067CD9C}"/>
              </a:ext>
            </a:extLst>
          </p:cNvPr>
          <p:cNvPicPr>
            <a:picLocks noChangeAspect="1"/>
          </p:cNvPicPr>
          <p:nvPr/>
        </p:nvPicPr>
        <p:blipFill>
          <a:blip r:embed="rId3"/>
          <a:stretch>
            <a:fillRect/>
          </a:stretch>
        </p:blipFill>
        <p:spPr>
          <a:xfrm>
            <a:off x="1877784" y="820738"/>
            <a:ext cx="7772400" cy="5486400"/>
          </a:xfrm>
          <a:prstGeom prst="rect">
            <a:avLst/>
          </a:prstGeom>
        </p:spPr>
      </p:pic>
      <p:sp>
        <p:nvSpPr>
          <p:cNvPr id="6" name="Rectangle 5">
            <a:extLst>
              <a:ext uri="{FF2B5EF4-FFF2-40B4-BE49-F238E27FC236}">
                <a16:creationId xmlns:a16="http://schemas.microsoft.com/office/drawing/2014/main" id="{1E23A773-681E-98E3-828D-5B403CE78D92}"/>
              </a:ext>
            </a:extLst>
          </p:cNvPr>
          <p:cNvSpPr/>
          <p:nvPr/>
        </p:nvSpPr>
        <p:spPr>
          <a:xfrm>
            <a:off x="4352081" y="1666754"/>
            <a:ext cx="4977114" cy="43705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4021307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4CF5D-557B-CB24-4862-F8CA2AAAB28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07BC89B-8283-E02F-211A-A90832D5B436}"/>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7297A068-3CA4-D0B4-2D53-B0A96C86B16D}"/>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Using Common Terminal Operations</a:t>
            </a:r>
          </a:p>
          <a:p>
            <a:pPr algn="l"/>
            <a:r>
              <a:rPr lang="en-US" sz="1800">
                <a:sym typeface="Wingdings" pitchFamily="2" charset="2"/>
              </a:rPr>
              <a:t>- Because ... ops will only ... once Java ..., so we will talk about it first</a:t>
            </a:r>
          </a:p>
          <a:p>
            <a:pPr algn="l"/>
            <a:r>
              <a:rPr lang="en-US" sz="1800">
                <a:sym typeface="Wingdings" pitchFamily="2" charset="2"/>
              </a:rPr>
              <a:t>- ... is a special type of ... operations since it condense ... into ... or ...</a:t>
            </a:r>
          </a:p>
          <a:p>
            <a:pPr algn="l"/>
            <a:endParaRPr lang="en-US" sz="1800">
              <a:sym typeface="Wingdings" pitchFamily="2" charset="2"/>
            </a:endParaRPr>
          </a:p>
        </p:txBody>
      </p:sp>
      <p:pic>
        <p:nvPicPr>
          <p:cNvPr id="5" name="Picture 4">
            <a:extLst>
              <a:ext uri="{FF2B5EF4-FFF2-40B4-BE49-F238E27FC236}">
                <a16:creationId xmlns:a16="http://schemas.microsoft.com/office/drawing/2014/main" id="{5BC7D849-1D4A-9CA2-2B2F-B77234AB4D82}"/>
              </a:ext>
            </a:extLst>
          </p:cNvPr>
          <p:cNvPicPr>
            <a:picLocks noChangeAspect="1"/>
          </p:cNvPicPr>
          <p:nvPr/>
        </p:nvPicPr>
        <p:blipFill>
          <a:blip r:embed="rId3"/>
          <a:stretch>
            <a:fillRect/>
          </a:stretch>
        </p:blipFill>
        <p:spPr>
          <a:xfrm>
            <a:off x="2209800" y="1927533"/>
            <a:ext cx="7772400" cy="4930467"/>
          </a:xfrm>
          <a:prstGeom prst="rect">
            <a:avLst/>
          </a:prstGeom>
        </p:spPr>
      </p:pic>
      <p:sp>
        <p:nvSpPr>
          <p:cNvPr id="6" name="Rectangle 5">
            <a:extLst>
              <a:ext uri="{FF2B5EF4-FFF2-40B4-BE49-F238E27FC236}">
                <a16:creationId xmlns:a16="http://schemas.microsoft.com/office/drawing/2014/main" id="{022A4F4D-392E-824C-96AB-BA1FFF7DA99E}"/>
              </a:ext>
            </a:extLst>
          </p:cNvPr>
          <p:cNvSpPr/>
          <p:nvPr/>
        </p:nvSpPr>
        <p:spPr>
          <a:xfrm>
            <a:off x="3727048" y="2639028"/>
            <a:ext cx="5278056" cy="4004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914486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37A26-1701-2007-AF2A-02C934FE842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E960C3A-E139-0922-9E5F-121AD739E71A}"/>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4D9A1C50-5297-4D71-6119-3BE7E1425D77}"/>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Counting</a:t>
            </a:r>
          </a:p>
          <a:p>
            <a:pPr algn="l"/>
            <a:r>
              <a:rPr lang="en-US" sz="1800">
                <a:sym typeface="Wingdings" pitchFamily="2" charset="2"/>
              </a:rPr>
              <a:t>- The method ... will count ... in ... However, it will run ... in a ...</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r>
              <a:rPr lang="en-US" sz="1800">
                <a:sym typeface="Wingdings" pitchFamily="2" charset="2"/>
              </a:rPr>
              <a:t>(code illustration snippet 17)</a:t>
            </a:r>
          </a:p>
          <a:p>
            <a:pPr algn="l"/>
            <a:r>
              <a:rPr lang="en-US" sz="1800" b="1">
                <a:sym typeface="Wingdings" pitchFamily="2" charset="2"/>
              </a:rPr>
              <a:t>Finding the minimum and maximum</a:t>
            </a:r>
          </a:p>
          <a:p>
            <a:pPr algn="l"/>
            <a:r>
              <a:rPr lang="en-US" sz="1800">
                <a:sym typeface="Wingdings" pitchFamily="2" charset="2"/>
              </a:rPr>
              <a:t>- 2 methods ... and ... will allow us to pass ... However, if we run ... 2 in a ... it will run ... because ...</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r>
              <a:rPr lang="en-US" sz="1800">
                <a:sym typeface="Wingdings" pitchFamily="2" charset="2"/>
              </a:rPr>
              <a:t>(code illustration snippet 18, 19)</a:t>
            </a:r>
          </a:p>
          <a:p>
            <a:pPr algn="l"/>
            <a:r>
              <a:rPr lang="en-US" sz="1800">
                <a:sym typeface="Wingdings" pitchFamily="2" charset="2"/>
              </a:rPr>
              <a:t>- We won't be able to get both ... because this is ... op =&gt; Stream won't be ... </a:t>
            </a:r>
          </a:p>
          <a:p>
            <a:pPr algn="l"/>
            <a:r>
              <a:rPr lang="en-US" sz="1800">
                <a:sym typeface="Wingdings" pitchFamily="2" charset="2"/>
              </a:rPr>
              <a:t>- Later in the chapter, we will know that there exist some methods that ...</a:t>
            </a:r>
          </a:p>
        </p:txBody>
      </p:sp>
      <p:pic>
        <p:nvPicPr>
          <p:cNvPr id="2" name="Picture 1">
            <a:extLst>
              <a:ext uri="{FF2B5EF4-FFF2-40B4-BE49-F238E27FC236}">
                <a16:creationId xmlns:a16="http://schemas.microsoft.com/office/drawing/2014/main" id="{BE67F83D-A108-0751-1CBE-0C20778337CF}"/>
              </a:ext>
            </a:extLst>
          </p:cNvPr>
          <p:cNvPicPr>
            <a:picLocks noChangeAspect="1"/>
          </p:cNvPicPr>
          <p:nvPr/>
        </p:nvPicPr>
        <p:blipFill>
          <a:blip r:embed="rId3"/>
          <a:stretch>
            <a:fillRect/>
          </a:stretch>
        </p:blipFill>
        <p:spPr>
          <a:xfrm>
            <a:off x="3059354" y="1632030"/>
            <a:ext cx="6073292" cy="1140669"/>
          </a:xfrm>
          <a:prstGeom prst="rect">
            <a:avLst/>
          </a:prstGeom>
        </p:spPr>
      </p:pic>
      <p:pic>
        <p:nvPicPr>
          <p:cNvPr id="7" name="Picture 6">
            <a:extLst>
              <a:ext uri="{FF2B5EF4-FFF2-40B4-BE49-F238E27FC236}">
                <a16:creationId xmlns:a16="http://schemas.microsoft.com/office/drawing/2014/main" id="{8B246D5B-BF2D-5E01-C519-60F6798B7613}"/>
              </a:ext>
            </a:extLst>
          </p:cNvPr>
          <p:cNvPicPr>
            <a:picLocks noChangeAspect="1"/>
          </p:cNvPicPr>
          <p:nvPr/>
        </p:nvPicPr>
        <p:blipFill>
          <a:blip r:embed="rId4"/>
          <a:stretch>
            <a:fillRect/>
          </a:stretch>
        </p:blipFill>
        <p:spPr>
          <a:xfrm>
            <a:off x="2273300" y="4253616"/>
            <a:ext cx="7645400" cy="850900"/>
          </a:xfrm>
          <a:prstGeom prst="rect">
            <a:avLst/>
          </a:prstGeom>
        </p:spPr>
      </p:pic>
    </p:spTree>
    <p:extLst>
      <p:ext uri="{BB962C8B-B14F-4D97-AF65-F5344CB8AC3E}">
        <p14:creationId xmlns:p14="http://schemas.microsoft.com/office/powerpoint/2010/main" val="3957985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E4A90-552F-FB9A-1866-DC5BDA06044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D07D4FB-B18D-99BF-CBCE-9E62BEF233FE}"/>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942BED9B-605B-FFA2-6CC2-CA5FC247F9D1}"/>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Finding a Value</a:t>
            </a:r>
          </a:p>
          <a:p>
            <a:pPr algn="l"/>
            <a:r>
              <a:rPr lang="en-US" sz="1800">
                <a:sym typeface="Wingdings" pitchFamily="2" charset="2"/>
              </a:rPr>
              <a:t>- The method findFirst() will always ... if ... (obviously it will return ... if ...). In some cases where stream is ... findFirst() will ... random ... (such cases is Hash...)</a:t>
            </a:r>
          </a:p>
          <a:p>
            <a:pPr algn="l"/>
            <a:r>
              <a:rPr lang="en-US" sz="1800">
                <a:sym typeface="Wingdings" pitchFamily="2" charset="2"/>
              </a:rPr>
              <a:t>- The method findAny() will always ... element ... best ... (if ... order, then ..., otherwise ... but still have best ...)</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r>
              <a:rPr lang="en-US" sz="1800">
                <a:sym typeface="Wingdings" pitchFamily="2" charset="2"/>
              </a:rPr>
              <a:t>- These 2 methods are ... op because they aren't ...</a:t>
            </a:r>
          </a:p>
          <a:p>
            <a:pPr algn="l"/>
            <a:r>
              <a:rPr lang="en-US" sz="1800">
                <a:sym typeface="Wingdings" pitchFamily="2" charset="2"/>
              </a:rPr>
              <a:t>(code illustration snippet 20)</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p:txBody>
      </p:sp>
      <p:pic>
        <p:nvPicPr>
          <p:cNvPr id="8" name="Picture 7">
            <a:extLst>
              <a:ext uri="{FF2B5EF4-FFF2-40B4-BE49-F238E27FC236}">
                <a16:creationId xmlns:a16="http://schemas.microsoft.com/office/drawing/2014/main" id="{7E54B8BB-2CE6-80CF-A4FB-586B9EEEDF2F}"/>
              </a:ext>
            </a:extLst>
          </p:cNvPr>
          <p:cNvPicPr>
            <a:picLocks noChangeAspect="1"/>
          </p:cNvPicPr>
          <p:nvPr/>
        </p:nvPicPr>
        <p:blipFill>
          <a:blip r:embed="rId3"/>
          <a:stretch>
            <a:fillRect/>
          </a:stretch>
        </p:blipFill>
        <p:spPr>
          <a:xfrm>
            <a:off x="4013200" y="2438400"/>
            <a:ext cx="4165600" cy="990600"/>
          </a:xfrm>
          <a:prstGeom prst="rect">
            <a:avLst/>
          </a:prstGeom>
        </p:spPr>
      </p:pic>
    </p:spTree>
    <p:extLst>
      <p:ext uri="{BB962C8B-B14F-4D97-AF65-F5344CB8AC3E}">
        <p14:creationId xmlns:p14="http://schemas.microsoft.com/office/powerpoint/2010/main" val="2941941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17622-7F4A-4EF1-1E9A-67A69F11E65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A1853D4-77B2-2E54-9672-9ECCF71C6E97}"/>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1A2673B7-F083-4E0D-F6F8-BDD5414BB813}"/>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Matching</a:t>
            </a:r>
          </a:p>
          <a:p>
            <a:pPr algn="l"/>
            <a:r>
              <a:rPr lang="en-US" sz="1800">
                <a:sym typeface="Wingdings" pitchFamily="2" charset="2"/>
              </a:rPr>
              <a:t>- ... anyMatch() ... if only 1 ...</a:t>
            </a:r>
          </a:p>
          <a:p>
            <a:pPr algn="l"/>
            <a:r>
              <a:rPr lang="en-US" sz="1800">
                <a:sym typeface="Wingdings" pitchFamily="2" charset="2"/>
              </a:rPr>
              <a:t>- ... noneMatch() ... if all ...</a:t>
            </a:r>
          </a:p>
          <a:p>
            <a:pPr algn="l"/>
            <a:r>
              <a:rPr lang="en-US" sz="1800">
                <a:sym typeface="Wingdings" pitchFamily="2" charset="2"/>
              </a:rPr>
              <a:t>– ... allMatch() ... if all ..</a:t>
            </a:r>
          </a:p>
          <a:p>
            <a:pPr algn="l"/>
            <a:r>
              <a:rPr lang="en-US" sz="1800">
                <a:sym typeface="Wingdings" pitchFamily="2" charset="2"/>
              </a:rPr>
              <a:t>- All 3 methods aren't ... op because they aren't ...</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r>
              <a:rPr lang="en-US" sz="1800">
                <a:sym typeface="Wingdings" pitchFamily="2" charset="2"/>
              </a:rPr>
              <a:t>(code illustration snippet 21) </a:t>
            </a:r>
          </a:p>
          <a:p>
            <a:pPr algn="l"/>
            <a:r>
              <a:rPr lang="en-US" sz="1800">
                <a:sym typeface="Wingdings" pitchFamily="2" charset="2"/>
              </a:rPr>
              <a:t>- For infinite stream, if ... or ... then ..., ... otherwise, ...</a:t>
            </a:r>
          </a:p>
          <a:p>
            <a:pPr algn="l"/>
            <a:r>
              <a:rPr lang="en-US" sz="1800" b="1">
                <a:sym typeface="Wingdings" pitchFamily="2" charset="2"/>
              </a:rPr>
              <a:t>Iterating</a:t>
            </a:r>
            <a:endParaRPr lang="en-US" sz="1800">
              <a:sym typeface="Wingdings" pitchFamily="2" charset="2"/>
            </a:endParaRPr>
          </a:p>
          <a:p>
            <a:pPr algn="l"/>
            <a:r>
              <a:rPr lang="en-US" sz="1800">
                <a:sym typeface="Wingdings" pitchFamily="2" charset="2"/>
              </a:rPr>
              <a:t>- In Java ..., iterations ... Obviously if we ... forEach() on ..., it won't ...</a:t>
            </a:r>
          </a:p>
          <a:p>
            <a:pPr algn="l"/>
            <a:r>
              <a:rPr lang="en-US" sz="1800">
                <a:sym typeface="Wingdings" pitchFamily="2" charset="2"/>
              </a:rPr>
              <a:t>- However, before using ... we must consider ... (for example, for with if can be ... filter(), later in the chapter)</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p:txBody>
      </p:sp>
      <p:pic>
        <p:nvPicPr>
          <p:cNvPr id="2" name="Picture 1">
            <a:extLst>
              <a:ext uri="{FF2B5EF4-FFF2-40B4-BE49-F238E27FC236}">
                <a16:creationId xmlns:a16="http://schemas.microsoft.com/office/drawing/2014/main" id="{6156B71A-72F3-3597-13C0-20DB73767A21}"/>
              </a:ext>
            </a:extLst>
          </p:cNvPr>
          <p:cNvPicPr>
            <a:picLocks noChangeAspect="1"/>
          </p:cNvPicPr>
          <p:nvPr/>
        </p:nvPicPr>
        <p:blipFill>
          <a:blip r:embed="rId3"/>
          <a:stretch>
            <a:fillRect/>
          </a:stretch>
        </p:blipFill>
        <p:spPr>
          <a:xfrm>
            <a:off x="2311400" y="2857500"/>
            <a:ext cx="7569200" cy="1143000"/>
          </a:xfrm>
          <a:prstGeom prst="rect">
            <a:avLst/>
          </a:prstGeom>
        </p:spPr>
      </p:pic>
      <p:pic>
        <p:nvPicPr>
          <p:cNvPr id="5" name="Picture 4">
            <a:extLst>
              <a:ext uri="{FF2B5EF4-FFF2-40B4-BE49-F238E27FC236}">
                <a16:creationId xmlns:a16="http://schemas.microsoft.com/office/drawing/2014/main" id="{E859DC22-05E5-5575-81CF-159B7CE0A70C}"/>
              </a:ext>
            </a:extLst>
          </p:cNvPr>
          <p:cNvPicPr>
            <a:picLocks noChangeAspect="1"/>
          </p:cNvPicPr>
          <p:nvPr/>
        </p:nvPicPr>
        <p:blipFill>
          <a:blip r:embed="rId4"/>
          <a:stretch>
            <a:fillRect/>
          </a:stretch>
        </p:blipFill>
        <p:spPr>
          <a:xfrm>
            <a:off x="2946400" y="6132512"/>
            <a:ext cx="6299200" cy="508000"/>
          </a:xfrm>
          <a:prstGeom prst="rect">
            <a:avLst/>
          </a:prstGeom>
        </p:spPr>
      </p:pic>
    </p:spTree>
    <p:extLst>
      <p:ext uri="{BB962C8B-B14F-4D97-AF65-F5344CB8AC3E}">
        <p14:creationId xmlns:p14="http://schemas.microsoft.com/office/powerpoint/2010/main" val="2121710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84435-69D8-3E53-3A3F-02A710CA975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E231CEB-BC05-A400-475E-2A5A8A45540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5A68A629-FC07-29D8-C508-E620CC8561D4}"/>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22)</a:t>
            </a:r>
          </a:p>
          <a:p>
            <a:pPr algn="l"/>
            <a:r>
              <a:rPr lang="en-US" sz="1800">
                <a:sym typeface="Wingdings" pitchFamily="2" charset="2"/>
              </a:rPr>
              <a:t>- Don't be confused with ... in ... and ... in ...</a:t>
            </a:r>
          </a:p>
          <a:p>
            <a:pPr algn="l"/>
            <a:r>
              <a:rPr lang="en-US" sz="1800">
                <a:sym typeface="Wingdings" pitchFamily="2" charset="2"/>
              </a:rPr>
              <a:t>– Stream can't use traditional ... because ... </a:t>
            </a:r>
          </a:p>
          <a:p>
            <a:pPr algn="l"/>
            <a:r>
              <a:rPr lang="en-US" sz="1800">
                <a:sym typeface="Wingdings" pitchFamily="2" charset="2"/>
              </a:rPr>
              <a:t>(code illustration snippet 23)</a:t>
            </a:r>
          </a:p>
          <a:p>
            <a:pPr algn="l"/>
            <a:r>
              <a:rPr lang="en-US" sz="1800" b="1">
                <a:sym typeface="Wingdings" pitchFamily="2" charset="2"/>
              </a:rPr>
              <a:t>Reducing</a:t>
            </a:r>
          </a:p>
          <a:p>
            <a:pPr algn="l"/>
            <a:r>
              <a:rPr lang="en-US" sz="1800">
                <a:sym typeface="Wingdings" pitchFamily="2" charset="2"/>
              </a:rPr>
              <a:t>- The method ... will reduce the whole ... into a single ... This is a ... operation because it process all ...</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p:txBody>
      </p:sp>
      <p:pic>
        <p:nvPicPr>
          <p:cNvPr id="2" name="Picture 1">
            <a:extLst>
              <a:ext uri="{FF2B5EF4-FFF2-40B4-BE49-F238E27FC236}">
                <a16:creationId xmlns:a16="http://schemas.microsoft.com/office/drawing/2014/main" id="{0D2F4A48-54A3-FED0-D080-ABA1FA756E4F}"/>
              </a:ext>
            </a:extLst>
          </p:cNvPr>
          <p:cNvPicPr>
            <a:picLocks noChangeAspect="1"/>
          </p:cNvPicPr>
          <p:nvPr/>
        </p:nvPicPr>
        <p:blipFill>
          <a:blip r:embed="rId3"/>
          <a:stretch>
            <a:fillRect/>
          </a:stretch>
        </p:blipFill>
        <p:spPr>
          <a:xfrm>
            <a:off x="2400300" y="3243239"/>
            <a:ext cx="7391400" cy="2336800"/>
          </a:xfrm>
          <a:prstGeom prst="rect">
            <a:avLst/>
          </a:prstGeom>
        </p:spPr>
      </p:pic>
    </p:spTree>
    <p:extLst>
      <p:ext uri="{BB962C8B-B14F-4D97-AF65-F5344CB8AC3E}">
        <p14:creationId xmlns:p14="http://schemas.microsoft.com/office/powerpoint/2010/main" val="3002905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BA7E5-7F89-E4F6-DB53-28163415739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6FFE288-0E74-A74B-7E22-E72E9C6F8F57}"/>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A5E33DA6-A1C5-571C-5B3D-CDE07089F039}"/>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The most common way of ... is to start with a initial ...and ... with the next ...</a:t>
            </a:r>
          </a:p>
          <a:p>
            <a:pPr algn="l"/>
            <a:r>
              <a:rPr lang="en-US" sz="1800">
                <a:sym typeface="Wingdings" pitchFamily="2" charset="2"/>
              </a:rPr>
              <a:t>(code illustration snippet 24)</a:t>
            </a:r>
          </a:p>
          <a:p>
            <a:pPr algn="l"/>
            <a:r>
              <a:rPr lang="en-US" sz="1800">
                <a:sym typeface="Wingdings" pitchFamily="2" charset="2"/>
              </a:rPr>
              <a:t>- Identity is ..., accu ... is ...</a:t>
            </a:r>
          </a:p>
          <a:p>
            <a:pPr algn="l"/>
            <a:r>
              <a:rPr lang="en-US" sz="1800">
                <a:sym typeface="Wingdings" pitchFamily="2" charset="2"/>
              </a:rPr>
              <a:t>(code illustration snippet 25, 26, 27)</a:t>
            </a:r>
          </a:p>
          <a:p>
            <a:pPr algn="l"/>
            <a:r>
              <a:rPr lang="en-US" sz="1800">
                <a:sym typeface="Wingdings" pitchFamily="2" charset="2"/>
              </a:rPr>
              <a:t>- If the method doesnt have ..., then it will return ... because ...</a:t>
            </a:r>
          </a:p>
          <a:p>
            <a:pPr algn="l"/>
            <a:r>
              <a:rPr lang="en-US" sz="1800">
                <a:sym typeface="Wingdings" pitchFamily="2" charset="2"/>
              </a:rPr>
              <a:t>- There are 3 cases for ...</a:t>
            </a:r>
          </a:p>
          <a:p>
            <a:pPr algn="l"/>
            <a:r>
              <a:rPr lang="en-US" sz="1800">
                <a:sym typeface="Wingdings" pitchFamily="2" charset="2"/>
              </a:rPr>
              <a:t>+) </a:t>
            </a:r>
          </a:p>
          <a:p>
            <a:pPr algn="l"/>
            <a:r>
              <a:rPr lang="en-US" sz="1800">
                <a:sym typeface="Wingdings" pitchFamily="2" charset="2"/>
              </a:rPr>
              <a:t>+)</a:t>
            </a:r>
          </a:p>
          <a:p>
            <a:pPr algn="l"/>
            <a:r>
              <a:rPr lang="en-US" sz="1800">
                <a:sym typeface="Wingdings" pitchFamily="2" charset="2"/>
              </a:rPr>
              <a:t>+)</a:t>
            </a:r>
          </a:p>
          <a:p>
            <a:pPr algn="l"/>
            <a:r>
              <a:rPr lang="en-US" sz="1800">
                <a:sym typeface="Wingdings" pitchFamily="2" charset="2"/>
              </a:rPr>
              <a:t>(code illustration snippet 28)</a:t>
            </a:r>
          </a:p>
          <a:p>
            <a:pPr algn="l"/>
            <a:r>
              <a:rPr lang="en-US" sz="1800">
                <a:sym typeface="Wingdings" pitchFamily="2" charset="2"/>
              </a:rPr>
              <a:t>- If we have only 1 ... method and it always requires ... Then we are assuming .... =&gt; ... </a:t>
            </a:r>
          </a:p>
          <a:p>
            <a:pPr algn="l"/>
            <a:r>
              <a:rPr lang="en-US" sz="1800">
                <a:sym typeface="Wingdings" pitchFamily="2" charset="2"/>
              </a:rPr>
              <a:t>- A 3</a:t>
            </a:r>
            <a:r>
              <a:rPr lang="en-US" sz="1800" baseline="30000">
                <a:sym typeface="Wingdings" pitchFamily="2" charset="2"/>
              </a:rPr>
              <a:t>rd</a:t>
            </a:r>
            <a:r>
              <a:rPr lang="en-US" sz="1800">
                <a:sym typeface="Wingdings" pitchFamily="2" charset="2"/>
              </a:rPr>
              <a:t> type of ... method ... This method is used to handle different ... by creating an ... and combine ...</a:t>
            </a:r>
          </a:p>
          <a:p>
            <a:pPr algn="l"/>
            <a:r>
              <a:rPr lang="en-US" sz="1800">
                <a:sym typeface="Wingdings" pitchFamily="2" charset="2"/>
              </a:rPr>
              <a:t>(code illustration snippet 29)</a:t>
            </a:r>
          </a:p>
          <a:p>
            <a:pPr algn="l"/>
            <a:r>
              <a:rPr lang="en-US" sz="1800">
                <a:sym typeface="Wingdings" pitchFamily="2" charset="2"/>
              </a:rPr>
              <a:t>- This type of reduce() is helpful for ... stream ... because ... mutiple ... can ... and ...</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p:txBody>
      </p:sp>
    </p:spTree>
    <p:extLst>
      <p:ext uri="{BB962C8B-B14F-4D97-AF65-F5344CB8AC3E}">
        <p14:creationId xmlns:p14="http://schemas.microsoft.com/office/powerpoint/2010/main" val="3650674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A94BA-579E-8DD2-297C-D1C3C0859FA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8CA65B7-FEC9-86DC-F929-BA51FD9D8297}"/>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24A97A45-7BBF-29A9-A82A-9112C00E8A03}"/>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Collecting</a:t>
            </a:r>
          </a:p>
          <a:p>
            <a:pPr algn="l"/>
            <a:r>
              <a:rPr lang="en-US" sz="1800">
                <a:sym typeface="Wingdings" pitchFamily="2" charset="2"/>
              </a:rPr>
              <a:t>- collect() is a special ... and it is called as .... reduction</a:t>
            </a:r>
          </a:p>
          <a:p>
            <a:pPr algn="l"/>
            <a:r>
              <a:rPr lang="en-US" sz="1800">
                <a:sym typeface="Wingdings" pitchFamily="2" charset="2"/>
              </a:rPr>
              <a:t>– This is different from ... because it use ... object to ... </a:t>
            </a:r>
          </a:p>
          <a:p>
            <a:pPr algn="l"/>
            <a:r>
              <a:rPr lang="en-US" sz="1800">
                <a:sym typeface="Wingdings" pitchFamily="2" charset="2"/>
              </a:rPr>
              <a:t>- Some of the ... object is ...build and ...list</a:t>
            </a:r>
          </a:p>
          <a:p>
            <a:pPr algn="l"/>
            <a:r>
              <a:rPr lang="en-US" sz="1800">
                <a:sym typeface="Wingdings" pitchFamily="2" charset="2"/>
              </a:rPr>
              <a:t>- This is a helpful method because it allows ... from ... to another ...</a:t>
            </a:r>
          </a:p>
          <a:p>
            <a:pPr algn="l"/>
            <a:endParaRPr lang="en-US" sz="1800">
              <a:sym typeface="Wingdings" pitchFamily="2" charset="2"/>
            </a:endParaRPr>
          </a:p>
          <a:p>
            <a:pPr algn="l"/>
            <a:endParaRPr lang="en-US" sz="1800">
              <a:sym typeface="Wingdings" pitchFamily="2" charset="2"/>
            </a:endParaRPr>
          </a:p>
        </p:txBody>
      </p:sp>
      <p:pic>
        <p:nvPicPr>
          <p:cNvPr id="2" name="Picture 1">
            <a:extLst>
              <a:ext uri="{FF2B5EF4-FFF2-40B4-BE49-F238E27FC236}">
                <a16:creationId xmlns:a16="http://schemas.microsoft.com/office/drawing/2014/main" id="{7B0DA07D-2CCC-C997-7175-593D62AE6AE1}"/>
              </a:ext>
            </a:extLst>
          </p:cNvPr>
          <p:cNvPicPr>
            <a:picLocks noChangeAspect="1"/>
          </p:cNvPicPr>
          <p:nvPr/>
        </p:nvPicPr>
        <p:blipFill>
          <a:blip r:embed="rId3"/>
          <a:stretch>
            <a:fillRect/>
          </a:stretch>
        </p:blipFill>
        <p:spPr>
          <a:xfrm>
            <a:off x="2355850" y="3429000"/>
            <a:ext cx="7480300" cy="1701800"/>
          </a:xfrm>
          <a:prstGeom prst="rect">
            <a:avLst/>
          </a:prstGeom>
        </p:spPr>
      </p:pic>
    </p:spTree>
    <p:extLst>
      <p:ext uri="{BB962C8B-B14F-4D97-AF65-F5344CB8AC3E}">
        <p14:creationId xmlns:p14="http://schemas.microsoft.com/office/powerpoint/2010/main" val="4242433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B52D8-FDEF-94A7-5C57-4E24A669F18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3639283-99E2-A019-6E70-D289E8BADABE}"/>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E07BA364-C3D1-9BF9-81AF-A72088E5B6C7}"/>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We use the first one when we want to ... how ... works</a:t>
            </a:r>
          </a:p>
          <a:p>
            <a:pPr algn="l"/>
            <a:r>
              <a:rPr lang="en-US" sz="1800">
                <a:sym typeface="Wingdings" pitchFamily="2" charset="2"/>
              </a:rPr>
              <a:t>(code illustration snippet 30)</a:t>
            </a:r>
          </a:p>
          <a:p>
            <a:pPr algn="l"/>
            <a:r>
              <a:rPr lang="en-US" sz="1800">
                <a:sym typeface="Wingdings" pitchFamily="2" charset="2"/>
              </a:rPr>
              <a:t>- The second param is used to ... </a:t>
            </a:r>
          </a:p>
          <a:p>
            <a:pPr algn="l"/>
            <a:r>
              <a:rPr lang="en-US" sz="1800">
                <a:sym typeface="Wingdings" pitchFamily="2" charset="2"/>
              </a:rPr>
              <a:t>- The third param is used to ... 2 ... and combine ... However, this ... only ...</a:t>
            </a:r>
          </a:p>
          <a:p>
            <a:pPr algn="l"/>
            <a:r>
              <a:rPr lang="en-US" sz="1800">
                <a:sym typeface="Wingdings" pitchFamily="2" charset="2"/>
              </a:rPr>
              <a:t>(code illustration snippet 31)</a:t>
            </a:r>
          </a:p>
          <a:p>
            <a:pPr algn="l"/>
            <a:r>
              <a:rPr lang="en-US" sz="1800">
                <a:sym typeface="Wingdings" pitchFamily="2" charset="2"/>
              </a:rPr>
              <a:t>- However, instead of ... dev implementing ... Java included ...</a:t>
            </a:r>
          </a:p>
          <a:p>
            <a:pPr algn="l"/>
            <a:r>
              <a:rPr lang="en-US" sz="1800">
                <a:sym typeface="Wingdings" pitchFamily="2" charset="2"/>
              </a:rPr>
              <a:t>– This class is called .... and it includes ...</a:t>
            </a:r>
          </a:p>
          <a:p>
            <a:pPr algn="l"/>
            <a:r>
              <a:rPr lang="en-US" sz="1800">
                <a:sym typeface="Wingdings" pitchFamily="2" charset="2"/>
              </a:rPr>
              <a:t>(code illustration snippet 32,33)</a:t>
            </a:r>
          </a:p>
          <a:p>
            <a:pPr algn="l"/>
            <a:r>
              <a:rPr lang="en-US" sz="1800" b="1">
                <a:sym typeface="Wingdings" pitchFamily="2" charset="2"/>
              </a:rPr>
              <a:t>Using common intermediate operations</a:t>
            </a:r>
          </a:p>
          <a:p>
            <a:pPr algn="l"/>
            <a:r>
              <a:rPr lang="en-US" sz="1800">
                <a:sym typeface="Wingdings" pitchFamily="2" charset="2"/>
              </a:rPr>
              <a:t>- Different from ... op is .... These ... op return ...</a:t>
            </a:r>
          </a:p>
          <a:p>
            <a:pPr algn="l"/>
            <a:r>
              <a:rPr lang="en-US" sz="1800">
                <a:sym typeface="Wingdings" pitchFamily="2" charset="2"/>
              </a:rPr>
              <a:t>– The difference is because ... op can handle ... by return ...</a:t>
            </a:r>
          </a:p>
          <a:p>
            <a:pPr algn="l"/>
            <a:r>
              <a:rPr lang="en-US" sz="1800" b="1">
                <a:sym typeface="Wingdings" pitchFamily="2" charset="2"/>
              </a:rPr>
              <a:t>Filtering</a:t>
            </a:r>
            <a:endParaRPr lang="en-US" sz="1800">
              <a:sym typeface="Wingdings" pitchFamily="2" charset="2"/>
            </a:endParaRPr>
          </a:p>
          <a:p>
            <a:pPr algn="l"/>
            <a:r>
              <a:rPr lang="en-US" sz="1800">
                <a:sym typeface="Wingdings" pitchFamily="2" charset="2"/>
              </a:rPr>
              <a:t>- filter() return ... with ... that satisfies ...</a:t>
            </a:r>
          </a:p>
          <a:p>
            <a:pPr algn="l"/>
            <a:endParaRPr lang="en-US" sz="1800">
              <a:sym typeface="Wingdings" pitchFamily="2" charset="2"/>
            </a:endParaRPr>
          </a:p>
        </p:txBody>
      </p:sp>
      <p:pic>
        <p:nvPicPr>
          <p:cNvPr id="5" name="Picture 4">
            <a:extLst>
              <a:ext uri="{FF2B5EF4-FFF2-40B4-BE49-F238E27FC236}">
                <a16:creationId xmlns:a16="http://schemas.microsoft.com/office/drawing/2014/main" id="{70C4C195-7C59-49FD-C1E2-0D5D751D4CCD}"/>
              </a:ext>
            </a:extLst>
          </p:cNvPr>
          <p:cNvPicPr>
            <a:picLocks noChangeAspect="1"/>
          </p:cNvPicPr>
          <p:nvPr/>
        </p:nvPicPr>
        <p:blipFill>
          <a:blip r:embed="rId3"/>
          <a:stretch>
            <a:fillRect/>
          </a:stretch>
        </p:blipFill>
        <p:spPr>
          <a:xfrm>
            <a:off x="2571750" y="5821362"/>
            <a:ext cx="7048500" cy="431800"/>
          </a:xfrm>
          <a:prstGeom prst="rect">
            <a:avLst/>
          </a:prstGeom>
        </p:spPr>
      </p:pic>
    </p:spTree>
    <p:extLst>
      <p:ext uri="{BB962C8B-B14F-4D97-AF65-F5344CB8AC3E}">
        <p14:creationId xmlns:p14="http://schemas.microsoft.com/office/powerpoint/2010/main" val="3023183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C191E-A941-2B56-3D47-C2A5B10DCB1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234EFC0-8ADC-D47F-C56C-09590D6F860C}"/>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45458030-2F75-341C-5B9F-DA16F745104A}"/>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34)</a:t>
            </a:r>
          </a:p>
          <a:p>
            <a:pPr algn="l"/>
            <a:r>
              <a:rPr lang="en-US" sz="1800" b="1">
                <a:sym typeface="Wingdings" pitchFamily="2" charset="2"/>
              </a:rPr>
              <a:t>Removing Duplicates</a:t>
            </a:r>
            <a:endParaRPr lang="en-US" sz="1800">
              <a:sym typeface="Wingdings" pitchFamily="2" charset="2"/>
            </a:endParaRPr>
          </a:p>
          <a:p>
            <a:pPr algn="l"/>
            <a:r>
              <a:rPr lang="en-US" sz="1800">
                <a:sym typeface="Wingdings" pitchFamily="2" charset="2"/>
              </a:rPr>
              <a:t>- distinct() returns a ... that contains ...</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r>
              <a:rPr lang="en-US" sz="1800">
                <a:sym typeface="Wingdings" pitchFamily="2" charset="2"/>
              </a:rPr>
              <a:t>(code illustration snippet 35)</a:t>
            </a:r>
          </a:p>
          <a:p>
            <a:pPr algn="l"/>
            <a:r>
              <a:rPr lang="en-US" sz="1800" b="1">
                <a:sym typeface="Wingdings" pitchFamily="2" charset="2"/>
              </a:rPr>
              <a:t>Restricting by Position</a:t>
            </a:r>
          </a:p>
          <a:p>
            <a:pPr algn="l"/>
            <a:r>
              <a:rPr lang="en-US" sz="1800">
                <a:sym typeface="Wingdings" pitchFamily="2" charset="2"/>
              </a:rPr>
              <a:t>- 2 methods skip() and limit() will ... and ...</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r>
              <a:rPr lang="en-US" sz="1800">
                <a:sym typeface="Wingdings" pitchFamily="2" charset="2"/>
              </a:rPr>
              <a:t>(code illustration snippet 36)</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9317DD5A-C645-33C4-DD1D-69F7C33B8D2B}"/>
              </a:ext>
            </a:extLst>
          </p:cNvPr>
          <p:cNvPicPr>
            <a:picLocks noChangeAspect="1"/>
          </p:cNvPicPr>
          <p:nvPr/>
        </p:nvPicPr>
        <p:blipFill>
          <a:blip r:embed="rId3"/>
          <a:stretch>
            <a:fillRect/>
          </a:stretch>
        </p:blipFill>
        <p:spPr>
          <a:xfrm>
            <a:off x="4267200" y="1925756"/>
            <a:ext cx="3657600" cy="495300"/>
          </a:xfrm>
          <a:prstGeom prst="rect">
            <a:avLst/>
          </a:prstGeom>
        </p:spPr>
      </p:pic>
      <p:pic>
        <p:nvPicPr>
          <p:cNvPr id="6" name="Picture 5">
            <a:extLst>
              <a:ext uri="{FF2B5EF4-FFF2-40B4-BE49-F238E27FC236}">
                <a16:creationId xmlns:a16="http://schemas.microsoft.com/office/drawing/2014/main" id="{9EBA27CC-82AA-BF57-6A54-DB05CE7B55A5}"/>
              </a:ext>
            </a:extLst>
          </p:cNvPr>
          <p:cNvPicPr>
            <a:picLocks noChangeAspect="1"/>
          </p:cNvPicPr>
          <p:nvPr/>
        </p:nvPicPr>
        <p:blipFill>
          <a:blip r:embed="rId4"/>
          <a:stretch>
            <a:fillRect/>
          </a:stretch>
        </p:blipFill>
        <p:spPr>
          <a:xfrm>
            <a:off x="3803650" y="4271228"/>
            <a:ext cx="4584700" cy="736600"/>
          </a:xfrm>
          <a:prstGeom prst="rect">
            <a:avLst/>
          </a:prstGeom>
        </p:spPr>
      </p:pic>
    </p:spTree>
    <p:extLst>
      <p:ext uri="{BB962C8B-B14F-4D97-AF65-F5344CB8AC3E}">
        <p14:creationId xmlns:p14="http://schemas.microsoft.com/office/powerpoint/2010/main" val="229854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2141A-66E0-3C29-976F-4AEB3AAE7A4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9D57417-0093-3364-560B-A4E031FDE6B8}"/>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8FE3BF41-D759-C9B5-4345-5FA76811CA5E}"/>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Mapping</a:t>
            </a:r>
          </a:p>
          <a:p>
            <a:pPr algn="l"/>
            <a:r>
              <a:rPr lang="en-US" sz="1800">
                <a:sym typeface="Wingdings" pitchFamily="2" charset="2"/>
              </a:rPr>
              <a:t>- Method map() will create ... one-one ... between ...</a:t>
            </a:r>
          </a:p>
          <a:p>
            <a:pPr algn="l"/>
            <a:endParaRPr lang="en-US" sz="1800">
              <a:sym typeface="Wingdings" pitchFamily="2" charset="2"/>
            </a:endParaRPr>
          </a:p>
          <a:p>
            <a:pPr algn="l"/>
            <a:endParaRPr lang="en-US" sz="1800">
              <a:sym typeface="Wingdings" pitchFamily="2" charset="2"/>
            </a:endParaRPr>
          </a:p>
          <a:p>
            <a:pPr algn="l"/>
            <a:r>
              <a:rPr lang="en-US" sz="1800">
                <a:sym typeface="Wingdings" pitchFamily="2" charset="2"/>
              </a:rPr>
              <a:t>(code illustration snippet 37)</a:t>
            </a:r>
          </a:p>
          <a:p>
            <a:pPr algn="l"/>
            <a:r>
              <a:rPr lang="en-US" sz="1800" b="1">
                <a:sym typeface="Wingdings" pitchFamily="2" charset="2"/>
              </a:rPr>
              <a:t>Using flatMap</a:t>
            </a:r>
          </a:p>
          <a:p>
            <a:pPr algn="l"/>
            <a:r>
              <a:rPr lang="en-US" sz="1800">
                <a:sym typeface="Wingdings" pitchFamily="2" charset="2"/>
              </a:rPr>
              <a:t>- flatMap() will simply ... each ... into ... and then the method will ...</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r>
              <a:rPr lang="en-US" sz="1800">
                <a:sym typeface="Wingdings" pitchFamily="2" charset="2"/>
              </a:rPr>
              <a:t>(code illustration snippet 38)</a:t>
            </a:r>
          </a:p>
          <a:p>
            <a:pPr algn="l"/>
            <a:r>
              <a:rPr lang="en-US" sz="1800">
                <a:sym typeface="Wingdings" pitchFamily="2" charset="2"/>
              </a:rPr>
              <a:t>- In general, ... is good, however if we just need to ... between 2 ..., we can use ... method</a:t>
            </a:r>
          </a:p>
          <a:p>
            <a:pPr algn="l"/>
            <a:r>
              <a:rPr lang="en-US" sz="1800">
                <a:sym typeface="Wingdings" pitchFamily="2" charset="2"/>
              </a:rPr>
              <a:t>(code illustration snippet 39)</a:t>
            </a:r>
          </a:p>
        </p:txBody>
      </p:sp>
      <p:pic>
        <p:nvPicPr>
          <p:cNvPr id="5" name="Picture 4">
            <a:extLst>
              <a:ext uri="{FF2B5EF4-FFF2-40B4-BE49-F238E27FC236}">
                <a16:creationId xmlns:a16="http://schemas.microsoft.com/office/drawing/2014/main" id="{37D08C48-6BF4-F55C-C561-C88BB2263C48}"/>
              </a:ext>
            </a:extLst>
          </p:cNvPr>
          <p:cNvPicPr>
            <a:picLocks noChangeAspect="1"/>
          </p:cNvPicPr>
          <p:nvPr/>
        </p:nvPicPr>
        <p:blipFill>
          <a:blip r:embed="rId3"/>
          <a:stretch>
            <a:fillRect/>
          </a:stretch>
        </p:blipFill>
        <p:spPr>
          <a:xfrm>
            <a:off x="2209800" y="1667637"/>
            <a:ext cx="7772400" cy="465627"/>
          </a:xfrm>
          <a:prstGeom prst="rect">
            <a:avLst/>
          </a:prstGeom>
        </p:spPr>
      </p:pic>
      <p:pic>
        <p:nvPicPr>
          <p:cNvPr id="7" name="Picture 6">
            <a:extLst>
              <a:ext uri="{FF2B5EF4-FFF2-40B4-BE49-F238E27FC236}">
                <a16:creationId xmlns:a16="http://schemas.microsoft.com/office/drawing/2014/main" id="{5CF4A4B6-287E-42BE-5463-98A35D94FF91}"/>
              </a:ext>
            </a:extLst>
          </p:cNvPr>
          <p:cNvPicPr>
            <a:picLocks noChangeAspect="1"/>
          </p:cNvPicPr>
          <p:nvPr/>
        </p:nvPicPr>
        <p:blipFill>
          <a:blip r:embed="rId4"/>
          <a:stretch>
            <a:fillRect/>
          </a:stretch>
        </p:blipFill>
        <p:spPr>
          <a:xfrm>
            <a:off x="2209800" y="3556936"/>
            <a:ext cx="7772400" cy="938695"/>
          </a:xfrm>
          <a:prstGeom prst="rect">
            <a:avLst/>
          </a:prstGeom>
        </p:spPr>
      </p:pic>
    </p:spTree>
    <p:extLst>
      <p:ext uri="{BB962C8B-B14F-4D97-AF65-F5344CB8AC3E}">
        <p14:creationId xmlns:p14="http://schemas.microsoft.com/office/powerpoint/2010/main" val="1439627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61DC9-B258-A38B-4ED4-121132FF960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B736978-8A55-9A37-BC18-349E292FD82C}"/>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56DCB595-F0EF-054B-4D5C-A4306DF7504F}"/>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Sorting</a:t>
            </a:r>
          </a:p>
          <a:p>
            <a:pPr algn="l"/>
            <a:r>
              <a:rPr lang="en-US" sz="1800">
                <a:sym typeface="Wingdings" pitchFamily="2" charset="2"/>
              </a:rPr>
              <a:t>- Method sorted() will return ... Java uses ... for sorting (explain again what is ...)</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r>
              <a:rPr lang="en-US" sz="1800">
                <a:sym typeface="Wingdings" pitchFamily="2" charset="2"/>
              </a:rPr>
              <a:t>(code illustration snippet 40)</a:t>
            </a:r>
          </a:p>
          <a:p>
            <a:pPr algn="l"/>
            <a:r>
              <a:rPr lang="en-US" sz="1800">
                <a:sym typeface="Wingdings" pitchFamily="2" charset="2"/>
              </a:rPr>
              <a:t>- Moreover, we can use ... for ...</a:t>
            </a:r>
          </a:p>
          <a:p>
            <a:pPr algn="l"/>
            <a:r>
              <a:rPr lang="en-US" sz="1800">
                <a:sym typeface="Wingdings" pitchFamily="2" charset="2"/>
              </a:rPr>
              <a:t>(code illustration snippet 41)</a:t>
            </a:r>
          </a:p>
          <a:p>
            <a:pPr algn="l"/>
            <a:r>
              <a:rPr lang="en-US" sz="1800">
                <a:sym typeface="Wingdings" pitchFamily="2" charset="2"/>
              </a:rPr>
              <a:t>- Explain why ...</a:t>
            </a:r>
          </a:p>
          <a:p>
            <a:pPr algn="l"/>
            <a:r>
              <a:rPr lang="en-US" sz="1800">
                <a:sym typeface="Wingdings" pitchFamily="2" charset="2"/>
              </a:rPr>
              <a:t>(code illustration snippet 42)</a:t>
            </a:r>
          </a:p>
          <a:p>
            <a:pPr algn="l"/>
            <a:r>
              <a:rPr lang="en-US" sz="1800" b="1">
                <a:sym typeface="Wingdings" pitchFamily="2" charset="2"/>
              </a:rPr>
              <a:t>Taking a peek</a:t>
            </a:r>
            <a:endParaRPr lang="en-US" sz="1800">
              <a:sym typeface="Wingdings" pitchFamily="2" charset="2"/>
            </a:endParaRPr>
          </a:p>
          <a:p>
            <a:pPr algn="l"/>
            <a:r>
              <a:rPr lang="en-US" sz="1800">
                <a:sym typeface="Wingdings" pitchFamily="2" charset="2"/>
              </a:rPr>
              <a:t>- This will be ... final ... we talking about</a:t>
            </a:r>
          </a:p>
          <a:p>
            <a:pPr algn="l"/>
            <a:r>
              <a:rPr lang="en-US" sz="1800">
                <a:sym typeface="Wingdings" pitchFamily="2" charset="2"/>
              </a:rPr>
              <a:t>– Sometime, we want to do ... without changing ...</a:t>
            </a:r>
          </a:p>
          <a:p>
            <a:pPr algn="l"/>
            <a:endParaRPr lang="en-US" sz="1800">
              <a:sym typeface="Wingdings" pitchFamily="2" charset="2"/>
            </a:endParaRPr>
          </a:p>
          <a:p>
            <a:pPr algn="l"/>
            <a:endParaRPr lang="en-US" sz="1800">
              <a:sym typeface="Wingdings" pitchFamily="2" charset="2"/>
            </a:endParaRPr>
          </a:p>
        </p:txBody>
      </p:sp>
      <p:pic>
        <p:nvPicPr>
          <p:cNvPr id="2" name="Picture 1">
            <a:extLst>
              <a:ext uri="{FF2B5EF4-FFF2-40B4-BE49-F238E27FC236}">
                <a16:creationId xmlns:a16="http://schemas.microsoft.com/office/drawing/2014/main" id="{5DB54A71-8196-F384-A8B9-A6FFCFB3268F}"/>
              </a:ext>
            </a:extLst>
          </p:cNvPr>
          <p:cNvPicPr>
            <a:picLocks noChangeAspect="1"/>
          </p:cNvPicPr>
          <p:nvPr/>
        </p:nvPicPr>
        <p:blipFill>
          <a:blip r:embed="rId3"/>
          <a:stretch>
            <a:fillRect/>
          </a:stretch>
        </p:blipFill>
        <p:spPr>
          <a:xfrm>
            <a:off x="2476500" y="1988877"/>
            <a:ext cx="7239000" cy="723900"/>
          </a:xfrm>
          <a:prstGeom prst="rect">
            <a:avLst/>
          </a:prstGeom>
        </p:spPr>
      </p:pic>
      <p:pic>
        <p:nvPicPr>
          <p:cNvPr id="6" name="Picture 5">
            <a:extLst>
              <a:ext uri="{FF2B5EF4-FFF2-40B4-BE49-F238E27FC236}">
                <a16:creationId xmlns:a16="http://schemas.microsoft.com/office/drawing/2014/main" id="{C2E88F2F-E328-E7AC-CAA9-CC986960AAF0}"/>
              </a:ext>
            </a:extLst>
          </p:cNvPr>
          <p:cNvPicPr>
            <a:picLocks noChangeAspect="1"/>
          </p:cNvPicPr>
          <p:nvPr/>
        </p:nvPicPr>
        <p:blipFill>
          <a:blip r:embed="rId4"/>
          <a:stretch>
            <a:fillRect/>
          </a:stretch>
        </p:blipFill>
        <p:spPr>
          <a:xfrm>
            <a:off x="2908300" y="5681662"/>
            <a:ext cx="6375400" cy="711200"/>
          </a:xfrm>
          <a:prstGeom prst="rect">
            <a:avLst/>
          </a:prstGeom>
        </p:spPr>
      </p:pic>
    </p:spTree>
    <p:extLst>
      <p:ext uri="{BB962C8B-B14F-4D97-AF65-F5344CB8AC3E}">
        <p14:creationId xmlns:p14="http://schemas.microsoft.com/office/powerpoint/2010/main" val="3343330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9B5AC-D13C-F636-3C2F-7034B380BD0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953FD80-F17C-6EF4-0D0B-FB171852F100}"/>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89E407AB-4993-4F4E-8C8B-D48B08D48720}"/>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Because peek() looks like ... =&gt; We can call it ...</a:t>
            </a:r>
          </a:p>
          <a:p>
            <a:pPr algn="l"/>
            <a:r>
              <a:rPr lang="en-US" sz="1800">
                <a:sym typeface="Wingdings" pitchFamily="2" charset="2"/>
              </a:rPr>
              <a:t>- peek() is usually used to ...</a:t>
            </a:r>
          </a:p>
          <a:p>
            <a:pPr algn="l"/>
            <a:r>
              <a:rPr lang="en-US" sz="1800">
                <a:sym typeface="Wingdings" pitchFamily="2" charset="2"/>
              </a:rPr>
              <a:t>(code illustration snippet 43)</a:t>
            </a:r>
          </a:p>
          <a:p>
            <a:pPr algn="l"/>
            <a:r>
              <a:rPr lang="en-US" sz="1800" b="1">
                <a:sym typeface="Wingdings" pitchFamily="2" charset="2"/>
              </a:rPr>
              <a:t>Danger: Changing State with peek()</a:t>
            </a:r>
          </a:p>
          <a:p>
            <a:pPr algn="l"/>
            <a:r>
              <a:rPr lang="en-US" sz="1800">
                <a:sym typeface="Wingdings" pitchFamily="2" charset="2"/>
              </a:rPr>
              <a:t>- peek() is used mainly to ... op without ... the ...</a:t>
            </a:r>
          </a:p>
          <a:p>
            <a:pPr algn="l"/>
            <a:r>
              <a:rPr lang="en-US" sz="1800">
                <a:sym typeface="Wingdings" pitchFamily="2" charset="2"/>
              </a:rPr>
              <a:t>(code illustration snippet 44)</a:t>
            </a:r>
          </a:p>
          <a:p>
            <a:pPr algn="l"/>
            <a:r>
              <a:rPr lang="en-US" sz="1800">
                <a:sym typeface="Wingdings" pitchFamily="2" charset="2"/>
              </a:rPr>
              <a:t>- However, Java doesn't ...</a:t>
            </a:r>
          </a:p>
          <a:p>
            <a:pPr algn="l"/>
            <a:r>
              <a:rPr lang="en-US" sz="1800">
                <a:sym typeface="Wingdings" pitchFamily="2" charset="2"/>
              </a:rPr>
              <a:t>(code illustration snippet 45)</a:t>
            </a:r>
          </a:p>
          <a:p>
            <a:pPr algn="l"/>
            <a:r>
              <a:rPr lang="en-US" sz="1800">
                <a:sym typeface="Wingdings" pitchFamily="2" charset="2"/>
              </a:rPr>
              <a:t>- This is a bad ... because ... changed ...</a:t>
            </a:r>
          </a:p>
          <a:p>
            <a:pPr algn="l"/>
            <a:r>
              <a:rPr lang="en-US" sz="1800" b="1">
                <a:sym typeface="Wingdings" pitchFamily="2" charset="2"/>
              </a:rPr>
              <a:t>Putting together in a Pipeline</a:t>
            </a:r>
            <a:endParaRPr lang="en-US" sz="1800">
              <a:sym typeface="Wingdings" pitchFamily="2" charset="2"/>
            </a:endParaRPr>
          </a:p>
          <a:p>
            <a:pPr algn="l"/>
            <a:r>
              <a:rPr lang="en-US" sz="1800">
                <a:sym typeface="Wingdings" pitchFamily="2" charset="2"/>
              </a:rPr>
              <a:t>- Stream allows us to use method ... and express our ... instead of how ...</a:t>
            </a:r>
          </a:p>
          <a:p>
            <a:pPr algn="l"/>
            <a:r>
              <a:rPr lang="en-US" sz="1800">
                <a:sym typeface="Wingdings" pitchFamily="2" charset="2"/>
              </a:rPr>
              <a:t>- For example, if we have a list of ... and we want to get ... with length = 3, we have to write like ...</a:t>
            </a:r>
          </a:p>
          <a:p>
            <a:pPr algn="l"/>
            <a:r>
              <a:rPr lang="en-US" sz="1800">
                <a:sym typeface="Wingdings" pitchFamily="2" charset="2"/>
              </a:rPr>
              <a:t>(code illustration snippet 46)</a:t>
            </a:r>
          </a:p>
          <a:p>
            <a:pPr algn="l"/>
            <a:r>
              <a:rPr lang="en-US" sz="1800">
                <a:sym typeface="Wingdings" pitchFamily="2" charset="2"/>
              </a:rPr>
              <a:t>- With Stream, we only ... </a:t>
            </a:r>
          </a:p>
          <a:p>
            <a:pPr algn="l"/>
            <a:r>
              <a:rPr lang="en-US" sz="1800">
                <a:sym typeface="Wingdings" pitchFamily="2" charset="2"/>
              </a:rPr>
              <a:t>(code illustration snippet 47)</a:t>
            </a:r>
          </a:p>
          <a:p>
            <a:pPr algn="l"/>
            <a:r>
              <a:rPr lang="en-US" sz="1800">
                <a:sym typeface="Wingdings" pitchFamily="2" charset="2"/>
              </a:rPr>
              <a:t>(code illustration snippet 48)</a:t>
            </a:r>
          </a:p>
        </p:txBody>
      </p:sp>
    </p:spTree>
    <p:extLst>
      <p:ext uri="{BB962C8B-B14F-4D97-AF65-F5344CB8AC3E}">
        <p14:creationId xmlns:p14="http://schemas.microsoft.com/office/powerpoint/2010/main" val="1105306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57C8A-A299-2953-5287-33F9E21A88B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4CEAC78-DA84-9C99-8D06-DEF0BB4A5A2A}"/>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77D33142-FDD0-CCD0-B2CB-3897137FAD04}"/>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r>
              <a:rPr lang="en-US" sz="1800">
                <a:sym typeface="Wingdings" pitchFamily="2" charset="2"/>
              </a:rPr>
              <a:t>- Back to our old example about the ... line. Java as a .... This role has to ..., ..., and ... the workers...</a:t>
            </a:r>
          </a:p>
          <a:p>
            <a:pPr algn="l"/>
            <a:r>
              <a:rPr lang="en-US" sz="1800">
                <a:sym typeface="Wingdings" pitchFamily="2" charset="2"/>
              </a:rPr>
              <a:t>- In this example, Java sees that ... limit() must ... Java when .... sorted() just ... when it has ... When sort() ... give it to ... for him to do it</a:t>
            </a:r>
          </a:p>
          <a:p>
            <a:pPr algn="l"/>
            <a:r>
              <a:rPr lang="en-US" sz="1800">
                <a:sym typeface="Wingdings" pitchFamily="2" charset="2"/>
              </a:rPr>
              <a:t>– There are 4 elements, "Toby", "Anna", "Leroy", "Alex". Each of these will go through ..., if ... else ...</a:t>
            </a:r>
          </a:p>
          <a:p>
            <a:pPr algn="l"/>
            <a:r>
              <a:rPr lang="en-US" sz="1800">
                <a:sym typeface="Wingdings" pitchFamily="2" charset="2"/>
              </a:rPr>
              <a:t>– Everytime ..., sorted() ...</a:t>
            </a:r>
          </a:p>
          <a:p>
            <a:pPr algn="l"/>
            <a:r>
              <a:rPr lang="en-US" sz="1800">
                <a:sym typeface="Wingdings" pitchFamily="2" charset="2"/>
              </a:rPr>
              <a:t>– When sorted() ..., then it will ... limit()</a:t>
            </a:r>
          </a:p>
          <a:p>
            <a:pPr algn="l"/>
            <a:r>
              <a:rPr lang="en-US" sz="1800">
                <a:sym typeface="Wingdings" pitchFamily="2" charset="2"/>
              </a:rPr>
              <a:t>- When limit() ..., it will forEach() ... =&gt; ...</a:t>
            </a:r>
          </a:p>
          <a:p>
            <a:pPr algn="l"/>
            <a:r>
              <a:rPr lang="en-US" sz="1800">
                <a:sym typeface="Wingdings" pitchFamily="2" charset="2"/>
              </a:rPr>
              <a:t>(code illustration snippet 49, 50, 51, 52, 53)</a:t>
            </a:r>
          </a:p>
        </p:txBody>
      </p:sp>
      <p:pic>
        <p:nvPicPr>
          <p:cNvPr id="2" name="Picture 1">
            <a:extLst>
              <a:ext uri="{FF2B5EF4-FFF2-40B4-BE49-F238E27FC236}">
                <a16:creationId xmlns:a16="http://schemas.microsoft.com/office/drawing/2014/main" id="{328B11DD-F335-1EA6-C900-A7F83CBD22E8}"/>
              </a:ext>
            </a:extLst>
          </p:cNvPr>
          <p:cNvPicPr>
            <a:picLocks noChangeAspect="1"/>
          </p:cNvPicPr>
          <p:nvPr/>
        </p:nvPicPr>
        <p:blipFill>
          <a:blip r:embed="rId3"/>
          <a:stretch>
            <a:fillRect/>
          </a:stretch>
        </p:blipFill>
        <p:spPr>
          <a:xfrm>
            <a:off x="2781300" y="820738"/>
            <a:ext cx="6629400" cy="1663700"/>
          </a:xfrm>
          <a:prstGeom prst="rect">
            <a:avLst/>
          </a:prstGeom>
        </p:spPr>
      </p:pic>
    </p:spTree>
    <p:extLst>
      <p:ext uri="{BB962C8B-B14F-4D97-AF65-F5344CB8AC3E}">
        <p14:creationId xmlns:p14="http://schemas.microsoft.com/office/powerpoint/2010/main" val="2146379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9D451-7E8C-4F03-5699-5E08F404D0E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85D3054-5B2E-F771-8D2C-EC168B1DC3B5}"/>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9F47BB2B-20AB-5659-A544-0FF376F6E4DD}"/>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Working with Primitive Stream</a:t>
            </a:r>
          </a:p>
          <a:p>
            <a:pPr algn="l"/>
            <a:r>
              <a:rPr lang="en-US" sz="1800">
                <a:sym typeface="Wingdings" pitchFamily="2" charset="2"/>
              </a:rPr>
              <a:t>- Up until now, the Stream that we used are all same ... (..., ...) from ... Stream ...</a:t>
            </a:r>
          </a:p>
          <a:p>
            <a:pPr algn="l"/>
            <a:r>
              <a:rPr lang="en-US" sz="1800">
                <a:sym typeface="Wingdings" pitchFamily="2" charset="2"/>
              </a:rPr>
              <a:t>– Even if we use ..., we will use generic ...</a:t>
            </a:r>
          </a:p>
          <a:p>
            <a:pPr algn="l"/>
            <a:r>
              <a:rPr lang="en-US" sz="1800">
                <a:sym typeface="Wingdings" pitchFamily="2" charset="2"/>
              </a:rPr>
              <a:t>– However, Java did create some ... for ... type (..., ..., and ...)</a:t>
            </a:r>
            <a:endParaRPr lang="en-US" sz="1800" b="1">
              <a:sym typeface="Wingdings" pitchFamily="2" charset="2"/>
            </a:endParaRPr>
          </a:p>
          <a:p>
            <a:pPr algn="l"/>
            <a:r>
              <a:rPr lang="en-US" sz="1800">
                <a:sym typeface="Wingdings" pitchFamily="2" charset="2"/>
              </a:rPr>
              <a:t>(code illustration snippet 54, 55)</a:t>
            </a:r>
          </a:p>
          <a:p>
            <a:pPr algn="l"/>
            <a:r>
              <a:rPr lang="en-US" sz="1800">
                <a:sym typeface="Wingdings" pitchFamily="2" charset="2"/>
              </a:rPr>
              <a:t>- This time we changed to ... from Stream... and the code will calculate the ...</a:t>
            </a:r>
          </a:p>
          <a:p>
            <a:pPr algn="l"/>
            <a:r>
              <a:rPr lang="en-US" sz="1800">
                <a:sym typeface="Wingdings" pitchFamily="2" charset="2"/>
              </a:rPr>
              <a:t>– Stream... and ... has many ... op that looks ... however, ... have some ... that specialized in ... </a:t>
            </a:r>
          </a:p>
          <a:p>
            <a:pPr algn="l"/>
            <a:r>
              <a:rPr lang="en-US" sz="1800">
                <a:sym typeface="Wingdings" pitchFamily="2" charset="2"/>
              </a:rPr>
              <a:t>- ... also have some auto... common ...</a:t>
            </a:r>
          </a:p>
          <a:p>
            <a:pPr algn="l"/>
            <a:r>
              <a:rPr lang="en-US" sz="1800">
                <a:sym typeface="Wingdings" pitchFamily="2" charset="2"/>
              </a:rPr>
              <a:t>- Because Stream can only ... =&gt; Java included ... and ... for cal ...</a:t>
            </a:r>
          </a:p>
          <a:p>
            <a:pPr algn="l"/>
            <a:r>
              <a:rPr lang="en-US" sz="1800">
                <a:sym typeface="Wingdings" pitchFamily="2" charset="2"/>
              </a:rPr>
              <a:t>(code illustration snippet 56)</a:t>
            </a:r>
          </a:p>
          <a:p>
            <a:pPr algn="l"/>
            <a:r>
              <a:rPr lang="en-US" sz="1800" b="1">
                <a:sym typeface="Wingdings" pitchFamily="2" charset="2"/>
              </a:rPr>
              <a:t>Creating Primitive Streams:</a:t>
            </a:r>
          </a:p>
          <a:p>
            <a:pPr algn="l"/>
            <a:r>
              <a:rPr lang="en-US" sz="1800">
                <a:sym typeface="Wingdings" pitchFamily="2" charset="2"/>
              </a:rPr>
              <a:t>...</a:t>
            </a:r>
          </a:p>
          <a:p>
            <a:pPr algn="l"/>
            <a:r>
              <a:rPr lang="en-US" sz="1800">
                <a:sym typeface="Wingdings" pitchFamily="2" charset="2"/>
              </a:rPr>
              <a:t>...</a:t>
            </a:r>
          </a:p>
          <a:p>
            <a:pPr algn="l"/>
            <a:r>
              <a:rPr lang="en-US" sz="1800">
                <a:sym typeface="Wingdings" pitchFamily="2" charset="2"/>
              </a:rPr>
              <a:t>...</a:t>
            </a:r>
          </a:p>
        </p:txBody>
      </p:sp>
    </p:spTree>
    <p:extLst>
      <p:ext uri="{BB962C8B-B14F-4D97-AF65-F5344CB8AC3E}">
        <p14:creationId xmlns:p14="http://schemas.microsoft.com/office/powerpoint/2010/main" val="1119143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856A1-49D0-4573-4A97-669DC58A4AD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8B7CD9E-BBD0-ACD9-170E-C53F77047DC2}"/>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58C6F5C1-E7B0-11F2-CE6F-77F145DC8F8E}"/>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2" name="Picture 1">
            <a:extLst>
              <a:ext uri="{FF2B5EF4-FFF2-40B4-BE49-F238E27FC236}">
                <a16:creationId xmlns:a16="http://schemas.microsoft.com/office/drawing/2014/main" id="{62BC02A6-358D-8CEE-2A5B-89BD405F7D65}"/>
              </a:ext>
            </a:extLst>
          </p:cNvPr>
          <p:cNvPicPr>
            <a:picLocks noChangeAspect="1"/>
          </p:cNvPicPr>
          <p:nvPr/>
        </p:nvPicPr>
        <p:blipFill>
          <a:blip r:embed="rId3"/>
          <a:stretch>
            <a:fillRect/>
          </a:stretch>
        </p:blipFill>
        <p:spPr>
          <a:xfrm>
            <a:off x="2558697" y="665707"/>
            <a:ext cx="6410574" cy="6192293"/>
          </a:xfrm>
          <a:prstGeom prst="rect">
            <a:avLst/>
          </a:prstGeom>
        </p:spPr>
      </p:pic>
      <p:sp>
        <p:nvSpPr>
          <p:cNvPr id="5" name="Rectangle 4">
            <a:extLst>
              <a:ext uri="{FF2B5EF4-FFF2-40B4-BE49-F238E27FC236}">
                <a16:creationId xmlns:a16="http://schemas.microsoft.com/office/drawing/2014/main" id="{11D85F85-6174-67CC-6157-4A211D99B9CF}"/>
              </a:ext>
            </a:extLst>
          </p:cNvPr>
          <p:cNvSpPr/>
          <p:nvPr/>
        </p:nvSpPr>
        <p:spPr>
          <a:xfrm>
            <a:off x="5308979" y="1050878"/>
            <a:ext cx="3660292" cy="55819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982693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E00FB-BFEB-6D8B-BB8D-2A92FECEEC0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4CB4A3F-BDAB-7466-2FE1-7C0F7178B137}"/>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2CB3491C-E0A0-0DA1-EC56-6CF4FB2DB446}"/>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6" name="Picture 5">
            <a:extLst>
              <a:ext uri="{FF2B5EF4-FFF2-40B4-BE49-F238E27FC236}">
                <a16:creationId xmlns:a16="http://schemas.microsoft.com/office/drawing/2014/main" id="{A45015B9-4541-1890-30C3-5B30E986B454}"/>
              </a:ext>
            </a:extLst>
          </p:cNvPr>
          <p:cNvPicPr>
            <a:picLocks noChangeAspect="1"/>
          </p:cNvPicPr>
          <p:nvPr/>
        </p:nvPicPr>
        <p:blipFill>
          <a:blip r:embed="rId3"/>
          <a:stretch>
            <a:fillRect/>
          </a:stretch>
        </p:blipFill>
        <p:spPr>
          <a:xfrm>
            <a:off x="1874908" y="1127919"/>
            <a:ext cx="8442183" cy="4602162"/>
          </a:xfrm>
          <a:prstGeom prst="rect">
            <a:avLst/>
          </a:prstGeom>
        </p:spPr>
      </p:pic>
      <p:sp>
        <p:nvSpPr>
          <p:cNvPr id="7" name="Rectangle 6">
            <a:extLst>
              <a:ext uri="{FF2B5EF4-FFF2-40B4-BE49-F238E27FC236}">
                <a16:creationId xmlns:a16="http://schemas.microsoft.com/office/drawing/2014/main" id="{97F4FF69-05E0-4DE6-F221-2BA235B155EB}"/>
              </a:ext>
            </a:extLst>
          </p:cNvPr>
          <p:cNvSpPr/>
          <p:nvPr/>
        </p:nvSpPr>
        <p:spPr>
          <a:xfrm>
            <a:off x="5568287" y="2006221"/>
            <a:ext cx="4599295" cy="33437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757060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32446-7B1C-018B-31F4-74BD72CA81B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F43165B-5B23-0ED3-9EF8-6E8C2DE6359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383D8962-BC2E-8276-36C3-AA0135EB9258}"/>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57,58, 59, 60, 61, 62)</a:t>
            </a:r>
          </a:p>
          <a:p>
            <a:pPr algn="l"/>
            <a:r>
              <a:rPr lang="en-US" sz="1800" b="1">
                <a:sym typeface="Wingdings" pitchFamily="2" charset="2"/>
              </a:rPr>
              <a:t>Mapping Stream</a:t>
            </a:r>
          </a:p>
          <a:p>
            <a:pPr algn="l"/>
            <a:endParaRPr lang="en-US" sz="1800" b="1">
              <a:sym typeface="Wingdings" pitchFamily="2" charset="2"/>
            </a:endParaRPr>
          </a:p>
        </p:txBody>
      </p:sp>
      <p:pic>
        <p:nvPicPr>
          <p:cNvPr id="2" name="Picture 1">
            <a:extLst>
              <a:ext uri="{FF2B5EF4-FFF2-40B4-BE49-F238E27FC236}">
                <a16:creationId xmlns:a16="http://schemas.microsoft.com/office/drawing/2014/main" id="{31406AF8-28BE-1376-C07F-1DB649317473}"/>
              </a:ext>
            </a:extLst>
          </p:cNvPr>
          <p:cNvPicPr>
            <a:picLocks noChangeAspect="1"/>
          </p:cNvPicPr>
          <p:nvPr/>
        </p:nvPicPr>
        <p:blipFill>
          <a:blip r:embed="rId3"/>
          <a:stretch>
            <a:fillRect/>
          </a:stretch>
        </p:blipFill>
        <p:spPr>
          <a:xfrm>
            <a:off x="1185733" y="1737931"/>
            <a:ext cx="9820534" cy="3382138"/>
          </a:xfrm>
          <a:prstGeom prst="rect">
            <a:avLst/>
          </a:prstGeom>
        </p:spPr>
      </p:pic>
      <p:sp>
        <p:nvSpPr>
          <p:cNvPr id="7" name="Rectangle 6">
            <a:extLst>
              <a:ext uri="{FF2B5EF4-FFF2-40B4-BE49-F238E27FC236}">
                <a16:creationId xmlns:a16="http://schemas.microsoft.com/office/drawing/2014/main" id="{01D7D047-D335-1297-9815-EC40E4934521}"/>
              </a:ext>
            </a:extLst>
          </p:cNvPr>
          <p:cNvSpPr/>
          <p:nvPr/>
        </p:nvSpPr>
        <p:spPr>
          <a:xfrm>
            <a:off x="3207224" y="2797791"/>
            <a:ext cx="7369791" cy="20881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90308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A4630-79E0-AD38-5B40-0857A45470A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7CD9DDD-47EF-FB17-1666-9B5DAB4AC3C3}"/>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A5741FE2-5957-A0B8-8347-D07CB6344A71}"/>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Of course it must be ... so the convert ...</a:t>
            </a:r>
          </a:p>
          <a:p>
            <a:pPr algn="l"/>
            <a:r>
              <a:rPr lang="en-US" sz="1800">
                <a:sym typeface="Wingdings" pitchFamily="2" charset="2"/>
              </a:rPr>
              <a:t>(code illustration snippet 63)</a:t>
            </a:r>
          </a:p>
          <a:p>
            <a:pPr algn="l"/>
            <a:r>
              <a:rPr lang="en-US" sz="1800" b="1">
                <a:sym typeface="Wingdings" pitchFamily="2" charset="2"/>
              </a:rPr>
              <a:t>Using flatMap()</a:t>
            </a:r>
          </a:p>
          <a:p>
            <a:pPr algn="l"/>
            <a:r>
              <a:rPr lang="en-US" sz="1800">
                <a:sym typeface="Wingdings" pitchFamily="2" charset="2"/>
              </a:rPr>
              <a:t>- Another way of ... (much more ...) is to use ...</a:t>
            </a:r>
          </a:p>
          <a:p>
            <a:pPr algn="l"/>
            <a:r>
              <a:rPr lang="en-US" sz="1800">
                <a:sym typeface="Wingdings" pitchFamily="2" charset="2"/>
              </a:rPr>
              <a:t>(code illustration snippet 64)</a:t>
            </a:r>
          </a:p>
          <a:p>
            <a:pPr algn="l"/>
            <a:r>
              <a:rPr lang="en-US" sz="1800">
                <a:sym typeface="Wingdings" pitchFamily="2" charset="2"/>
              </a:rPr>
              <a:t>- Back to mapping, this table is ... </a:t>
            </a:r>
          </a:p>
        </p:txBody>
      </p:sp>
      <p:pic>
        <p:nvPicPr>
          <p:cNvPr id="2" name="Picture 1">
            <a:extLst>
              <a:ext uri="{FF2B5EF4-FFF2-40B4-BE49-F238E27FC236}">
                <a16:creationId xmlns:a16="http://schemas.microsoft.com/office/drawing/2014/main" id="{61EA0F0F-A3C6-A3A6-D038-39C9B253004F}"/>
              </a:ext>
            </a:extLst>
          </p:cNvPr>
          <p:cNvPicPr>
            <a:picLocks noChangeAspect="1"/>
          </p:cNvPicPr>
          <p:nvPr/>
        </p:nvPicPr>
        <p:blipFill>
          <a:blip r:embed="rId3"/>
          <a:stretch>
            <a:fillRect/>
          </a:stretch>
        </p:blipFill>
        <p:spPr>
          <a:xfrm>
            <a:off x="2209800" y="3149280"/>
            <a:ext cx="7772400" cy="3491232"/>
          </a:xfrm>
          <a:prstGeom prst="rect">
            <a:avLst/>
          </a:prstGeom>
        </p:spPr>
      </p:pic>
    </p:spTree>
    <p:extLst>
      <p:ext uri="{BB962C8B-B14F-4D97-AF65-F5344CB8AC3E}">
        <p14:creationId xmlns:p14="http://schemas.microsoft.com/office/powerpoint/2010/main" val="3657931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99638-BB2E-1EF9-2C73-022D5C7CC93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720D0A2-7185-AC6C-1BB9-6A5FE8BFE005}"/>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4E14FE9D-C27E-DCC5-D1E1-BD9B6991F5D4}"/>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65)</a:t>
            </a:r>
          </a:p>
          <a:p>
            <a:pPr algn="l"/>
            <a:r>
              <a:rPr lang="en-US" sz="1800" b="1">
                <a:sym typeface="Wingdings" pitchFamily="2" charset="2"/>
              </a:rPr>
              <a:t>Using Optional with Primitive Streams</a:t>
            </a:r>
            <a:endParaRPr lang="en-US" sz="1800">
              <a:sym typeface="Wingdings" pitchFamily="2" charset="2"/>
            </a:endParaRPr>
          </a:p>
          <a:p>
            <a:pPr algn="l"/>
            <a:r>
              <a:rPr lang="en-US" sz="1800">
                <a:sym typeface="Wingdings" pitchFamily="2" charset="2"/>
              </a:rPr>
              <a:t>(code illustration snippet 66)</a:t>
            </a:r>
          </a:p>
          <a:p>
            <a:pPr algn="l"/>
            <a:r>
              <a:rPr lang="en-US" sz="1800">
                <a:sym typeface="Wingdings" pitchFamily="2" charset="2"/>
              </a:rPr>
              <a:t>- But with ... stream, the return ... is not ... but it is ... Optional ... </a:t>
            </a:r>
          </a:p>
          <a:p>
            <a:pPr algn="l"/>
            <a:r>
              <a:rPr lang="en-US" sz="1800">
                <a:sym typeface="Wingdings" pitchFamily="2" charset="2"/>
              </a:rPr>
              <a:t>- ... is different from ... regarding the ... type ...</a:t>
            </a:r>
          </a:p>
          <a:p>
            <a:pPr algn="l"/>
            <a:r>
              <a:rPr lang="en-US" sz="1800">
                <a:sym typeface="Wingdings" pitchFamily="2" charset="2"/>
              </a:rPr>
              <a:t>– one is ... and one is ... However, both of them works ...</a:t>
            </a:r>
          </a:p>
          <a:p>
            <a:pPr algn="l"/>
            <a:r>
              <a:rPr lang="en-US" sz="1800">
                <a:sym typeface="Wingdings" pitchFamily="2" charset="2"/>
              </a:rPr>
              <a:t>(code illustration snippet 67)</a:t>
            </a:r>
          </a:p>
        </p:txBody>
      </p:sp>
      <p:pic>
        <p:nvPicPr>
          <p:cNvPr id="5" name="Picture 4">
            <a:extLst>
              <a:ext uri="{FF2B5EF4-FFF2-40B4-BE49-F238E27FC236}">
                <a16:creationId xmlns:a16="http://schemas.microsoft.com/office/drawing/2014/main" id="{0DC3A953-ECB0-AE3A-9A24-FEFEFC182054}"/>
              </a:ext>
            </a:extLst>
          </p:cNvPr>
          <p:cNvPicPr>
            <a:picLocks noChangeAspect="1"/>
          </p:cNvPicPr>
          <p:nvPr/>
        </p:nvPicPr>
        <p:blipFill>
          <a:blip r:embed="rId3"/>
          <a:stretch>
            <a:fillRect/>
          </a:stretch>
        </p:blipFill>
        <p:spPr>
          <a:xfrm>
            <a:off x="2209800" y="3556729"/>
            <a:ext cx="7772400" cy="2938117"/>
          </a:xfrm>
          <a:prstGeom prst="rect">
            <a:avLst/>
          </a:prstGeom>
        </p:spPr>
      </p:pic>
      <p:sp>
        <p:nvSpPr>
          <p:cNvPr id="6" name="Rectangle 5">
            <a:extLst>
              <a:ext uri="{FF2B5EF4-FFF2-40B4-BE49-F238E27FC236}">
                <a16:creationId xmlns:a16="http://schemas.microsoft.com/office/drawing/2014/main" id="{0CAA7303-FDC4-0EFA-C273-F0D5010AC62E}"/>
              </a:ext>
            </a:extLst>
          </p:cNvPr>
          <p:cNvSpPr/>
          <p:nvPr/>
        </p:nvSpPr>
        <p:spPr>
          <a:xfrm>
            <a:off x="5090615" y="4176215"/>
            <a:ext cx="4708478" cy="21154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500620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AF8A5-ACE1-217F-750F-8924340615A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BF4FA2C-FFB3-8183-523E-203C62B8C9DB}"/>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06AEDBFD-A76E-2E01-9B8F-D01A9E02C432}"/>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68)</a:t>
            </a:r>
          </a:p>
          <a:p>
            <a:pPr algn="l"/>
            <a:r>
              <a:rPr lang="en-US" sz="1800" b="1">
                <a:sym typeface="Wingdings" pitchFamily="2" charset="2"/>
              </a:rPr>
              <a:t>Summarizing statistics</a:t>
            </a:r>
          </a:p>
          <a:p>
            <a:pPr algn="l"/>
            <a:r>
              <a:rPr lang="en-US" sz="1800">
                <a:sym typeface="Wingdings" pitchFamily="2" charset="2"/>
              </a:rPr>
              <a:t>(code illustration snippet 69)</a:t>
            </a:r>
          </a:p>
          <a:p>
            <a:pPr algn="l"/>
            <a:r>
              <a:rPr lang="en-US" sz="1800">
                <a:sym typeface="Wingdings" pitchFamily="2" charset="2"/>
              </a:rPr>
              <a:t>- Now we use ...Stream and we want to find range by ... However, the problem is that both ... and ... is ... therefore we can't ...</a:t>
            </a:r>
          </a:p>
          <a:p>
            <a:pPr algn="l"/>
            <a:r>
              <a:rPr lang="en-US" sz="1800">
                <a:sym typeface="Wingdings" pitchFamily="2" charset="2"/>
              </a:rPr>
              <a:t>– Java knows this and give us something called ...</a:t>
            </a:r>
          </a:p>
          <a:p>
            <a:pPr algn="l"/>
            <a:r>
              <a:rPr lang="en-US" sz="1800">
                <a:sym typeface="Wingdings" pitchFamily="2" charset="2"/>
              </a:rPr>
              <a:t>(code illustration snippet 70)</a:t>
            </a:r>
          </a:p>
          <a:p>
            <a:pPr algn="l"/>
            <a:r>
              <a:rPr lang="en-US" sz="1800">
                <a:sym typeface="Wingdings" pitchFamily="2" charset="2"/>
              </a:rPr>
              <a:t>- In ... class, we have the following method</a:t>
            </a:r>
          </a:p>
          <a:p>
            <a:pPr algn="l"/>
            <a:r>
              <a:rPr lang="en-US" sz="1800" b="1">
                <a:sym typeface="Wingdings" pitchFamily="2" charset="2"/>
              </a:rPr>
              <a:t>getCount() </a:t>
            </a:r>
            <a:r>
              <a:rPr lang="en-US" sz="1800">
                <a:sym typeface="Wingdings" pitchFamily="2" charset="2"/>
              </a:rPr>
              <a:t>(return ... = ?)</a:t>
            </a:r>
            <a:endParaRPr lang="en-US" sz="1800" b="1">
              <a:sym typeface="Wingdings" pitchFamily="2" charset="2"/>
            </a:endParaRPr>
          </a:p>
          <a:p>
            <a:pPr algn="l"/>
            <a:endParaRPr lang="en-US" sz="1800" b="1">
              <a:sym typeface="Wingdings" pitchFamily="2" charset="2"/>
            </a:endParaRPr>
          </a:p>
          <a:p>
            <a:pPr algn="l"/>
            <a:r>
              <a:rPr lang="en-US" sz="1800" b="1">
                <a:sym typeface="Wingdings" pitchFamily="2" charset="2"/>
              </a:rPr>
              <a:t>getAverage()</a:t>
            </a:r>
          </a:p>
          <a:p>
            <a:pPr algn="l"/>
            <a:endParaRPr lang="en-US" sz="1800" b="1">
              <a:sym typeface="Wingdings" pitchFamily="2" charset="2"/>
            </a:endParaRPr>
          </a:p>
          <a:p>
            <a:pPr algn="l"/>
            <a:r>
              <a:rPr lang="en-US" sz="1800" b="1">
                <a:sym typeface="Wingdings" pitchFamily="2" charset="2"/>
              </a:rPr>
              <a:t>getSum()</a:t>
            </a:r>
          </a:p>
          <a:p>
            <a:pPr algn="l"/>
            <a:endParaRPr lang="en-US" sz="1800" b="1">
              <a:sym typeface="Wingdings" pitchFamily="2" charset="2"/>
            </a:endParaRPr>
          </a:p>
          <a:p>
            <a:pPr algn="l"/>
            <a:r>
              <a:rPr lang="en-US" sz="1800" b="1">
                <a:sym typeface="Wingdings" pitchFamily="2" charset="2"/>
              </a:rPr>
              <a:t>getMin()/getMax()</a:t>
            </a:r>
          </a:p>
        </p:txBody>
      </p:sp>
    </p:spTree>
    <p:extLst>
      <p:ext uri="{BB962C8B-B14F-4D97-AF65-F5344CB8AC3E}">
        <p14:creationId xmlns:p14="http://schemas.microsoft.com/office/powerpoint/2010/main" val="260197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747E-01D4-7300-77F9-4503F70B315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5B601FD-35A0-4EF2-4C99-3BE21CCA0BAA}"/>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4F541F3D-1696-02BA-3C06-6DB327AD7973}"/>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Working with Advanced Stream Pipeline concept</a:t>
            </a:r>
          </a:p>
          <a:p>
            <a:pPr algn="l"/>
            <a:endParaRPr lang="en-US" sz="1800" b="1">
              <a:sym typeface="Wingdings" pitchFamily="2" charset="2"/>
            </a:endParaRPr>
          </a:p>
          <a:p>
            <a:pPr algn="l"/>
            <a:r>
              <a:rPr lang="en-US" sz="1800" b="1">
                <a:sym typeface="Wingdings" pitchFamily="2" charset="2"/>
              </a:rPr>
              <a:t>Linking Streams to the Underlying Data</a:t>
            </a:r>
          </a:p>
          <a:p>
            <a:pPr algn="l"/>
            <a:r>
              <a:rPr lang="en-US" sz="1800">
                <a:sym typeface="Wingdings" pitchFamily="2" charset="2"/>
              </a:rPr>
              <a:t>(code illustration snippet 71)</a:t>
            </a:r>
          </a:p>
          <a:p>
            <a:pPr algn="l"/>
            <a:endParaRPr lang="en-US" sz="1800">
              <a:sym typeface="Wingdings" pitchFamily="2" charset="2"/>
            </a:endParaRPr>
          </a:p>
          <a:p>
            <a:pPr algn="l"/>
            <a:r>
              <a:rPr lang="en-US" sz="1800" b="1">
                <a:sym typeface="Wingdings" pitchFamily="2" charset="2"/>
              </a:rPr>
              <a:t>Chaining Optionals</a:t>
            </a:r>
          </a:p>
          <a:p>
            <a:pPr algn="l"/>
            <a:r>
              <a:rPr lang="en-US" sz="1800">
                <a:sym typeface="Wingdings" pitchFamily="2" charset="2"/>
              </a:rPr>
              <a:t>- Other than the ... op that we know for ..., there are others ... for .... However, they aren't ... to Streams</a:t>
            </a:r>
          </a:p>
          <a:p>
            <a:pPr algn="l"/>
            <a:r>
              <a:rPr lang="en-US" sz="1800">
                <a:sym typeface="Wingdings" pitchFamily="2" charset="2"/>
              </a:rPr>
              <a:t>- For example, if we want to check if the number has ... digits</a:t>
            </a:r>
          </a:p>
          <a:p>
            <a:pPr algn="l"/>
            <a:r>
              <a:rPr lang="en-US" sz="1800">
                <a:sym typeface="Wingdings" pitchFamily="2" charset="2"/>
              </a:rPr>
              <a:t>(code illustration snippet 72)</a:t>
            </a:r>
          </a:p>
          <a:p>
            <a:pPr algn="l"/>
            <a:r>
              <a:rPr lang="en-US" sz="1800">
                <a:sym typeface="Wingdings" pitchFamily="2" charset="2"/>
              </a:rPr>
              <a:t>- The code works but ...</a:t>
            </a:r>
          </a:p>
          <a:p>
            <a:pPr algn="l"/>
            <a:r>
              <a:rPr lang="en-US" sz="1800">
                <a:sym typeface="Wingdings" pitchFamily="2" charset="2"/>
              </a:rPr>
              <a:t>(code illustration snippet 73,74)</a:t>
            </a:r>
          </a:p>
          <a:p>
            <a:pPr algn="l"/>
            <a:r>
              <a:rPr lang="en-US" sz="1800">
                <a:sym typeface="Wingdings" pitchFamily="2" charset="2"/>
              </a:rPr>
              <a:t>- If we have another optional, then we ...</a:t>
            </a:r>
          </a:p>
          <a:p>
            <a:pPr algn="l"/>
            <a:endParaRPr lang="en-US" sz="1800">
              <a:sym typeface="Wingdings" pitchFamily="2" charset="2"/>
            </a:endParaRPr>
          </a:p>
          <a:p>
            <a:pPr algn="l"/>
            <a:endParaRPr lang="en-US" sz="1800">
              <a:sym typeface="Wingdings" pitchFamily="2" charset="2"/>
            </a:endParaRPr>
          </a:p>
        </p:txBody>
      </p:sp>
      <p:pic>
        <p:nvPicPr>
          <p:cNvPr id="2" name="Picture 1">
            <a:extLst>
              <a:ext uri="{FF2B5EF4-FFF2-40B4-BE49-F238E27FC236}">
                <a16:creationId xmlns:a16="http://schemas.microsoft.com/office/drawing/2014/main" id="{DD685D99-7F6C-0E28-429F-5B6142D58EC9}"/>
              </a:ext>
            </a:extLst>
          </p:cNvPr>
          <p:cNvPicPr>
            <a:picLocks noChangeAspect="1"/>
          </p:cNvPicPr>
          <p:nvPr/>
        </p:nvPicPr>
        <p:blipFill>
          <a:blip r:embed="rId3"/>
          <a:stretch>
            <a:fillRect/>
          </a:stretch>
        </p:blipFill>
        <p:spPr>
          <a:xfrm>
            <a:off x="2330450" y="5440362"/>
            <a:ext cx="7531100" cy="596900"/>
          </a:xfrm>
          <a:prstGeom prst="rect">
            <a:avLst/>
          </a:prstGeom>
        </p:spPr>
      </p:pic>
    </p:spTree>
    <p:extLst>
      <p:ext uri="{BB962C8B-B14F-4D97-AF65-F5344CB8AC3E}">
        <p14:creationId xmlns:p14="http://schemas.microsoft.com/office/powerpoint/2010/main" val="4160331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FDF67-6587-88B8-E388-F502928D2E5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775E373-7959-7481-A11A-416C687C6C33}"/>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17EFA06E-10CD-0494-6F80-5A7409758631}"/>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What if we have a helper method that returns ...</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r>
              <a:rPr lang="en-US" sz="1800">
                <a:sym typeface="Wingdings" pitchFamily="2" charset="2"/>
              </a:rPr>
              <a:t>- However, the problem is that ...</a:t>
            </a:r>
          </a:p>
          <a:p>
            <a:pPr algn="l"/>
            <a:r>
              <a:rPr lang="en-US" sz="1800">
                <a:sym typeface="Wingdings" pitchFamily="2" charset="2"/>
              </a:rPr>
              <a:t>- To fix this, we have to use ...</a:t>
            </a:r>
          </a:p>
          <a:p>
            <a:pPr algn="l"/>
            <a:endParaRPr lang="en-US" sz="1800">
              <a:sym typeface="Wingdings" pitchFamily="2" charset="2"/>
            </a:endParaRPr>
          </a:p>
          <a:p>
            <a:pPr algn="l"/>
            <a:r>
              <a:rPr lang="en-US" sz="1800">
                <a:sym typeface="Wingdings" pitchFamily="2" charset="2"/>
              </a:rPr>
              <a:t> </a:t>
            </a:r>
          </a:p>
          <a:p>
            <a:pPr algn="l"/>
            <a:endParaRPr lang="en-US" sz="1800">
              <a:sym typeface="Wingdings" pitchFamily="2" charset="2"/>
            </a:endParaRPr>
          </a:p>
        </p:txBody>
      </p:sp>
      <p:pic>
        <p:nvPicPr>
          <p:cNvPr id="5" name="Picture 4">
            <a:extLst>
              <a:ext uri="{FF2B5EF4-FFF2-40B4-BE49-F238E27FC236}">
                <a16:creationId xmlns:a16="http://schemas.microsoft.com/office/drawing/2014/main" id="{053FC227-8340-7290-806C-6A388EA1FBB4}"/>
              </a:ext>
            </a:extLst>
          </p:cNvPr>
          <p:cNvPicPr>
            <a:picLocks noChangeAspect="1"/>
          </p:cNvPicPr>
          <p:nvPr/>
        </p:nvPicPr>
        <p:blipFill>
          <a:blip r:embed="rId3"/>
          <a:stretch>
            <a:fillRect/>
          </a:stretch>
        </p:blipFill>
        <p:spPr>
          <a:xfrm>
            <a:off x="3321050" y="1463248"/>
            <a:ext cx="5549900" cy="901700"/>
          </a:xfrm>
          <a:prstGeom prst="rect">
            <a:avLst/>
          </a:prstGeom>
        </p:spPr>
      </p:pic>
      <p:pic>
        <p:nvPicPr>
          <p:cNvPr id="6" name="Picture 5">
            <a:extLst>
              <a:ext uri="{FF2B5EF4-FFF2-40B4-BE49-F238E27FC236}">
                <a16:creationId xmlns:a16="http://schemas.microsoft.com/office/drawing/2014/main" id="{DE474FAB-C887-CFE8-EB1C-5DD8370A229E}"/>
              </a:ext>
            </a:extLst>
          </p:cNvPr>
          <p:cNvPicPr>
            <a:picLocks noChangeAspect="1"/>
          </p:cNvPicPr>
          <p:nvPr/>
        </p:nvPicPr>
        <p:blipFill>
          <a:blip r:embed="rId4"/>
          <a:stretch>
            <a:fillRect/>
          </a:stretch>
        </p:blipFill>
        <p:spPr>
          <a:xfrm>
            <a:off x="3092450" y="3354174"/>
            <a:ext cx="6007100" cy="838200"/>
          </a:xfrm>
          <a:prstGeom prst="rect">
            <a:avLst/>
          </a:prstGeom>
        </p:spPr>
      </p:pic>
    </p:spTree>
    <p:extLst>
      <p:ext uri="{BB962C8B-B14F-4D97-AF65-F5344CB8AC3E}">
        <p14:creationId xmlns:p14="http://schemas.microsoft.com/office/powerpoint/2010/main" val="144216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8455E-EC02-1E31-4100-980B091CD33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B811C1A-9820-A1FC-902E-05719DC20B5F}"/>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54B89D37-202C-0715-BB22-683B76AA2AA5}"/>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Checked execptions and Functional Interfaces</a:t>
            </a:r>
          </a:p>
          <a:p>
            <a:pPr algn="l"/>
            <a:r>
              <a:rPr lang="en-US" sz="1800">
                <a:sym typeface="Wingdings" pitchFamily="2" charset="2"/>
              </a:rPr>
              <a:t>(code illustration snippet 75,76,77,78,79, 80)</a:t>
            </a:r>
          </a:p>
          <a:p>
            <a:pPr algn="l"/>
            <a:r>
              <a:rPr lang="en-US" sz="1800" b="1">
                <a:sym typeface="Wingdings" pitchFamily="2" charset="2"/>
              </a:rPr>
              <a:t>Using a Spliterator</a:t>
            </a:r>
          </a:p>
          <a:p>
            <a:pPr algn="l"/>
            <a:r>
              <a:rPr lang="en-US" sz="1800">
                <a:sym typeface="Wingdings" pitchFamily="2" charset="2"/>
              </a:rPr>
              <a:t>- Assume that you have a pack of ... for ... </a:t>
            </a:r>
          </a:p>
          <a:p>
            <a:pPr algn="l"/>
            <a:r>
              <a:rPr lang="en-US" sz="1800">
                <a:sym typeface="Wingdings" pitchFamily="2" charset="2"/>
              </a:rPr>
              <a:t>- To prevent ..., you bring ... and ... into 2 ...</a:t>
            </a:r>
          </a:p>
          <a:p>
            <a:pPr algn="l"/>
            <a:r>
              <a:rPr lang="en-US" sz="1800">
                <a:sym typeface="Wingdings" pitchFamily="2" charset="2"/>
              </a:rPr>
              <a:t>- Spliterator works ..., we start with a ..., if we call ... then the first ... will be in ... and the other ...  will be in ...</a:t>
            </a:r>
          </a:p>
          <a:p>
            <a:pPr algn="l"/>
            <a:r>
              <a:rPr lang="en-US" sz="1800">
                <a:sym typeface="Wingdings" pitchFamily="2" charset="2"/>
              </a:rPr>
              <a:t>- The characteristic of ... depends on ... If we use ... then the Spliterator would be ..., other wise it might be ... or ...</a:t>
            </a:r>
          </a:p>
          <a:p>
            <a:pPr algn="l"/>
            <a:r>
              <a:rPr lang="en-US" sz="1800">
                <a:sym typeface="Wingdings" pitchFamily="2" charset="2"/>
              </a:rPr>
              <a:t>– The mechanic of Spilterators depends on something called ... (1 - ...) In the beginning, the position of ... will be ..., methods like ... or ... will ... the position of ...</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p:txBody>
      </p:sp>
      <p:pic>
        <p:nvPicPr>
          <p:cNvPr id="5" name="Picture 4">
            <a:extLst>
              <a:ext uri="{FF2B5EF4-FFF2-40B4-BE49-F238E27FC236}">
                <a16:creationId xmlns:a16="http://schemas.microsoft.com/office/drawing/2014/main" id="{C6370085-325D-9833-868D-C408DD7470F7}"/>
              </a:ext>
            </a:extLst>
          </p:cNvPr>
          <p:cNvPicPr>
            <a:picLocks noChangeAspect="1"/>
          </p:cNvPicPr>
          <p:nvPr/>
        </p:nvPicPr>
        <p:blipFill>
          <a:blip r:embed="rId3"/>
          <a:stretch>
            <a:fillRect/>
          </a:stretch>
        </p:blipFill>
        <p:spPr>
          <a:xfrm>
            <a:off x="3056530" y="3924390"/>
            <a:ext cx="6078940" cy="2716122"/>
          </a:xfrm>
          <a:prstGeom prst="rect">
            <a:avLst/>
          </a:prstGeom>
        </p:spPr>
      </p:pic>
      <p:sp>
        <p:nvSpPr>
          <p:cNvPr id="6" name="Rectangle 5">
            <a:extLst>
              <a:ext uri="{FF2B5EF4-FFF2-40B4-BE49-F238E27FC236}">
                <a16:creationId xmlns:a16="http://schemas.microsoft.com/office/drawing/2014/main" id="{D779C08B-515B-192B-4FA7-E668E6D75B90}"/>
              </a:ext>
            </a:extLst>
          </p:cNvPr>
          <p:cNvSpPr/>
          <p:nvPr/>
        </p:nvSpPr>
        <p:spPr>
          <a:xfrm>
            <a:off x="5977719" y="4435522"/>
            <a:ext cx="3043451" cy="20198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3511451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FF170-DA02-FB17-906B-D5A7B9DCC87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E7EF976-242C-54FC-9C97-1D5D4A076E14}"/>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340F9EAE-928F-77A9-6B2D-562F13CE3561}"/>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81)</a:t>
            </a:r>
          </a:p>
          <a:p>
            <a:pPr algn="l"/>
            <a:r>
              <a:rPr lang="en-US" sz="1800">
                <a:sym typeface="Wingdings" pitchFamily="2" charset="2"/>
              </a:rPr>
              <a:t>- Now we will try with ... </a:t>
            </a:r>
          </a:p>
          <a:p>
            <a:pPr algn="l"/>
            <a:r>
              <a:rPr lang="en-US" sz="1800">
                <a:sym typeface="Wingdings" pitchFamily="2" charset="2"/>
              </a:rPr>
              <a:t>(code illustration snippet 82)</a:t>
            </a:r>
          </a:p>
          <a:p>
            <a:pPr algn="l"/>
            <a:r>
              <a:rPr lang="en-US" sz="1800">
                <a:sym typeface="Wingdings" pitchFamily="2" charset="2"/>
              </a:rPr>
              <a:t>- For ... stream, the method ... will take ... and not take ...</a:t>
            </a:r>
          </a:p>
          <a:p>
            <a:pPr algn="l"/>
            <a:r>
              <a:rPr lang="en-US" sz="1800">
                <a:sym typeface="Wingdings" pitchFamily="2" charset="2"/>
              </a:rPr>
              <a:t>- Spilterator has many ...</a:t>
            </a:r>
          </a:p>
          <a:p>
            <a:pPr algn="l"/>
            <a:r>
              <a:rPr lang="en-US" sz="1800">
                <a:sym typeface="Wingdings" pitchFamily="2" charset="2"/>
              </a:rPr>
              <a:t>+)</a:t>
            </a:r>
          </a:p>
          <a:p>
            <a:pPr algn="l"/>
            <a:r>
              <a:rPr lang="en-US" sz="1800">
                <a:sym typeface="Wingdings" pitchFamily="2" charset="2"/>
              </a:rPr>
              <a:t>+)</a:t>
            </a:r>
          </a:p>
          <a:p>
            <a:pPr algn="l"/>
            <a:r>
              <a:rPr lang="en-US" sz="1800">
                <a:sym typeface="Wingdings" pitchFamily="2" charset="2"/>
              </a:rPr>
              <a:t>+) </a:t>
            </a:r>
          </a:p>
          <a:p>
            <a:pPr algn="l"/>
            <a:r>
              <a:rPr lang="en-US" sz="1800">
                <a:sym typeface="Wingdings" pitchFamily="2" charset="2"/>
              </a:rPr>
              <a:t>- However, in the exam, we only need to know ...</a:t>
            </a:r>
          </a:p>
          <a:p>
            <a:pPr algn="l"/>
            <a:endParaRPr lang="en-US" sz="1800">
              <a:sym typeface="Wingdings" pitchFamily="2" charset="2"/>
            </a:endParaRPr>
          </a:p>
        </p:txBody>
      </p:sp>
    </p:spTree>
    <p:extLst>
      <p:ext uri="{BB962C8B-B14F-4D97-AF65-F5344CB8AC3E}">
        <p14:creationId xmlns:p14="http://schemas.microsoft.com/office/powerpoint/2010/main" val="1714756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1DF72-31B6-5A98-D210-167932E6F4F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A7F1364-4963-4062-FD21-3F12DEA99B7F}"/>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D3124440-C3D7-AB3C-C3E7-1F785FEE7FB0}"/>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Collecting Results</a:t>
            </a:r>
            <a:endParaRPr lang="en-US" sz="1800">
              <a:sym typeface="Wingdings" pitchFamily="2" charset="2"/>
            </a:endParaRPr>
          </a:p>
          <a:p>
            <a:pPr algn="l"/>
            <a:r>
              <a:rPr lang="en-US" sz="1800">
                <a:sym typeface="Wingdings" pitchFamily="2" charset="2"/>
              </a:rPr>
              <a:t>- In the last part of Stream, we will talk about ... result. But first we will need to talk about some other ... methods in ... class</a:t>
            </a:r>
          </a:p>
          <a:p>
            <a:pPr algn="l"/>
            <a:r>
              <a:rPr lang="en-US" sz="1800">
                <a:sym typeface="Wingdings" pitchFamily="2" charset="2"/>
              </a:rPr>
              <a:t>(These methods have been ... for simplicity ...)</a:t>
            </a:r>
          </a:p>
          <a:p>
            <a:pPr algn="l"/>
            <a:r>
              <a:rPr lang="en-US" sz="1800">
                <a:sym typeface="Wingdings" pitchFamily="2" charset="2"/>
              </a:rPr>
              <a:t>- A special .... reduction(). This is used when all ...</a:t>
            </a:r>
          </a:p>
          <a:p>
            <a:pPr algn="l"/>
            <a:r>
              <a:rPr lang="en-US" sz="1800" b="1">
                <a:sym typeface="Wingdings" pitchFamily="2" charset="2"/>
              </a:rPr>
              <a:t>Using Basic Collectors</a:t>
            </a:r>
            <a:endParaRPr lang="en-US" sz="1800">
              <a:sym typeface="Wingdings" pitchFamily="2" charset="2"/>
            </a:endParaRPr>
          </a:p>
          <a:p>
            <a:pPr algn="l"/>
            <a:r>
              <a:rPr lang="en-US" sz="1800" b="1">
                <a:sym typeface="Wingdings" pitchFamily="2" charset="2"/>
              </a:rPr>
              <a:t>joining()</a:t>
            </a:r>
            <a:endParaRPr lang="en-US" sz="1800">
              <a:sym typeface="Wingdings" pitchFamily="2" charset="2"/>
            </a:endParaRPr>
          </a:p>
          <a:p>
            <a:pPr algn="l"/>
            <a:r>
              <a:rPr lang="en-US" sz="1800">
                <a:sym typeface="Wingdings" pitchFamily="2" charset="2"/>
              </a:rPr>
              <a:t>(code illustration snippet 83)</a:t>
            </a:r>
            <a:endParaRPr lang="en-US" sz="1800" b="1">
              <a:sym typeface="Wingdings" pitchFamily="2" charset="2"/>
            </a:endParaRPr>
          </a:p>
          <a:p>
            <a:pPr algn="l"/>
            <a:endParaRPr lang="en-US" sz="1800">
              <a:sym typeface="Wingdings" pitchFamily="2" charset="2"/>
            </a:endParaRPr>
          </a:p>
        </p:txBody>
      </p:sp>
    </p:spTree>
    <p:extLst>
      <p:ext uri="{BB962C8B-B14F-4D97-AF65-F5344CB8AC3E}">
        <p14:creationId xmlns:p14="http://schemas.microsoft.com/office/powerpoint/2010/main" val="823530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08999-EA3D-54CA-020C-F5B7E72A251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E53F998-31DC-F10E-1ADF-A27F01776401}"/>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58F2F66A-2EE3-4ECB-BC4B-8F1632BD8CC0}"/>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2" name="Picture 1">
            <a:extLst>
              <a:ext uri="{FF2B5EF4-FFF2-40B4-BE49-F238E27FC236}">
                <a16:creationId xmlns:a16="http://schemas.microsoft.com/office/drawing/2014/main" id="{65C0EC21-BFA1-9F5B-21F6-85E293865188}"/>
              </a:ext>
            </a:extLst>
          </p:cNvPr>
          <p:cNvPicPr>
            <a:picLocks noChangeAspect="1"/>
          </p:cNvPicPr>
          <p:nvPr/>
        </p:nvPicPr>
        <p:blipFill>
          <a:blip r:embed="rId3"/>
          <a:stretch>
            <a:fillRect/>
          </a:stretch>
        </p:blipFill>
        <p:spPr>
          <a:xfrm>
            <a:off x="3431270" y="473731"/>
            <a:ext cx="4665427" cy="6384269"/>
          </a:xfrm>
          <a:prstGeom prst="rect">
            <a:avLst/>
          </a:prstGeom>
        </p:spPr>
      </p:pic>
      <p:sp>
        <p:nvSpPr>
          <p:cNvPr id="5" name="Rectangle 4">
            <a:extLst>
              <a:ext uri="{FF2B5EF4-FFF2-40B4-BE49-F238E27FC236}">
                <a16:creationId xmlns:a16="http://schemas.microsoft.com/office/drawing/2014/main" id="{6D8A5374-DB36-4845-7612-79E5BA4AFB8D}"/>
              </a:ext>
            </a:extLst>
          </p:cNvPr>
          <p:cNvSpPr/>
          <p:nvPr/>
        </p:nvSpPr>
        <p:spPr>
          <a:xfrm>
            <a:off x="5285678" y="959005"/>
            <a:ext cx="2811019" cy="54306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417681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68BE5-2A54-C0E2-3731-19EA3F337BF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A26AAFA-34A3-5D16-1D8C-FDCAD73CDC5A}"/>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BAF29C43-2B25-0419-2349-636104A2FA8D}"/>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6" name="Picture 5">
            <a:extLst>
              <a:ext uri="{FF2B5EF4-FFF2-40B4-BE49-F238E27FC236}">
                <a16:creationId xmlns:a16="http://schemas.microsoft.com/office/drawing/2014/main" id="{E3833A4D-5630-21CC-F799-D94DD5879DF8}"/>
              </a:ext>
            </a:extLst>
          </p:cNvPr>
          <p:cNvPicPr>
            <a:picLocks noChangeAspect="1"/>
          </p:cNvPicPr>
          <p:nvPr/>
        </p:nvPicPr>
        <p:blipFill>
          <a:blip r:embed="rId3"/>
          <a:stretch>
            <a:fillRect/>
          </a:stretch>
        </p:blipFill>
        <p:spPr>
          <a:xfrm>
            <a:off x="1861057" y="631842"/>
            <a:ext cx="7805853" cy="5908189"/>
          </a:xfrm>
          <a:prstGeom prst="rect">
            <a:avLst/>
          </a:prstGeom>
        </p:spPr>
      </p:pic>
      <p:sp>
        <p:nvSpPr>
          <p:cNvPr id="7" name="Rectangle 6">
            <a:extLst>
              <a:ext uri="{FF2B5EF4-FFF2-40B4-BE49-F238E27FC236}">
                <a16:creationId xmlns:a16="http://schemas.microsoft.com/office/drawing/2014/main" id="{53177C9E-8AE5-7296-84DD-40BC3063D6FE}"/>
              </a:ext>
            </a:extLst>
          </p:cNvPr>
          <p:cNvSpPr/>
          <p:nvPr/>
        </p:nvSpPr>
        <p:spPr>
          <a:xfrm>
            <a:off x="5006898" y="1483112"/>
            <a:ext cx="3311912" cy="48173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522124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3F68F-AD56-854A-1AFB-5F208EE31BD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17F5BC9-FCBF-99EC-8815-81320D4A4D31}"/>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A4DDBB7A-B273-C47F-BEB4-D43040DF40B8}"/>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84)</a:t>
            </a:r>
          </a:p>
          <a:p>
            <a:pPr algn="l"/>
            <a:r>
              <a:rPr lang="en-US" sz="1800">
                <a:sym typeface="Wingdings" pitchFamily="2" charset="2"/>
              </a:rPr>
              <a:t>– Enterprise codebase doesn't usually use ... No problem, we can use ... and then ... back</a:t>
            </a:r>
          </a:p>
          <a:p>
            <a:pPr algn="l"/>
            <a:r>
              <a:rPr lang="en-US" sz="1800">
                <a:sym typeface="Wingdings" pitchFamily="2" charset="2"/>
              </a:rPr>
              <a:t>(code illustration snippet 85)</a:t>
            </a:r>
          </a:p>
          <a:p>
            <a:pPr algn="l"/>
            <a:r>
              <a:rPr lang="en-US" sz="1800" b="1">
                <a:sym typeface="Wingdings" pitchFamily="2" charset="2"/>
              </a:rPr>
              <a:t>Collecting into Maps</a:t>
            </a:r>
          </a:p>
          <a:p>
            <a:pPr algn="l"/>
            <a:r>
              <a:rPr lang="en-US" sz="1800">
                <a:sym typeface="Wingdings" pitchFamily="2" charset="2"/>
              </a:rPr>
              <a:t>- Code that relates Collections with ... is usually more ... than ...</a:t>
            </a:r>
          </a:p>
          <a:p>
            <a:pPr algn="l"/>
            <a:r>
              <a:rPr lang="en-US" sz="1800">
                <a:sym typeface="Wingdings" pitchFamily="2" charset="2"/>
              </a:rPr>
              <a:t>(code illustration snippet 86)</a:t>
            </a:r>
          </a:p>
          <a:p>
            <a:pPr algn="l"/>
            <a:r>
              <a:rPr lang="en-US" sz="1800">
                <a:sym typeface="Wingdings" pitchFamily="2" charset="2"/>
              </a:rPr>
              <a:t>- Note: If we want to pass the same ... into ... , we can use Function... However, shorter doesn't mean ... so please ...</a:t>
            </a:r>
          </a:p>
          <a:p>
            <a:pPr algn="l"/>
            <a:r>
              <a:rPr lang="en-US" sz="1800">
                <a:sym typeface="Wingdings" pitchFamily="2" charset="2"/>
              </a:rPr>
              <a:t>(code illustration snippet 87)</a:t>
            </a:r>
          </a:p>
          <a:p>
            <a:pPr algn="l"/>
            <a:endParaRPr lang="en-US" sz="1800">
              <a:sym typeface="Wingdings" pitchFamily="2" charset="2"/>
            </a:endParaRPr>
          </a:p>
        </p:txBody>
      </p:sp>
    </p:spTree>
    <p:extLst>
      <p:ext uri="{BB962C8B-B14F-4D97-AF65-F5344CB8AC3E}">
        <p14:creationId xmlns:p14="http://schemas.microsoft.com/office/powerpoint/2010/main" val="2302613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76EDD-05E7-DBF5-3FB0-C25433CCE82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0284A31-16BF-13AC-4112-0E33CF38CB4E}"/>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EC8284B1-48BD-9DDF-C1A9-5158F9F61298}"/>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88)</a:t>
            </a:r>
          </a:p>
          <a:p>
            <a:pPr algn="l"/>
            <a:r>
              <a:rPr lang="en-US" sz="1800">
                <a:sym typeface="Wingdings" pitchFamily="2" charset="2"/>
              </a:rPr>
              <a:t>- Most of the time, the returned type of .... is ... However, this action is not ...</a:t>
            </a:r>
          </a:p>
          <a:p>
            <a:pPr algn="l"/>
            <a:r>
              <a:rPr lang="en-US" sz="1800">
                <a:sym typeface="Wingdings" pitchFamily="2" charset="2"/>
              </a:rPr>
              <a:t>– We can certainly change this by ...</a:t>
            </a:r>
          </a:p>
          <a:p>
            <a:pPr algn="l"/>
            <a:r>
              <a:rPr lang="en-US" sz="1800">
                <a:sym typeface="Wingdings" pitchFamily="2" charset="2"/>
              </a:rPr>
              <a:t>(code illustration snippet 89)</a:t>
            </a:r>
            <a:endParaRPr lang="en-US" sz="1800" b="1">
              <a:sym typeface="Wingdings" pitchFamily="2" charset="2"/>
            </a:endParaRPr>
          </a:p>
          <a:p>
            <a:pPr algn="l"/>
            <a:r>
              <a:rPr lang="en-US" sz="1800" b="1">
                <a:sym typeface="Wingdings" pitchFamily="2" charset="2"/>
              </a:rPr>
              <a:t>Grouping, Partitioning, and Mapping</a:t>
            </a:r>
          </a:p>
          <a:p>
            <a:pPr algn="l"/>
            <a:r>
              <a:rPr lang="en-US" sz="1800">
                <a:sym typeface="Wingdings" pitchFamily="2" charset="2"/>
              </a:rPr>
              <a:t>- What if we want to ... element according ... length ...</a:t>
            </a:r>
          </a:p>
          <a:p>
            <a:pPr algn="l"/>
            <a:r>
              <a:rPr lang="en-US" sz="1800">
                <a:sym typeface="Wingdings" pitchFamily="2" charset="2"/>
              </a:rPr>
              <a:t>(code illustration snippet 90)</a:t>
            </a:r>
          </a:p>
          <a:p>
            <a:pPr algn="l"/>
            <a:r>
              <a:rPr lang="en-US" sz="1800">
                <a:sym typeface="Wingdings" pitchFamily="2" charset="2"/>
              </a:rPr>
              <a:t>- Note: The function that create ... must not ...because Java doesnt allow ...</a:t>
            </a:r>
          </a:p>
          <a:p>
            <a:pPr algn="l"/>
            <a:r>
              <a:rPr lang="en-US" sz="1800">
                <a:sym typeface="Wingdings" pitchFamily="2" charset="2"/>
              </a:rPr>
              <a:t>- Also, if we don't want a ... to be returned ... we can ... use an optional ...</a:t>
            </a:r>
          </a:p>
          <a:p>
            <a:pPr algn="l"/>
            <a:r>
              <a:rPr lang="en-US" sz="1800">
                <a:sym typeface="Wingdings" pitchFamily="2" charset="2"/>
              </a:rPr>
              <a:t>(code illustration snippet 91, 92)</a:t>
            </a:r>
          </a:p>
          <a:p>
            <a:pPr algn="l"/>
            <a:r>
              <a:rPr lang="en-US" sz="1800">
                <a:sym typeface="Wingdings" pitchFamily="2" charset="2"/>
              </a:rPr>
              <a:t>- If we want to change .. but not the ... inside ...</a:t>
            </a:r>
          </a:p>
          <a:p>
            <a:pPr algn="l"/>
            <a:r>
              <a:rPr lang="en-US" sz="1800">
                <a:sym typeface="Wingdings" pitchFamily="2" charset="2"/>
              </a:rPr>
              <a:t>(code illustration snippet 93)</a:t>
            </a:r>
          </a:p>
          <a:p>
            <a:pPr algn="l"/>
            <a:r>
              <a:rPr lang="en-US" sz="1800">
                <a:sym typeface="Wingdings" pitchFamily="2" charset="2"/>
              </a:rPr>
              <a:t>- Partitioning is ... special ... of ... For partitioning, there are only 2 ... ... and ...</a:t>
            </a:r>
          </a:p>
          <a:p>
            <a:pPr algn="l"/>
            <a:r>
              <a:rPr lang="en-US" sz="1800">
                <a:sym typeface="Wingdings" pitchFamily="2" charset="2"/>
              </a:rPr>
              <a:t>- Partitioning is the same as ...stream into ... pieces </a:t>
            </a:r>
          </a:p>
          <a:p>
            <a:pPr algn="l"/>
            <a:r>
              <a:rPr lang="en-US" sz="1800">
                <a:sym typeface="Wingdings" pitchFamily="2" charset="2"/>
              </a:rPr>
              <a:t>- For example, we have 2 types of ... 1 is ... and 1 is ... =&gt; We can ... Stream base on this ...</a:t>
            </a:r>
          </a:p>
          <a:p>
            <a:pPr algn="l"/>
            <a:r>
              <a:rPr lang="en-US" sz="1800">
                <a:sym typeface="Wingdings" pitchFamily="2" charset="2"/>
              </a:rPr>
              <a:t>(code illustration snippet 94,95)</a:t>
            </a:r>
          </a:p>
        </p:txBody>
      </p:sp>
    </p:spTree>
    <p:extLst>
      <p:ext uri="{BB962C8B-B14F-4D97-AF65-F5344CB8AC3E}">
        <p14:creationId xmlns:p14="http://schemas.microsoft.com/office/powerpoint/2010/main" val="3446771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9F32D-A427-AD55-9E92-EFB711B7F2C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21D6B68-C183-2C40-4348-7041279C0C84}"/>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77A95032-84A3-6F5B-1A94-46423E5D35EB}"/>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Note: In all ... partitioning always has ... ... and ... </a:t>
            </a:r>
          </a:p>
          <a:p>
            <a:pPr algn="l"/>
            <a:r>
              <a:rPr lang="en-US" sz="1800">
                <a:sym typeface="Wingdings" pitchFamily="2" charset="2"/>
              </a:rPr>
              <a:t>(code illustration snippet 96)</a:t>
            </a:r>
          </a:p>
          <a:p>
            <a:pPr algn="l"/>
            <a:r>
              <a:rPr lang="en-US" sz="1800">
                <a:sym typeface="Wingdings" pitchFamily="2" charset="2"/>
              </a:rPr>
              <a:t>- we can't change the type ... in ...</a:t>
            </a:r>
          </a:p>
          <a:p>
            <a:pPr algn="l"/>
            <a:r>
              <a:rPr lang="en-US" sz="1800">
                <a:sym typeface="Wingdings" pitchFamily="2" charset="2"/>
              </a:rPr>
              <a:t>- Other than chaning the ... inside ... we can do other ...</a:t>
            </a:r>
          </a:p>
          <a:p>
            <a:pPr algn="l"/>
            <a:r>
              <a:rPr lang="en-US" sz="1800">
                <a:sym typeface="Wingdings" pitchFamily="2" charset="2"/>
              </a:rPr>
              <a:t>(code illustration snippet 97)</a:t>
            </a:r>
          </a:p>
          <a:p>
            <a:pPr algn="l"/>
            <a:r>
              <a:rPr lang="en-US" sz="1800" b="1">
                <a:sym typeface="Wingdings" pitchFamily="2" charset="2"/>
              </a:rPr>
              <a:t>Debugging Complicated Generics</a:t>
            </a:r>
          </a:p>
          <a:p>
            <a:pPr algn="l"/>
            <a:r>
              <a:rPr lang="en-US" sz="1800">
                <a:sym typeface="Wingdings" pitchFamily="2" charset="2"/>
              </a:rPr>
              <a:t>- When we working with ..., we can see that there are ... layers of complicated ... =&gt; It can be too complicated that the ... error is unread...</a:t>
            </a:r>
          </a:p>
          <a:p>
            <a:pPr algn="l"/>
            <a:r>
              <a:rPr lang="en-US" sz="1800">
                <a:sym typeface="Wingdings" pitchFamily="2" charset="2"/>
              </a:rPr>
              <a:t>- Here are some way to ...</a:t>
            </a:r>
          </a:p>
          <a:p>
            <a:pPr algn="l"/>
            <a:r>
              <a:rPr lang="en-US" sz="1800">
                <a:sym typeface="Wingdings" pitchFamily="2" charset="2"/>
              </a:rPr>
              <a:t>+) Don't add all ... code ...</a:t>
            </a:r>
          </a:p>
          <a:p>
            <a:pPr algn="l"/>
            <a:r>
              <a:rPr lang="en-US" sz="1800">
                <a:sym typeface="Wingdings" pitchFamily="2" charset="2"/>
              </a:rPr>
              <a:t>+) Separate ... statements ...</a:t>
            </a:r>
          </a:p>
          <a:p>
            <a:pPr algn="l"/>
            <a:r>
              <a:rPr lang="en-US" sz="1800">
                <a:sym typeface="Wingdings" pitchFamily="2" charset="2"/>
              </a:rPr>
              <a:t>+) We can use ... generic to determine the ... if it compiles ... then ...</a:t>
            </a:r>
          </a:p>
          <a:p>
            <a:pPr algn="l"/>
            <a:r>
              <a:rPr lang="en-US" sz="1800">
                <a:sym typeface="Wingdings" pitchFamily="2" charset="2"/>
              </a:rPr>
              <a:t>– Back to the ..., the final method ... mapping() </a:t>
            </a:r>
          </a:p>
          <a:p>
            <a:pPr algn="l"/>
            <a:r>
              <a:rPr lang="en-US" sz="1800">
                <a:sym typeface="Wingdings" pitchFamily="2" charset="2"/>
              </a:rPr>
              <a:t>- mapping() adds another ...</a:t>
            </a:r>
          </a:p>
          <a:p>
            <a:pPr algn="l"/>
            <a:r>
              <a:rPr lang="en-US" sz="1800">
                <a:sym typeface="Wingdings" pitchFamily="2" charset="2"/>
              </a:rPr>
              <a:t>(code illustration snippet 98,99) </a:t>
            </a:r>
          </a:p>
        </p:txBody>
      </p:sp>
    </p:spTree>
    <p:extLst>
      <p:ext uri="{BB962C8B-B14F-4D97-AF65-F5344CB8AC3E}">
        <p14:creationId xmlns:p14="http://schemas.microsoft.com/office/powerpoint/2010/main" val="1730414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CB34A-868C-DE18-C784-F2DFEC8051E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ABAC1F4-307E-1A40-B89F-4CE0324C6F2C}"/>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10 – Streams</a:t>
            </a:r>
          </a:p>
        </p:txBody>
      </p:sp>
      <p:sp>
        <p:nvSpPr>
          <p:cNvPr id="4" name="Subtitle 2">
            <a:extLst>
              <a:ext uri="{FF2B5EF4-FFF2-40B4-BE49-F238E27FC236}">
                <a16:creationId xmlns:a16="http://schemas.microsoft.com/office/drawing/2014/main" id="{6B4E452F-1A51-AB6F-5E8D-AE60DC955CE2}"/>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Teeing Collectors</a:t>
            </a:r>
          </a:p>
          <a:p>
            <a:pPr algn="l"/>
            <a:r>
              <a:rPr lang="en-US" sz="1800">
                <a:sym typeface="Wingdings" pitchFamily="2" charset="2"/>
              </a:rPr>
              <a:t>- What if we want to return ... at once ? This is a hard ... with Stream because we can't ... once it is ...</a:t>
            </a:r>
          </a:p>
          <a:p>
            <a:pPr algn="l"/>
            <a:r>
              <a:rPr lang="en-US" sz="1800">
                <a:sym typeface="Wingdings" pitchFamily="2" charset="2"/>
              </a:rPr>
              <a:t>– SummaryStatistic is ... but not ... for us ...</a:t>
            </a:r>
          </a:p>
          <a:p>
            <a:pPr algn="l"/>
            <a:r>
              <a:rPr lang="en-US" sz="1800">
                <a:sym typeface="Wingdings" pitchFamily="2" charset="2"/>
              </a:rPr>
              <a:t>– ... teeing() ... works for .. multiple ...</a:t>
            </a:r>
          </a:p>
          <a:p>
            <a:pPr algn="l"/>
            <a:r>
              <a:rPr lang="en-US" sz="1800">
                <a:sym typeface="Wingdings" pitchFamily="2" charset="2"/>
              </a:rPr>
              <a:t>(code illustration snippet 100)</a:t>
            </a:r>
          </a:p>
          <a:p>
            <a:pPr algn="l"/>
            <a:r>
              <a:rPr lang="en-US" sz="1800">
                <a:sym typeface="Wingdings" pitchFamily="2" charset="2"/>
              </a:rPr>
              <a:t>- This code uses ... collectors, ... for ... and ... for</a:t>
            </a:r>
          </a:p>
          <a:p>
            <a:pPr algn="l"/>
            <a:endParaRPr lang="en-US" sz="1800">
              <a:sym typeface="Wingdings" pitchFamily="2" charset="2"/>
            </a:endParaRPr>
          </a:p>
        </p:txBody>
      </p:sp>
    </p:spTree>
    <p:extLst>
      <p:ext uri="{BB962C8B-B14F-4D97-AF65-F5344CB8AC3E}">
        <p14:creationId xmlns:p14="http://schemas.microsoft.com/office/powerpoint/2010/main" val="3397650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19963</TotalTime>
  <Words>3553</Words>
  <Application>Microsoft Macintosh PowerPoint</Application>
  <PresentationFormat>Widescreen</PresentationFormat>
  <Paragraphs>454</Paragraphs>
  <Slides>43</Slides>
  <Notes>42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Aptos</vt:lpstr>
      <vt:lpstr>Aptos Display</vt:lpstr>
      <vt:lpstr>Arial</vt:lpstr>
      <vt:lpstr>Wingdings</vt:lpstr>
      <vt:lpstr>Office Theme</vt:lpstr>
      <vt:lpstr>Java SE 17 –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Dinh Vinh Mai</dc:creator>
  <cp:lastModifiedBy>Mai Dinh Vinh  (S.CECS)</cp:lastModifiedBy>
  <cp:revision>51</cp:revision>
  <dcterms:created xsi:type="dcterms:W3CDTF">2024-07-05T03:43:45Z</dcterms:created>
  <dcterms:modified xsi:type="dcterms:W3CDTF">2025-12-22T13:29:30Z</dcterms:modified>
</cp:coreProperties>
</file>