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CD2C29-6869-4EB9-A262-397E95AA9D5D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12651-E492-4749-A948-8FB040B70964}" v="10997" dt="2024-07-11T23:31:0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24" autoAdjust="0"/>
    <p:restoredTop sz="92164"/>
  </p:normalViewPr>
  <p:slideViewPr>
    <p:cSldViewPr snapToGrid="0">
      <p:cViewPr varScale="1">
        <p:scale>
          <a:sx n="113" d="100"/>
          <a:sy n="113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h Vinh Mai" userId="b8e4a559-41e0-4141-8dc1-330451d69615" providerId="ADAL" clId="{9AF12651-E492-4749-A948-8FB040B70964}"/>
    <pc:docChg chg="undo custSel addSld delSld modSld sldOrd addSection delSection modSection">
      <pc:chgData name="Dinh Vinh Mai" userId="b8e4a559-41e0-4141-8dc1-330451d69615" providerId="ADAL" clId="{9AF12651-E492-4749-A948-8FB040B70964}" dt="2024-07-11T23:31:06.508" v="15304" actId="20577"/>
      <pc:docMkLst>
        <pc:docMk/>
      </pc:docMkLst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17268900" sldId="256"/>
        </pc:sldMkLst>
      </pc:sldChg>
      <pc:sldChg chg="modSp new mod">
        <pc:chgData name="Dinh Vinh Mai" userId="b8e4a559-41e0-4141-8dc1-330451d69615" providerId="ADAL" clId="{9AF12651-E492-4749-A948-8FB040B70964}" dt="2024-07-11T01:42:31.374" v="77" actId="20577"/>
        <pc:sldMkLst>
          <pc:docMk/>
          <pc:sldMk cId="2437323191" sldId="256"/>
        </pc:sldMkLst>
        <pc:spChg chg="mod">
          <ac:chgData name="Dinh Vinh Mai" userId="b8e4a559-41e0-4141-8dc1-330451d69615" providerId="ADAL" clId="{9AF12651-E492-4749-A948-8FB040B70964}" dt="2024-07-11T01:41:58.931" v="44" actId="20577"/>
          <ac:spMkLst>
            <pc:docMk/>
            <pc:sldMk cId="2437323191" sldId="256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2:31.374" v="77" actId="20577"/>
          <ac:spMkLst>
            <pc:docMk/>
            <pc:sldMk cId="2437323191" sldId="256"/>
            <ac:spMk id="3" creationId="{96DD8BC4-D539-661E-8A88-53AF6C208F93}"/>
          </ac:spMkLst>
        </pc:spChg>
      </pc:sldChg>
      <pc:sldChg chg="addSp delSp modSp add del mod">
        <pc:chgData name="Dinh Vinh Mai" userId="b8e4a559-41e0-4141-8dc1-330451d69615" providerId="ADAL" clId="{9AF12651-E492-4749-A948-8FB040B70964}" dt="2024-07-11T01:48:04.827" v="216" actId="47"/>
        <pc:sldMkLst>
          <pc:docMk/>
          <pc:sldMk cId="1145363845" sldId="257"/>
        </pc:sldMkLst>
        <pc:spChg chg="del mod">
          <ac:chgData name="Dinh Vinh Mai" userId="b8e4a559-41e0-4141-8dc1-330451d69615" providerId="ADAL" clId="{9AF12651-E492-4749-A948-8FB040B70964}" dt="2024-07-11T01:44:11.394" v="80" actId="478"/>
          <ac:spMkLst>
            <pc:docMk/>
            <pc:sldMk cId="1145363845" sldId="257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6:05.600" v="116" actId="1076"/>
          <ac:spMkLst>
            <pc:docMk/>
            <pc:sldMk cId="1145363845" sldId="257"/>
            <ac:spMk id="3" creationId="{96DD8BC4-D539-661E-8A88-53AF6C208F93}"/>
          </ac:spMkLst>
        </pc:spChg>
        <pc:spChg chg="add del mod">
          <ac:chgData name="Dinh Vinh Mai" userId="b8e4a559-41e0-4141-8dc1-330451d69615" providerId="ADAL" clId="{9AF12651-E492-4749-A948-8FB040B70964}" dt="2024-07-11T01:47:56.554" v="215" actId="478"/>
          <ac:spMkLst>
            <pc:docMk/>
            <pc:sldMk cId="1145363845" sldId="257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564134708" sldId="257"/>
        </pc:sldMkLst>
      </pc:sldChg>
      <pc:sldChg chg="modSp add mod modAnim">
        <pc:chgData name="Dinh Vinh Mai" userId="b8e4a559-41e0-4141-8dc1-330451d69615" providerId="ADAL" clId="{9AF12651-E492-4749-A948-8FB040B70964}" dt="2024-07-11T02:13:51.984" v="3027"/>
        <pc:sldMkLst>
          <pc:docMk/>
          <pc:sldMk cId="715447292" sldId="258"/>
        </pc:sldMkLst>
        <pc:spChg chg="mod">
          <ac:chgData name="Dinh Vinh Mai" userId="b8e4a559-41e0-4141-8dc1-330451d69615" providerId="ADAL" clId="{9AF12651-E492-4749-A948-8FB040B70964}" dt="2024-07-11T02:13:26.874" v="3021" actId="20577"/>
          <ac:spMkLst>
            <pc:docMk/>
            <pc:sldMk cId="715447292" sldId="258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315607852" sldId="258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400435694" sldId="259"/>
        </pc:sldMkLst>
      </pc:sldChg>
      <pc:sldChg chg="modSp add modAnim">
        <pc:chgData name="Dinh Vinh Mai" userId="b8e4a559-41e0-4141-8dc1-330451d69615" providerId="ADAL" clId="{9AF12651-E492-4749-A948-8FB040B70964}" dt="2024-07-11T08:30:39.020" v="5812"/>
        <pc:sldMkLst>
          <pc:docMk/>
          <pc:sldMk cId="2078495021" sldId="259"/>
        </pc:sldMkLst>
        <pc:spChg chg="mod">
          <ac:chgData name="Dinh Vinh Mai" userId="b8e4a559-41e0-4141-8dc1-330451d69615" providerId="ADAL" clId="{9AF12651-E492-4749-A948-8FB040B70964}" dt="2024-07-11T08:30:19.371" v="5808" actId="20577"/>
          <ac:spMkLst>
            <pc:docMk/>
            <pc:sldMk cId="2078495021" sldId="259"/>
            <ac:spMk id="4" creationId="{BBA13038-CAB8-FCA0-CDE8-65E40C2F10A3}"/>
          </ac:spMkLst>
        </pc:spChg>
      </pc:sldChg>
      <pc:sldChg chg="addSp modSp add mod modAnim">
        <pc:chgData name="Dinh Vinh Mai" userId="b8e4a559-41e0-4141-8dc1-330451d69615" providerId="ADAL" clId="{9AF12651-E492-4749-A948-8FB040B70964}" dt="2024-07-11T08:44:30.109" v="6044" actId="14100"/>
        <pc:sldMkLst>
          <pc:docMk/>
          <pc:sldMk cId="114777668" sldId="260"/>
        </pc:sldMkLst>
        <pc:spChg chg="mod">
          <ac:chgData name="Dinh Vinh Mai" userId="b8e4a559-41e0-4141-8dc1-330451d69615" providerId="ADAL" clId="{9AF12651-E492-4749-A948-8FB040B70964}" dt="2024-07-11T08:33:51.742" v="5824" actId="1076"/>
          <ac:spMkLst>
            <pc:docMk/>
            <pc:sldMk cId="114777668" sldId="260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8:32:24.252" v="5814" actId="20577"/>
          <ac:spMkLst>
            <pc:docMk/>
            <pc:sldMk cId="114777668" sldId="260"/>
            <ac:spMk id="4" creationId="{BBA13038-CAB8-FCA0-CDE8-65E40C2F10A3}"/>
          </ac:spMkLst>
        </pc:spChg>
        <pc:spChg chg="add mod">
          <ac:chgData name="Dinh Vinh Mai" userId="b8e4a559-41e0-4141-8dc1-330451d69615" providerId="ADAL" clId="{9AF12651-E492-4749-A948-8FB040B70964}" dt="2024-07-11T08:44:24.609" v="6040" actId="14100"/>
          <ac:spMkLst>
            <pc:docMk/>
            <pc:sldMk cId="114777668" sldId="260"/>
            <ac:spMk id="6" creationId="{4914E028-BBB3-509D-27BD-0D7E14D586F4}"/>
          </ac:spMkLst>
        </pc:spChg>
        <pc:picChg chg="add mod">
          <ac:chgData name="Dinh Vinh Mai" userId="b8e4a559-41e0-4141-8dc1-330451d69615" providerId="ADAL" clId="{9AF12651-E492-4749-A948-8FB040B70964}" dt="2024-07-11T08:44:30.109" v="6044" actId="14100"/>
          <ac:picMkLst>
            <pc:docMk/>
            <pc:sldMk cId="114777668" sldId="260"/>
            <ac:picMk id="5" creationId="{85C0B44A-39CB-36E8-9FE5-05418ECC25C9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028437802" sldId="260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15264614" sldId="261"/>
        </pc:sldMkLst>
      </pc:sldChg>
      <pc:sldChg chg="addSp delSp modSp add mod">
        <pc:chgData name="Dinh Vinh Mai" userId="b8e4a559-41e0-4141-8dc1-330451d69615" providerId="ADAL" clId="{9AF12651-E492-4749-A948-8FB040B70964}" dt="2024-07-11T08:56:12.775" v="7015" actId="5793"/>
        <pc:sldMkLst>
          <pc:docMk/>
          <pc:sldMk cId="646613574" sldId="261"/>
        </pc:sldMkLst>
        <pc:spChg chg="mod">
          <ac:chgData name="Dinh Vinh Mai" userId="b8e4a559-41e0-4141-8dc1-330451d69615" providerId="ADAL" clId="{9AF12651-E492-4749-A948-8FB040B70964}" dt="2024-07-11T08:56:12.775" v="7015" actId="5793"/>
          <ac:spMkLst>
            <pc:docMk/>
            <pc:sldMk cId="646613574" sldId="261"/>
            <ac:spMk id="6" creationId="{4914E028-BBB3-509D-27BD-0D7E14D586F4}"/>
          </ac:spMkLst>
        </pc:spChg>
        <pc:picChg chg="del">
          <ac:chgData name="Dinh Vinh Mai" userId="b8e4a559-41e0-4141-8dc1-330451d69615" providerId="ADAL" clId="{9AF12651-E492-4749-A948-8FB040B70964}" dt="2024-07-11T08:44:57.780" v="6049" actId="478"/>
          <ac:picMkLst>
            <pc:docMk/>
            <pc:sldMk cId="646613574" sldId="261"/>
            <ac:picMk id="5" creationId="{85C0B44A-39CB-36E8-9FE5-05418ECC25C9}"/>
          </ac:picMkLst>
        </pc:picChg>
        <pc:picChg chg="add mod">
          <ac:chgData name="Dinh Vinh Mai" userId="b8e4a559-41e0-4141-8dc1-330451d69615" providerId="ADAL" clId="{9AF12651-E492-4749-A948-8FB040B70964}" dt="2024-07-11T08:45:06.295" v="6054" actId="1076"/>
          <ac:picMkLst>
            <pc:docMk/>
            <pc:sldMk cId="646613574" sldId="261"/>
            <ac:picMk id="7" creationId="{DEB481D6-5356-0DD2-3F6F-3A03A44D641A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377540471" sldId="262"/>
        </pc:sldMkLst>
      </pc:sldChg>
      <pc:sldChg chg="addSp modSp add mod ord modAnim">
        <pc:chgData name="Dinh Vinh Mai" userId="b8e4a559-41e0-4141-8dc1-330451d69615" providerId="ADAL" clId="{9AF12651-E492-4749-A948-8FB040B70964}" dt="2024-07-11T22:49:23.115" v="11711" actId="20577"/>
        <pc:sldMkLst>
          <pc:docMk/>
          <pc:sldMk cId="2729605296" sldId="262"/>
        </pc:sldMkLst>
        <pc:spChg chg="add mod">
          <ac:chgData name="Dinh Vinh Mai" userId="b8e4a559-41e0-4141-8dc1-330451d69615" providerId="ADAL" clId="{9AF12651-E492-4749-A948-8FB040B70964}" dt="2024-07-11T22:49:23.115" v="11711" actId="20577"/>
          <ac:spMkLst>
            <pc:docMk/>
            <pc:sldMk cId="2729605296" sldId="262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09:05:22.824" v="7310" actId="20577"/>
          <ac:spMkLst>
            <pc:docMk/>
            <pc:sldMk cId="2729605296" sldId="262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9:05:04.583" v="7283" actId="20577"/>
          <ac:spMkLst>
            <pc:docMk/>
            <pc:sldMk cId="2729605296" sldId="262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501040282" sldId="263"/>
        </pc:sldMkLst>
      </pc:sldChg>
      <pc:sldChg chg="add ord">
        <pc:chgData name="Dinh Vinh Mai" userId="b8e4a559-41e0-4141-8dc1-330451d69615" providerId="ADAL" clId="{9AF12651-E492-4749-A948-8FB040B70964}" dt="2024-07-11T22:49:33.159" v="11713"/>
        <pc:sldMkLst>
          <pc:docMk/>
          <pc:sldMk cId="2236708295" sldId="263"/>
        </pc:sldMkLst>
      </pc:sldChg>
      <pc:sldChg chg="add del ord">
        <pc:chgData name="Dinh Vinh Mai" userId="b8e4a559-41e0-4141-8dc1-330451d69615" providerId="ADAL" clId="{9AF12651-E492-4749-A948-8FB040B70964}" dt="2024-07-11T09:05:35.894" v="7314" actId="47"/>
        <pc:sldMkLst>
          <pc:docMk/>
          <pc:sldMk cId="2960663922" sldId="263"/>
        </pc:sldMkLst>
      </pc:sldChg>
      <pc:sldChg chg="modSp add modAnim">
        <pc:chgData name="Dinh Vinh Mai" userId="b8e4a559-41e0-4141-8dc1-330451d69615" providerId="ADAL" clId="{9AF12651-E492-4749-A948-8FB040B70964}" dt="2024-07-11T23:16:27.961" v="14529" actId="207"/>
        <pc:sldMkLst>
          <pc:docMk/>
          <pc:sldMk cId="193709571" sldId="264"/>
        </pc:sldMkLst>
        <pc:spChg chg="mod">
          <ac:chgData name="Dinh Vinh Mai" userId="b8e4a559-41e0-4141-8dc1-330451d69615" providerId="ADAL" clId="{9AF12651-E492-4749-A948-8FB040B70964}" dt="2024-07-11T23:16:27.961" v="14529" actId="207"/>
          <ac:spMkLst>
            <pc:docMk/>
            <pc:sldMk cId="193709571" sldId="264"/>
            <ac:spMk id="2" creationId="{98D47709-0A78-AACC-5CCE-FD59A7D17E27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64621379" sldId="264"/>
        </pc:sldMkLst>
      </pc:sldChg>
      <pc:sldChg chg="modSp add mod modAnim">
        <pc:chgData name="Dinh Vinh Mai" userId="b8e4a559-41e0-4141-8dc1-330451d69615" providerId="ADAL" clId="{9AF12651-E492-4749-A948-8FB040B70964}" dt="2024-07-11T23:31:06.508" v="15304" actId="20577"/>
        <pc:sldMkLst>
          <pc:docMk/>
          <pc:sldMk cId="3978505155" sldId="265"/>
        </pc:sldMkLst>
        <pc:spChg chg="mod">
          <ac:chgData name="Dinh Vinh Mai" userId="b8e4a559-41e0-4141-8dc1-330451d69615" providerId="ADAL" clId="{9AF12651-E492-4749-A948-8FB040B70964}" dt="2024-07-11T23:31:06.508" v="15304" actId="20577"/>
          <ac:spMkLst>
            <pc:docMk/>
            <pc:sldMk cId="3978505155" sldId="265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23:21:20.391" v="14574" actId="20577"/>
          <ac:spMkLst>
            <pc:docMk/>
            <pc:sldMk cId="3978505155" sldId="265"/>
            <ac:spMk id="3" creationId="{96DD8BC4-D539-661E-8A88-53AF6C208F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2D73-2532-A640-A667-27AB4D0D333F}" type="datetimeFigureOut">
              <a:t>25/12/25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FF3D1-0F45-2240-9B47-75654C02E24A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14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7630-52AC-6850-F366-337DC0C7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D3F92-4320-FB05-41D9-3C2533839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5BA21-5291-00B1-DDA1-5A26DC3A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C4681-FA83-498B-F24F-3CAA3CBE9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76201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D8173-D24C-3D2B-A8E9-11FDC92F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AEA3C-4AA1-D6E0-E7AD-47CD4904C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10F2E-772E-6415-F9AC-5D2218562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0D33C-1AE2-852F-C8BC-A4470965F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13456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EA9C-7E04-7BCF-D492-3A8B3B2A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963ED-D0C7-DD0F-5E59-30BCB9D0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37C2A-7320-A479-FE6C-CF0A12EF2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9665A-0DB1-49F9-C640-76F8E196D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5088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C461-7BAE-09E0-B917-8BB8A3B7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88235-20C1-D5A0-2754-D8C084A7E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E62FB-871C-5117-2E9E-0093473B2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D4AFA-5401-9C30-51A8-5126D8B01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55575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5A11-D501-5632-360A-7FB909E7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FF21D-C231-9D8A-9E74-B4F0F7FBC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6CF5C-1CC8-7C2E-4756-248D42C54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6D96C-6F34-A177-6BD2-845026A49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40791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D26D0-A865-A667-70A8-3CD02A42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2E73F-6B79-EA58-2461-E35DBB835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2FB20-6AAA-6A8E-FB51-3BF989641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DDA17-FBC7-5116-1DEB-FFB17BC89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45799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1EC4-6AA3-AE1B-7DAD-981AB35C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5D753-C158-665B-5C7E-CBC792533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B963A-9E5A-B604-9DB2-7DE6516E0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B3F24-67CB-34B8-2A4E-DA46A185A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4301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68E7-5D5A-0B4B-EFEB-FA707876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4F717-66B1-503C-4907-150A39A6F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82FF7-C91D-AE5C-5816-71570866D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68BFA-0661-AC92-6EE9-0D6B8C72F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61406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2073A-D02F-5345-80A5-7E9A6B3D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EBF18-EAAF-8453-624C-AE4A1817F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1FF91-7C41-A049-4C82-19EBB8F07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B5172-78A3-87EE-9E52-D3F7D63AD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52656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E77D-9150-B4BF-ACF3-E25147E7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18722-9476-742B-AE36-14C9564C8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4351B-C8EC-15EE-3077-C20E93E4F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D511-4461-7A8C-CFC7-4B36E854C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60524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089A-401F-E1C7-C05F-8E477B12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1F7F1-3B84-09DA-BA80-C81B750CD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FCB1F-8DD1-8375-32AC-C868CA16B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0E565-976E-548A-B02B-E976FF8C7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6506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C86D-21AF-1A5D-C9BD-940BB186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55CEC-FA71-32D8-5624-78899D646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FF35D-42DE-15E0-5B54-181006562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12919-A347-DBC2-82BD-F7BB42F85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49782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7771-ECFD-9575-D42D-AD02BDA8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07CB0-A73E-79F1-2BC3-EDE208443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8E477-61C4-CA64-9784-66C74BDA8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7AE07-B6AA-FD9B-7FD2-73982EDF9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39853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FEA6-6151-A750-6666-9D8C8743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CC5A0-19DF-AB9F-C417-4F5D10574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A5D3F-2E92-7F6F-7A7C-7C71A7575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31D75-AC27-642C-5502-1389E2DB4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88205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B3C4-CF0C-B811-D04B-D0547869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ED4C8-A092-9C33-D900-7CDAE8388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226A7-86A2-75E5-33C1-33A998AB1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CE0A-A61F-42C8-455E-1C87F56FC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47359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5A8D9-3A89-C19A-36A5-1B79941C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AEFE9-5DFB-7A14-CDAE-4CBA7E6EA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357D6-D4B9-318E-CFDD-EE0F70212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48BE-3026-E2AA-789E-959924E0E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6767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42AE9-D5EB-27BB-ED09-2B7E0B7C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51127-C9F6-1CB8-DB33-CAD74E588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17B90-1DB5-0662-D5E6-BB48E15CD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2C1E1-682C-AC8C-8353-E28DE3696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2528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FC147-79E5-7A61-7F76-22EE1366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7717A-4CD5-29D6-2394-2250B0734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527D-B1E6-4C33-43C3-20CB7AF5B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4D094-532D-8DFE-D14C-EB28CF63E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56292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D1C7-D069-95D6-DC9C-C0146AE0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8B119-775F-8AE3-B69E-87EB2571D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928E1-D4D3-7F11-DF7F-D2B6CC4A7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494EA-43F8-7F17-924E-E19C42A4C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3926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49E1-0E79-E426-382D-1B1213C50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42DB0-874D-573A-FAF5-E1E1B504C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BD1B-AB8B-B662-20BA-8EFCDD66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332DA-B328-C938-C5CC-150A884B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92F4-C033-8786-943E-2AE1C327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7693-B66D-3FF6-66FB-B2B66B9B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8C97-B2D4-9D9C-F7A8-115F22C5A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C4265-6111-645E-966E-B831FDA6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0A0A-A8A5-760E-E5D5-68A445A8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847C-376C-028A-DCDA-F438CA4C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8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1A4A-1448-BFB4-783B-B383569C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B3B29-C6AF-4859-0D81-048A8D8E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660D-702B-4436-92F0-7E362647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1AB1F-50DC-799D-662D-6ABE6F9C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C0759-C06B-BD43-A867-64E4943C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B286-E109-DF56-3354-9EBB9B5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A1BC-FD2E-EC48-7F3D-EAE382EF6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1FB9B-4CC0-59F3-79CE-50BDB1CF5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D12A-6B6F-D96F-E37E-60E80B0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B1D1D-9984-1BE0-A9AE-482E21A1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9D570-A79C-057C-6355-694323D9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2E31-2F30-2FBC-B963-E9A07AEB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CD35A-8B39-BC77-3C19-54035D89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08F13-7339-18A8-8571-F9F2D867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57706-1749-9278-F728-58B990AE4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4423B-8211-534A-22EC-BE8E0E770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9B804-1DE5-9C35-6F81-3A293D1A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D4FF6-84CE-0494-D968-CE07AA6D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68B0D-5839-7A38-CE68-9BEFDA69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6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FDC7-1509-15E3-FC6B-805EA76B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55E65-38EA-9E43-0C6D-EB82CBCB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C6B55-0201-1312-335A-069E8331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A86EF-5BE7-951E-E1F1-DB496365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77714-1AE4-D06D-041E-70C6F3BE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B493B-9D46-0485-1C7C-EC89D1B9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092-CD68-93A5-D410-D8D9F0F3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8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8FCC-59F7-002F-887A-3AE9E3CA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3BF3-66ED-D5F7-4D10-42A1711B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EEA8-D320-6867-9BA6-758966E3F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5B38-62A1-CE82-8A74-5434C0A4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5D93-06AF-21CA-460C-74E6E8B2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5CCB2-2362-5C44-3188-75821D57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F888-87D6-FE2D-6CB5-C363685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AE296-04DC-6316-72BF-93486EDBC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E4AC3-BDF1-C463-09B8-B7AACAA77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8EDC2-B5DC-02FD-C84A-A77A922D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FCE8-2ECF-C3F9-9FBA-7159C1FE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1A29-C80D-1CF9-8B56-52DE889E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2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605A-C9D9-3FEE-4AD7-93E29ECE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40FCE-C444-FED9-4D9B-911BEFE9A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9C4A-29FB-8709-12DA-C4B70DE8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6E77-31D8-44C9-8C00-C85B1FBD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131BB-31B3-265D-7085-74DC5991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7958B-44E0-1781-BCCB-A1EADD44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EE1AC-BA82-4227-EF6E-CD4C94528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4FCB6-CEB8-F8B1-0ACF-D57EE7B3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4267-9C54-4B02-8EEA-5CA89141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CB251-E39D-B765-D0D9-DD43E8D3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4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09D87-B60C-2F4C-DA19-BB04307F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74F2-0FF1-114D-5529-1A4E2366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AB11-252C-AF3A-1868-D64F46A9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8DE05-51EE-4692-B197-877FA1DAAAED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987AE-9E20-DF1B-0ECB-89583BCE6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54B6-F244-E0B6-9D65-0E3B11C54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2DBD-CB83-55BD-128C-2C66E4779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Java SE 17 –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12 – Modules</a:t>
            </a:r>
          </a:p>
        </p:txBody>
      </p:sp>
    </p:spTree>
    <p:extLst>
      <p:ext uri="{BB962C8B-B14F-4D97-AF65-F5344CB8AC3E}">
        <p14:creationId xmlns:p14="http://schemas.microsoft.com/office/powerpoint/2010/main" val="243732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AB38-D48E-0EE4-3D3B-5EA15FFD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44ECB-DB4F-474E-E686-B7BB6006B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D7D3C87-23C8-5412-EC56-7DDC7DDE941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Introducing Modules</a:t>
            </a:r>
          </a:p>
          <a:p>
            <a:pPr algn="l"/>
            <a:r>
              <a:rPr lang="en-US" sz="1800">
                <a:sym typeface="Wingdings" pitchFamily="2" charset="2"/>
              </a:rPr>
              <a:t>- When we studying for the exam, we will only see small ... However, in real life, these ... will have ... large ...</a:t>
            </a:r>
          </a:p>
          <a:p>
            <a:pPr algn="l"/>
            <a:r>
              <a:rPr lang="en-US" sz="1800">
                <a:sym typeface="Wingdings" pitchFamily="2" charset="2"/>
              </a:rPr>
              <a:t>– In an enterprise system, it will have ... even ... packed in ...</a:t>
            </a:r>
          </a:p>
          <a:p>
            <a:pPr algn="l"/>
            <a:r>
              <a:rPr lang="en-US" sz="1800">
                <a:sym typeface="Wingdings" pitchFamily="2" charset="2"/>
              </a:rPr>
              <a:t>– These ... will also be packed inside ... file along with some ... files </a:t>
            </a:r>
          </a:p>
          <a:p>
            <a:pPr algn="l"/>
            <a:r>
              <a:rPr lang="en-US" sz="1800">
                <a:sym typeface="Wingdings" pitchFamily="2" charset="2"/>
              </a:rPr>
              <a:t>- Moreover, ... program including the one that ... also contain ... software (OSS is ...) (for example, JDBC)</a:t>
            </a:r>
          </a:p>
          <a:p>
            <a:pPr algn="l"/>
            <a:r>
              <a:rPr lang="en-US" sz="1800">
                <a:sym typeface="Wingdings" pitchFamily="2" charset="2"/>
              </a:rPr>
              <a:t>- Some of the OSS ... also depends on ... (for example, Spring or JUnit). To use these, we need to make sure ... enough or minimum ... </a:t>
            </a:r>
          </a:p>
          <a:p>
            <a:pPr algn="l"/>
            <a:r>
              <a:rPr lang="en-US" sz="1800">
                <a:sym typeface="Wingdings" pitchFamily="2" charset="2"/>
              </a:rPr>
              <a:t>- Devs has a term to call these cyclic ... called ... to refers to incidents ...</a:t>
            </a:r>
          </a:p>
          <a:p>
            <a:pPr algn="l"/>
            <a:r>
              <a:rPr lang="en-US" sz="1800">
                <a:sym typeface="Wingdings" pitchFamily="2" charset="2"/>
              </a:rPr>
              <a:t>– JPMS (or ...) group codes at ... with the primary ... is to ... packages with different ... into a .... It looks like a ... file, but with an additional feature is to allow devs to ... access ...</a:t>
            </a:r>
          </a:p>
          <a:p>
            <a:pPr algn="l"/>
            <a:r>
              <a:rPr lang="en-US" sz="1800" b="1">
                <a:sym typeface="Wingdings" pitchFamily="2" charset="2"/>
              </a:rPr>
              <a:t>Exploring a module</a:t>
            </a:r>
          </a:p>
          <a:p>
            <a:pPr algn="l"/>
            <a:r>
              <a:rPr lang="en-US" sz="1800">
                <a:sym typeface="Wingdings" pitchFamily="2" charset="2"/>
              </a:rPr>
              <a:t>- In chapter 1, we have developed a program ... zoo. But it was ... version, and now we want to ... all processes =&gt; There will be many ... needed to ... (animal, visitor, ...)</a:t>
            </a:r>
          </a:p>
          <a:p>
            <a:pPr algn="l"/>
            <a:r>
              <a:rPr lang="en-US" sz="1800">
                <a:sym typeface="Wingdings" pitchFamily="2" charset="2"/>
              </a:rPr>
              <a:t>- A module is a ... + a special file called ... This file is used to ... declaration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0913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B865-5B5A-CF54-7323-655ACA8A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27E04-340B-09FD-271F-10FEFB2B1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46884E-CFDA-CCCD-64DF-43991FCDEA01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4EC3B3-0336-9578-F211-1964CBF5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861" y="1398411"/>
            <a:ext cx="7276277" cy="406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6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8B67-8EB8-3BA9-4D3F-C9C8A68C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A769FE-3584-2774-88A5-478FC75A6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27BA29-286A-0445-754A-97C30623771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73D512-B6DD-556C-DC21-FA73C76F6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1733550"/>
            <a:ext cx="55245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3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CA07-51D4-2986-7CC3-68E5F91D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6E2F59-9EC4-CED2-DFC4-682254D5C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EC551B6-84C4-0A77-7938-7B0BC70AB02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Some of the benefit of using ... </a:t>
            </a:r>
          </a:p>
          <a:p>
            <a:pPr algn="l"/>
            <a:r>
              <a:rPr lang="en-US" sz="1800">
                <a:sym typeface="Wingdings" pitchFamily="2" charset="2"/>
              </a:rPr>
              <a:t>+) Better ... control </a:t>
            </a:r>
          </a:p>
          <a:p>
            <a:pPr algn="l"/>
            <a:r>
              <a:rPr lang="en-US" sz="1800">
                <a:sym typeface="Wingdings" pitchFamily="2" charset="2"/>
              </a:rPr>
              <a:t>+) Clearer ... management</a:t>
            </a:r>
          </a:p>
          <a:p>
            <a:pPr algn="l"/>
            <a:r>
              <a:rPr lang="en-US" sz="1800">
                <a:sym typeface="Wingdings" pitchFamily="2" charset="2"/>
              </a:rPr>
              <a:t>+) Custom ...</a:t>
            </a:r>
          </a:p>
          <a:p>
            <a:pPr algn="l"/>
            <a:r>
              <a:rPr lang="en-US" sz="1800">
                <a:sym typeface="Wingdings" pitchFamily="2" charset="2"/>
              </a:rPr>
              <a:t>+) ... security </a:t>
            </a:r>
          </a:p>
          <a:p>
            <a:pPr algn="l"/>
            <a:r>
              <a:rPr lang="en-US" sz="1800">
                <a:sym typeface="Wingdings" pitchFamily="2" charset="2"/>
              </a:rPr>
              <a:t>+) Performance ...</a:t>
            </a:r>
          </a:p>
          <a:p>
            <a:pPr algn="l"/>
            <a:r>
              <a:rPr lang="en-US" sz="1800">
                <a:sym typeface="Wingdings" pitchFamily="2" charset="2"/>
              </a:rPr>
              <a:t>+) Unique ... enforcement ...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and Running a modular program </a:t>
            </a:r>
          </a:p>
          <a:p>
            <a:pPr algn="l"/>
            <a:r>
              <a:rPr lang="en-US" sz="1800">
                <a:sym typeface="Wingdings" pitchFamily="2" charset="2"/>
              </a:rPr>
              <a:t>-) The master diagram shown that most ... depends on ... =&gt; We will create ... first 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E0E3A0-1F44-AA3E-92D3-CC9A7D105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0" y="4174772"/>
            <a:ext cx="56642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0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559B-A91A-7D4D-FDED-4192DDA66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2DCDE1-5C91-FF6D-FC89-829DC9114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63B0BD-1470-1F4D-7036-2441C3EE96F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Creating the Files</a:t>
            </a:r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First we will ... simple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1)</a:t>
            </a:r>
          </a:p>
          <a:p>
            <a:pPr algn="l"/>
            <a:r>
              <a:rPr lang="en-US" sz="1800">
                <a:sym typeface="Wingdings" pitchFamily="2" charset="2"/>
              </a:rPr>
              <a:t>- There are few things we ...</a:t>
            </a:r>
          </a:p>
          <a:p>
            <a:pPr algn="l"/>
            <a:r>
              <a:rPr lang="en-US" sz="1800">
                <a:sym typeface="Wingdings" pitchFamily="2" charset="2"/>
              </a:rPr>
              <a:t>+) The ... file must be in ... directory ...</a:t>
            </a:r>
          </a:p>
          <a:p>
            <a:pPr algn="l"/>
            <a:r>
              <a:rPr lang="en-US" sz="1800">
                <a:sym typeface="Wingdings" pitchFamily="2" charset="2"/>
              </a:rPr>
              <a:t>+) The ... declaration must start with ... not ... </a:t>
            </a:r>
          </a:p>
          <a:p>
            <a:pPr algn="l"/>
            <a:r>
              <a:rPr lang="en-US" sz="1800">
                <a:sym typeface="Wingdings" pitchFamily="2" charset="2"/>
              </a:rPr>
              <a:t>+) The module name must follow ... Package and class name aren't allowed to have ... =&gt; ... is the same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6247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7A626-A611-023D-1650-635F0AC0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FBD2B7-F611-998A-46AD-171F4E7BC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0DC1F3-3104-0234-116B-C997DBA44D1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6EFC5B-8CB5-FA11-FF6E-00E1837F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939800"/>
            <a:ext cx="41656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AED9F-4A28-1429-A4FD-40513B61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03466-482A-3AC5-A2B0-FEC9617BA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B5450D2-6E1F-9DD0-83EE-8555DEAB807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We can see that ... folder called ...</a:t>
            </a:r>
          </a:p>
          <a:p>
            <a:pPr algn="l"/>
            <a:r>
              <a:rPr lang="en-US" sz="1800">
                <a:sym typeface="Wingdings" pitchFamily="2" charset="2"/>
              </a:rPr>
              <a:t>– This folder is used to ... module ... (later on in the chapter)</a:t>
            </a:r>
          </a:p>
          <a:p>
            <a:pPr algn="l"/>
            <a:r>
              <a:rPr lang="en-US" sz="1800">
                <a:sym typeface="Wingdings" pitchFamily="2" charset="2"/>
              </a:rPr>
              <a:t>- The name .... but it is ... </a:t>
            </a:r>
          </a:p>
          <a:p>
            <a:pPr algn="l"/>
            <a:r>
              <a:rPr lang="en-US" sz="1800" b="1">
                <a:sym typeface="Wingdings" pitchFamily="2" charset="2"/>
              </a:rPr>
              <a:t>Compiling our first Module</a:t>
            </a:r>
          </a:p>
          <a:p>
            <a:pPr algn="l"/>
            <a:r>
              <a:rPr lang="en-US" sz="1800">
                <a:sym typeface="Wingdings" pitchFamily="2" charset="2"/>
              </a:rPr>
              <a:t>- Before we run, we must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2)</a:t>
            </a:r>
          </a:p>
          <a:p>
            <a:pPr algn="l"/>
            <a:r>
              <a:rPr lang="en-US" sz="1800">
                <a:sym typeface="Wingdings" pitchFamily="2" charset="2"/>
              </a:rPr>
              <a:t>- The new part in the command is the ... , it will specify ... other ... depends ... (in this example, we ... yet so we can ...)</a:t>
            </a:r>
          </a:p>
          <a:p>
            <a:pPr algn="l"/>
            <a:r>
              <a:rPr lang="en-US" sz="1800">
                <a:sym typeface="Wingdings" pitchFamily="2" charset="2"/>
              </a:rPr>
              <a:t>- Just like classpath, we can ... it by using 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7437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0676-6689-7158-19EA-0B52D716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5945C-61AF-3979-80A9-CF04DEA0C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535BDB-4571-DE03-5AE1-B6EC8BF7FB40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1B819B-0A7F-9073-DD1F-580D99C30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60635"/>
            <a:ext cx="7772400" cy="373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614F-44D2-ECB2-0E07-2F0C9F02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BE9B51-41F2-C435-755B-BD4866C84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78DF94-EB49-5412-FE9A-23E11AECDAC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A1C577-D6AA-3B9E-D167-E4F549730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28392"/>
            <a:ext cx="7772400" cy="20012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47D137-952C-9BDC-D47E-A4DE054843B8}"/>
              </a:ext>
            </a:extLst>
          </p:cNvPr>
          <p:cNvSpPr/>
          <p:nvPr/>
        </p:nvSpPr>
        <p:spPr>
          <a:xfrm>
            <a:off x="5057422" y="3429000"/>
            <a:ext cx="4436534" cy="747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2089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48CB-49AA-EF53-2562-A8D04221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980F3-8D51-A43A-76F2-1C976BD50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FA498D-57A9-447B-C7D3-9486228F51F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Building Modules</a:t>
            </a:r>
          </a:p>
          <a:p>
            <a:pPr algn="l"/>
            <a:r>
              <a:rPr lang="en-US" sz="1800">
                <a:sym typeface="Wingdings" pitchFamily="2" charset="2"/>
              </a:rPr>
              <a:t>- Even if we don't use ..., the ... complexity will ... as the project ... if we use ... manually </a:t>
            </a:r>
          </a:p>
          <a:p>
            <a:pPr algn="l"/>
            <a:r>
              <a:rPr lang="en-US" sz="1800">
                <a:sym typeface="Wingdings" pitchFamily="2" charset="2"/>
              </a:rPr>
              <a:t>- People prefer to use ... tools such as .../...</a:t>
            </a:r>
          </a:p>
          <a:p>
            <a:pPr algn="l"/>
            <a:r>
              <a:rPr lang="en-US" sz="1800">
                <a:sym typeface="Wingdings" pitchFamily="2" charset="2"/>
              </a:rPr>
              <a:t>– These tools will recommend where ... (usually .../...)</a:t>
            </a:r>
          </a:p>
          <a:p>
            <a:pPr algn="l"/>
            <a:r>
              <a:rPr lang="en-US" sz="1800" b="1">
                <a:sym typeface="Wingdings" pitchFamily="2" charset="2"/>
              </a:rPr>
              <a:t>Running our first Module</a:t>
            </a:r>
          </a:p>
          <a:p>
            <a:pPr algn="l"/>
            <a:r>
              <a:rPr lang="en-US" sz="1800">
                <a:sym typeface="Wingdings" pitchFamily="2" charset="2"/>
              </a:rPr>
              <a:t>- Before we ... our module, we ... test it to see ...  We have to know the ... to run ...</a:t>
            </a:r>
          </a:p>
          <a:p>
            <a:pPr algn="l"/>
            <a:r>
              <a:rPr lang="en-US" sz="1800">
                <a:sym typeface="Wingdings" pitchFamily="2" charset="2"/>
              </a:rPr>
              <a:t>- For example, we have ... book.sybex and ... com.sybex.OCP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AA8B08-D278-CB92-16D9-F75D7C0AA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881702"/>
            <a:ext cx="7772400" cy="19509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9F414C-8563-FC6F-7499-F84FDA8D8A95}"/>
              </a:ext>
            </a:extLst>
          </p:cNvPr>
          <p:cNvSpPr/>
          <p:nvPr/>
        </p:nvSpPr>
        <p:spPr>
          <a:xfrm>
            <a:off x="3488267" y="4278489"/>
            <a:ext cx="1456266" cy="293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9624C-7AA0-9F32-9B1B-1AE9950AE5FE}"/>
              </a:ext>
            </a:extLst>
          </p:cNvPr>
          <p:cNvSpPr/>
          <p:nvPr/>
        </p:nvSpPr>
        <p:spPr>
          <a:xfrm>
            <a:off x="7236178" y="3881702"/>
            <a:ext cx="1241778" cy="588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7B9A4-16B5-80C8-CBFF-6B5AE6F77D58}"/>
              </a:ext>
            </a:extLst>
          </p:cNvPr>
          <p:cNvSpPr/>
          <p:nvPr/>
        </p:nvSpPr>
        <p:spPr>
          <a:xfrm>
            <a:off x="8929511" y="4176889"/>
            <a:ext cx="835378" cy="248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735FC-45D8-BDEF-B054-649CCDCD9BB9}"/>
              </a:ext>
            </a:extLst>
          </p:cNvPr>
          <p:cNvSpPr/>
          <p:nvPr/>
        </p:nvSpPr>
        <p:spPr>
          <a:xfrm>
            <a:off x="6660444" y="5429956"/>
            <a:ext cx="2359378" cy="225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9926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728E-130A-EB7F-4F35-593A2F1C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257F47-4709-C33C-E8D3-E227F9DA0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2FB3BE-FEFE-D04E-BC4D-5A316340065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3,4)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378A63-9038-9D29-7897-7768AD5F5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02568"/>
            <a:ext cx="7772400" cy="16528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43485C4-4F7F-E060-51D9-92C767624278}"/>
              </a:ext>
            </a:extLst>
          </p:cNvPr>
          <p:cNvSpPr/>
          <p:nvPr/>
        </p:nvSpPr>
        <p:spPr>
          <a:xfrm>
            <a:off x="4526844" y="3160889"/>
            <a:ext cx="4594578" cy="982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7435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2669-6381-6DF4-423A-65B7CE0A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BA0D9A-DA63-055E-774B-68E031A36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A47ECA2-A297-9977-14C7-46614C24FF2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Packaging our first Module</a:t>
            </a:r>
          </a:p>
          <a:p>
            <a:pPr algn="l"/>
            <a:r>
              <a:rPr lang="en-US" sz="1800">
                <a:sym typeface="Wingdings" pitchFamily="2" charset="2"/>
              </a:rPr>
              <a:t>- Module won't ... if we just use it to ... in ... We must pack it to ... (note: the directory for ... must be ... first)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5,6)</a:t>
            </a:r>
          </a:p>
          <a:p>
            <a:pPr algn="l"/>
            <a:r>
              <a:rPr lang="en-US" sz="1800" b="1">
                <a:sym typeface="Wingdings" pitchFamily="2" charset="2"/>
              </a:rPr>
              <a:t>Updating our example for multiple modules</a:t>
            </a:r>
          </a:p>
          <a:p>
            <a:pPr algn="l"/>
            <a:r>
              <a:rPr lang="en-US" sz="1800">
                <a:sym typeface="Wingdings" pitchFamily="2" charset="2"/>
              </a:rPr>
              <a:t>- The first module is completed, now we ... We can see that the feeding module depends by ...</a:t>
            </a:r>
          </a:p>
          <a:p>
            <a:pPr algn="l"/>
            <a:r>
              <a:rPr lang="en-US" sz="1800" b="1">
                <a:sym typeface="Wingdings" pitchFamily="2" charset="2"/>
              </a:rPr>
              <a:t>Updating the Feeding Module</a:t>
            </a:r>
          </a:p>
          <a:p>
            <a:pPr algn="l"/>
            <a:r>
              <a:rPr lang="en-US" sz="1800">
                <a:sym typeface="Wingdings" pitchFamily="2" charset="2"/>
              </a:rPr>
              <a:t>- The ... directive is used to tell Java that this module is used by other ...</a:t>
            </a:r>
          </a:p>
          <a:p>
            <a:pPr algn="l"/>
            <a:r>
              <a:rPr lang="en-US" sz="1800">
                <a:sym typeface="Wingdings" pitchFamily="2" charset="2"/>
              </a:rPr>
              <a:t>- If we don't have this directive, then ... and we can only ... in terminal</a:t>
            </a:r>
          </a:p>
          <a:p>
            <a:pPr algn="l"/>
            <a:r>
              <a:rPr lang="en-US" sz="1800">
                <a:sym typeface="Wingdings" pitchFamily="2" charset="2"/>
              </a:rPr>
              <a:t>- Because we want other ... to use ... we must specify it in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7)</a:t>
            </a:r>
          </a:p>
          <a:p>
            <a:pPr algn="l"/>
            <a:r>
              <a:rPr lang="en-US" sz="1800">
                <a:sym typeface="Wingdings" pitchFamily="2" charset="2"/>
              </a:rPr>
              <a:t>- Recompile and ... will ...</a:t>
            </a:r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8)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a Care Module</a:t>
            </a:r>
          </a:p>
          <a:p>
            <a:pPr algn="l"/>
            <a:r>
              <a:rPr lang="en-US" sz="1800">
                <a:sym typeface="Wingdings" pitchFamily="2" charset="2"/>
              </a:rPr>
              <a:t>- Next, we will create the zoo.animal.care ... This ... will contain 2 ... The first one is ....medical, it will be ... and the second one is ....details, which won't be ... (just like how medical record ...)</a:t>
            </a:r>
          </a:p>
        </p:txBody>
      </p:sp>
    </p:spTree>
    <p:extLst>
      <p:ext uri="{BB962C8B-B14F-4D97-AF65-F5344CB8AC3E}">
        <p14:creationId xmlns:p14="http://schemas.microsoft.com/office/powerpoint/2010/main" val="268339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254F-7BEC-6C0F-9161-1BBD2C66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582D44-4D5E-F819-2138-412594DF0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32FEB13-5B82-6925-DF01-A797511DCB88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BB8212-9D38-524A-6C48-42640498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1809750"/>
            <a:ext cx="57404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9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4D48-A8E3-F51D-C17C-CB71B3A4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482B53-B38C-B8E9-6242-04ADF1698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23F9F4F-4425-2890-F1FF-E1E81091DE3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9)</a:t>
            </a:r>
          </a:p>
          <a:p>
            <a:pPr algn="l"/>
            <a:r>
              <a:rPr lang="en-US" sz="1800">
                <a:sym typeface="Wingdings" pitchFamily="2" charset="2"/>
              </a:rPr>
              <a:t>- There are 1 new ... which is ... used to specify that this ... requires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10)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the Talks Modules</a:t>
            </a:r>
          </a:p>
          <a:p>
            <a:pPr algn="l"/>
            <a:r>
              <a:rPr lang="en-US" sz="1800">
                <a:sym typeface="Wingdings" pitchFamily="2" charset="2"/>
              </a:rPr>
              <a:t>- Up until now, we just handle single ... and ... </a:t>
            </a:r>
          </a:p>
          <a:p>
            <a:pPr algn="l"/>
            <a:r>
              <a:rPr lang="en-US" sz="1800">
                <a:sym typeface="Wingdings" pitchFamily="2" charset="2"/>
              </a:rPr>
              <a:t>- Now we will ... and ... multiple ... at the same ... </a:t>
            </a:r>
          </a:p>
          <a:p>
            <a:pPr algn="l"/>
            <a:r>
              <a:rPr lang="en-US" sz="1800">
                <a:sym typeface="Wingdings" pitchFamily="2" charset="2"/>
              </a:rPr>
              <a:t>- In the following picture, we can see that the Talk ... depends on ... simultaneously ...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7899C1-7B42-A0F4-F652-81A84A5C1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429000"/>
            <a:ext cx="6248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3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C401-49C7-CFB5-3961-C0411A17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082899-7032-41B5-DA20-0FF0E54F1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D7F9391-C532-9B2E-B7AB-FEF480562F8E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C5541-3B79-A7E5-1AF7-D7284F26F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0" y="1841500"/>
            <a:ext cx="53467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1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6DF5-DB8A-C30B-81EF-FC6E75D2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A232E4-2BCD-9EF3-33AF-E45D1EE42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0769735-5984-F49F-62A6-BDF2F904854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11)</a:t>
            </a:r>
          </a:p>
          <a:p>
            <a:pPr algn="l"/>
            <a:r>
              <a:rPr lang="en-US" sz="1800" b="1">
                <a:sym typeface="Wingdings" pitchFamily="2" charset="2"/>
              </a:rPr>
              <a:t>Creating the Staff Module</a:t>
            </a:r>
          </a:p>
          <a:p>
            <a:pPr algn="l"/>
            <a:r>
              <a:rPr lang="en-US" sz="1800">
                <a:sym typeface="Wingdings" pitchFamily="2" charset="2"/>
              </a:rPr>
              <a:t>- With this module, no ... 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D6A16-E0ED-2576-0E88-27F783FE6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2305050"/>
            <a:ext cx="55880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7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4BB2-2802-6354-881E-4AB7E5E4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E2FA22-EC18-2711-C956-C9CB0A71B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79CED5-B9BB-FFCA-C2D8-6ED9BF51333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7205AD-A483-5E1D-E227-566B3EB71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1695450"/>
            <a:ext cx="61849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0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13A3-B867-B9B0-46EE-3440339C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9652B2-3BA5-2476-0A5B-1F77B304E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48FE6DB-264E-8D32-A97F-31F1DAF0E8B0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Because there will be no ... =&gt;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12)</a:t>
            </a:r>
          </a:p>
          <a:p>
            <a:pPr algn="l"/>
            <a:r>
              <a:rPr lang="en-US" sz="1800" b="1">
                <a:sym typeface="Wingdings" pitchFamily="2" charset="2"/>
              </a:rPr>
              <a:t>Diving into the Module Declaration</a:t>
            </a:r>
          </a:p>
          <a:p>
            <a:pPr algn="l"/>
            <a:r>
              <a:rPr lang="en-US" sz="1800">
                <a:sym typeface="Wingdings" pitchFamily="2" charset="2"/>
              </a:rPr>
              <a:t>- In this section, we will talk about 3 ... ...,..., and ...</a:t>
            </a:r>
          </a:p>
          <a:p>
            <a:pPr algn="l"/>
            <a:r>
              <a:rPr lang="en-US" sz="1800">
                <a:sym typeface="Wingdings" pitchFamily="2" charset="2"/>
              </a:rPr>
              <a:t>– In the next part, we will talk about ... and ... directives</a:t>
            </a:r>
          </a:p>
          <a:p>
            <a:pPr algn="l"/>
            <a:r>
              <a:rPr lang="en-US" sz="1800">
                <a:sym typeface="Wingdings" pitchFamily="2" charset="2"/>
              </a:rPr>
              <a:t>– Please be advised that these ... could ... order ...</a:t>
            </a:r>
          </a:p>
          <a:p>
            <a:pPr algn="l"/>
            <a:r>
              <a:rPr lang="en-US" sz="1800" b="1">
                <a:sym typeface="Wingdings" pitchFamily="2" charset="2"/>
              </a:rPr>
              <a:t>Exporting a package</a:t>
            </a:r>
          </a:p>
          <a:p>
            <a:pPr algn="l"/>
            <a:r>
              <a:rPr lang="en-US" sz="1800">
                <a:sym typeface="Wingdings" pitchFamily="2" charset="2"/>
              </a:rPr>
              <a:t>- We have seen that we can allow ... from other ... by using ... Now we can export single ... for other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13)</a:t>
            </a:r>
          </a:p>
          <a:p>
            <a:pPr algn="l"/>
            <a:r>
              <a:rPr lang="en-US" sz="1800">
                <a:sym typeface="Wingdings" pitchFamily="2" charset="2"/>
              </a:rPr>
              <a:t>- Only ... need the ... module then why do we need to ... ? Because we can't predict ... so we need future-proof</a:t>
            </a:r>
          </a:p>
          <a:p>
            <a:pPr algn="l"/>
            <a:r>
              <a:rPr lang="en-US" sz="1800">
                <a:sym typeface="Wingdings" pitchFamily="2" charset="2"/>
              </a:rPr>
              <a:t>- Any package need other ... =&gt; only ...</a:t>
            </a:r>
          </a:p>
          <a:p>
            <a:pPr algn="l"/>
            <a:r>
              <a:rPr lang="en-US" sz="1800" b="1">
                <a:sym typeface="Wingdings" pitchFamily="2" charset="2"/>
              </a:rPr>
              <a:t>Exported type</a:t>
            </a:r>
          </a:p>
          <a:p>
            <a:pPr algn="l"/>
            <a:r>
              <a:rPr lang="en-US" sz="1800">
                <a:sym typeface="Wingdings" pitchFamily="2" charset="2"/>
              </a:rPr>
              <a:t>- What does "export" actually mean ? All public ..., ..., ... are all ... Moreover, all .../... method and fields in these ... are ... from ...</a:t>
            </a:r>
          </a:p>
          <a:p>
            <a:pPr algn="l"/>
            <a:r>
              <a:rPr lang="en-US" sz="1800">
                <a:sym typeface="Wingdings" pitchFamily="2" charset="2"/>
              </a:rPr>
              <a:t>- Only .../... field and method aren't ... because ...</a:t>
            </a:r>
          </a:p>
        </p:txBody>
      </p:sp>
    </p:spTree>
    <p:extLst>
      <p:ext uri="{BB962C8B-B14F-4D97-AF65-F5344CB8AC3E}">
        <p14:creationId xmlns:p14="http://schemas.microsoft.com/office/powerpoint/2010/main" val="34796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2F842-15DE-0362-32FA-72007603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C2A472-0AEB-0071-6E15-7A31AEE9F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Chapter 12 – Module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B3E640-9967-CF6A-F72B-01B24EE945F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FFE2BD-5987-F40C-AD97-483D3D3FF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73" y="1659420"/>
            <a:ext cx="10173454" cy="3539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49C63D-1992-AC52-4835-9E98D654A9C5}"/>
              </a:ext>
            </a:extLst>
          </p:cNvPr>
          <p:cNvSpPr/>
          <p:nvPr/>
        </p:nvSpPr>
        <p:spPr>
          <a:xfrm>
            <a:off x="2573867" y="2472267"/>
            <a:ext cx="8297333" cy="2460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97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1102</Words>
  <Application>Microsoft Macintosh PowerPoint</Application>
  <PresentationFormat>Widescreen</PresentationFormat>
  <Paragraphs>121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Java SE 17 –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Dinh Vinh Mai</dc:creator>
  <cp:lastModifiedBy>Mai Dinh Vinh  (S.CECS)</cp:lastModifiedBy>
  <cp:revision>57</cp:revision>
  <dcterms:created xsi:type="dcterms:W3CDTF">2024-07-05T03:43:45Z</dcterms:created>
  <dcterms:modified xsi:type="dcterms:W3CDTF">2025-12-25T15:00:28Z</dcterms:modified>
</cp:coreProperties>
</file>