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65CD2C29-6869-4EB9-A262-397E95AA9D5D}">
          <p14:sldIdLst>
            <p14:sldId id="256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AF12651-E492-4749-A948-8FB040B70964}" v="10997" dt="2024-07-11T23:31:06.50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824" autoAdjust="0"/>
    <p:restoredTop sz="92164"/>
  </p:normalViewPr>
  <p:slideViewPr>
    <p:cSldViewPr snapToGrid="0">
      <p:cViewPr varScale="1">
        <p:scale>
          <a:sx n="113" d="100"/>
          <a:sy n="113" d="100"/>
        </p:scale>
        <p:origin x="184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inh Vinh Mai" userId="b8e4a559-41e0-4141-8dc1-330451d69615" providerId="ADAL" clId="{9AF12651-E492-4749-A948-8FB040B70964}"/>
    <pc:docChg chg="undo custSel addSld delSld modSld sldOrd addSection delSection modSection">
      <pc:chgData name="Dinh Vinh Mai" userId="b8e4a559-41e0-4141-8dc1-330451d69615" providerId="ADAL" clId="{9AF12651-E492-4749-A948-8FB040B70964}" dt="2024-07-11T23:31:06.508" v="15304" actId="20577"/>
      <pc:docMkLst>
        <pc:docMk/>
      </pc:docMkLst>
      <pc:sldChg chg="del">
        <pc:chgData name="Dinh Vinh Mai" userId="b8e4a559-41e0-4141-8dc1-330451d69615" providerId="ADAL" clId="{9AF12651-E492-4749-A948-8FB040B70964}" dt="2024-07-11T01:41:42.792" v="0" actId="47"/>
        <pc:sldMkLst>
          <pc:docMk/>
          <pc:sldMk cId="217268900" sldId="256"/>
        </pc:sldMkLst>
      </pc:sldChg>
      <pc:sldChg chg="modSp new mod">
        <pc:chgData name="Dinh Vinh Mai" userId="b8e4a559-41e0-4141-8dc1-330451d69615" providerId="ADAL" clId="{9AF12651-E492-4749-A948-8FB040B70964}" dt="2024-07-11T01:42:31.374" v="77" actId="20577"/>
        <pc:sldMkLst>
          <pc:docMk/>
          <pc:sldMk cId="2437323191" sldId="256"/>
        </pc:sldMkLst>
        <pc:spChg chg="mod">
          <ac:chgData name="Dinh Vinh Mai" userId="b8e4a559-41e0-4141-8dc1-330451d69615" providerId="ADAL" clId="{9AF12651-E492-4749-A948-8FB040B70964}" dt="2024-07-11T01:41:58.931" v="44" actId="20577"/>
          <ac:spMkLst>
            <pc:docMk/>
            <pc:sldMk cId="2437323191" sldId="256"/>
            <ac:spMk id="2" creationId="{5F432DBD-CB83-55BD-128C-2C66E47798F8}"/>
          </ac:spMkLst>
        </pc:spChg>
        <pc:spChg chg="mod">
          <ac:chgData name="Dinh Vinh Mai" userId="b8e4a559-41e0-4141-8dc1-330451d69615" providerId="ADAL" clId="{9AF12651-E492-4749-A948-8FB040B70964}" dt="2024-07-11T01:42:31.374" v="77" actId="20577"/>
          <ac:spMkLst>
            <pc:docMk/>
            <pc:sldMk cId="2437323191" sldId="256"/>
            <ac:spMk id="3" creationId="{96DD8BC4-D539-661E-8A88-53AF6C208F93}"/>
          </ac:spMkLst>
        </pc:spChg>
      </pc:sldChg>
      <pc:sldChg chg="addSp delSp modSp add del mod">
        <pc:chgData name="Dinh Vinh Mai" userId="b8e4a559-41e0-4141-8dc1-330451d69615" providerId="ADAL" clId="{9AF12651-E492-4749-A948-8FB040B70964}" dt="2024-07-11T01:48:04.827" v="216" actId="47"/>
        <pc:sldMkLst>
          <pc:docMk/>
          <pc:sldMk cId="1145363845" sldId="257"/>
        </pc:sldMkLst>
        <pc:spChg chg="del mod">
          <ac:chgData name="Dinh Vinh Mai" userId="b8e4a559-41e0-4141-8dc1-330451d69615" providerId="ADAL" clId="{9AF12651-E492-4749-A948-8FB040B70964}" dt="2024-07-11T01:44:11.394" v="80" actId="478"/>
          <ac:spMkLst>
            <pc:docMk/>
            <pc:sldMk cId="1145363845" sldId="257"/>
            <ac:spMk id="2" creationId="{5F432DBD-CB83-55BD-128C-2C66E47798F8}"/>
          </ac:spMkLst>
        </pc:spChg>
        <pc:spChg chg="mod">
          <ac:chgData name="Dinh Vinh Mai" userId="b8e4a559-41e0-4141-8dc1-330451d69615" providerId="ADAL" clId="{9AF12651-E492-4749-A948-8FB040B70964}" dt="2024-07-11T01:46:05.600" v="116" actId="1076"/>
          <ac:spMkLst>
            <pc:docMk/>
            <pc:sldMk cId="1145363845" sldId="257"/>
            <ac:spMk id="3" creationId="{96DD8BC4-D539-661E-8A88-53AF6C208F93}"/>
          </ac:spMkLst>
        </pc:spChg>
        <pc:spChg chg="add del mod">
          <ac:chgData name="Dinh Vinh Mai" userId="b8e4a559-41e0-4141-8dc1-330451d69615" providerId="ADAL" clId="{9AF12651-E492-4749-A948-8FB040B70964}" dt="2024-07-11T01:47:56.554" v="215" actId="478"/>
          <ac:spMkLst>
            <pc:docMk/>
            <pc:sldMk cId="1145363845" sldId="257"/>
            <ac:spMk id="4" creationId="{BBA13038-CAB8-FCA0-CDE8-65E40C2F10A3}"/>
          </ac:spMkLst>
        </pc:spChg>
      </pc:sldChg>
      <pc:sldChg chg="del">
        <pc:chgData name="Dinh Vinh Mai" userId="b8e4a559-41e0-4141-8dc1-330451d69615" providerId="ADAL" clId="{9AF12651-E492-4749-A948-8FB040B70964}" dt="2024-07-11T01:41:42.792" v="0" actId="47"/>
        <pc:sldMkLst>
          <pc:docMk/>
          <pc:sldMk cId="3564134708" sldId="257"/>
        </pc:sldMkLst>
      </pc:sldChg>
      <pc:sldChg chg="modSp add mod modAnim">
        <pc:chgData name="Dinh Vinh Mai" userId="b8e4a559-41e0-4141-8dc1-330451d69615" providerId="ADAL" clId="{9AF12651-E492-4749-A948-8FB040B70964}" dt="2024-07-11T02:13:51.984" v="3027"/>
        <pc:sldMkLst>
          <pc:docMk/>
          <pc:sldMk cId="715447292" sldId="258"/>
        </pc:sldMkLst>
        <pc:spChg chg="mod">
          <ac:chgData name="Dinh Vinh Mai" userId="b8e4a559-41e0-4141-8dc1-330451d69615" providerId="ADAL" clId="{9AF12651-E492-4749-A948-8FB040B70964}" dt="2024-07-11T02:13:26.874" v="3021" actId="20577"/>
          <ac:spMkLst>
            <pc:docMk/>
            <pc:sldMk cId="715447292" sldId="258"/>
            <ac:spMk id="4" creationId="{BBA13038-CAB8-FCA0-CDE8-65E40C2F10A3}"/>
          </ac:spMkLst>
        </pc:spChg>
      </pc:sldChg>
      <pc:sldChg chg="del">
        <pc:chgData name="Dinh Vinh Mai" userId="b8e4a559-41e0-4141-8dc1-330451d69615" providerId="ADAL" clId="{9AF12651-E492-4749-A948-8FB040B70964}" dt="2024-07-11T01:41:42.792" v="0" actId="47"/>
        <pc:sldMkLst>
          <pc:docMk/>
          <pc:sldMk cId="1315607852" sldId="258"/>
        </pc:sldMkLst>
      </pc:sldChg>
      <pc:sldChg chg="del">
        <pc:chgData name="Dinh Vinh Mai" userId="b8e4a559-41e0-4141-8dc1-330451d69615" providerId="ADAL" clId="{9AF12651-E492-4749-A948-8FB040B70964}" dt="2024-07-11T01:41:42.792" v="0" actId="47"/>
        <pc:sldMkLst>
          <pc:docMk/>
          <pc:sldMk cId="1400435694" sldId="259"/>
        </pc:sldMkLst>
      </pc:sldChg>
      <pc:sldChg chg="modSp add modAnim">
        <pc:chgData name="Dinh Vinh Mai" userId="b8e4a559-41e0-4141-8dc1-330451d69615" providerId="ADAL" clId="{9AF12651-E492-4749-A948-8FB040B70964}" dt="2024-07-11T08:30:39.020" v="5812"/>
        <pc:sldMkLst>
          <pc:docMk/>
          <pc:sldMk cId="2078495021" sldId="259"/>
        </pc:sldMkLst>
        <pc:spChg chg="mod">
          <ac:chgData name="Dinh Vinh Mai" userId="b8e4a559-41e0-4141-8dc1-330451d69615" providerId="ADAL" clId="{9AF12651-E492-4749-A948-8FB040B70964}" dt="2024-07-11T08:30:19.371" v="5808" actId="20577"/>
          <ac:spMkLst>
            <pc:docMk/>
            <pc:sldMk cId="2078495021" sldId="259"/>
            <ac:spMk id="4" creationId="{BBA13038-CAB8-FCA0-CDE8-65E40C2F10A3}"/>
          </ac:spMkLst>
        </pc:spChg>
      </pc:sldChg>
      <pc:sldChg chg="addSp modSp add mod modAnim">
        <pc:chgData name="Dinh Vinh Mai" userId="b8e4a559-41e0-4141-8dc1-330451d69615" providerId="ADAL" clId="{9AF12651-E492-4749-A948-8FB040B70964}" dt="2024-07-11T08:44:30.109" v="6044" actId="14100"/>
        <pc:sldMkLst>
          <pc:docMk/>
          <pc:sldMk cId="114777668" sldId="260"/>
        </pc:sldMkLst>
        <pc:spChg chg="mod">
          <ac:chgData name="Dinh Vinh Mai" userId="b8e4a559-41e0-4141-8dc1-330451d69615" providerId="ADAL" clId="{9AF12651-E492-4749-A948-8FB040B70964}" dt="2024-07-11T08:33:51.742" v="5824" actId="1076"/>
          <ac:spMkLst>
            <pc:docMk/>
            <pc:sldMk cId="114777668" sldId="260"/>
            <ac:spMk id="3" creationId="{96DD8BC4-D539-661E-8A88-53AF6C208F93}"/>
          </ac:spMkLst>
        </pc:spChg>
        <pc:spChg chg="mod">
          <ac:chgData name="Dinh Vinh Mai" userId="b8e4a559-41e0-4141-8dc1-330451d69615" providerId="ADAL" clId="{9AF12651-E492-4749-A948-8FB040B70964}" dt="2024-07-11T08:32:24.252" v="5814" actId="20577"/>
          <ac:spMkLst>
            <pc:docMk/>
            <pc:sldMk cId="114777668" sldId="260"/>
            <ac:spMk id="4" creationId="{BBA13038-CAB8-FCA0-CDE8-65E40C2F10A3}"/>
          </ac:spMkLst>
        </pc:spChg>
        <pc:spChg chg="add mod">
          <ac:chgData name="Dinh Vinh Mai" userId="b8e4a559-41e0-4141-8dc1-330451d69615" providerId="ADAL" clId="{9AF12651-E492-4749-A948-8FB040B70964}" dt="2024-07-11T08:44:24.609" v="6040" actId="14100"/>
          <ac:spMkLst>
            <pc:docMk/>
            <pc:sldMk cId="114777668" sldId="260"/>
            <ac:spMk id="6" creationId="{4914E028-BBB3-509D-27BD-0D7E14D586F4}"/>
          </ac:spMkLst>
        </pc:spChg>
        <pc:picChg chg="add mod">
          <ac:chgData name="Dinh Vinh Mai" userId="b8e4a559-41e0-4141-8dc1-330451d69615" providerId="ADAL" clId="{9AF12651-E492-4749-A948-8FB040B70964}" dt="2024-07-11T08:44:30.109" v="6044" actId="14100"/>
          <ac:picMkLst>
            <pc:docMk/>
            <pc:sldMk cId="114777668" sldId="260"/>
            <ac:picMk id="5" creationId="{85C0B44A-39CB-36E8-9FE5-05418ECC25C9}"/>
          </ac:picMkLst>
        </pc:picChg>
      </pc:sldChg>
      <pc:sldChg chg="del">
        <pc:chgData name="Dinh Vinh Mai" userId="b8e4a559-41e0-4141-8dc1-330451d69615" providerId="ADAL" clId="{9AF12651-E492-4749-A948-8FB040B70964}" dt="2024-07-11T01:41:42.792" v="0" actId="47"/>
        <pc:sldMkLst>
          <pc:docMk/>
          <pc:sldMk cId="1028437802" sldId="260"/>
        </pc:sldMkLst>
      </pc:sldChg>
      <pc:sldChg chg="del">
        <pc:chgData name="Dinh Vinh Mai" userId="b8e4a559-41e0-4141-8dc1-330451d69615" providerId="ADAL" clId="{9AF12651-E492-4749-A948-8FB040B70964}" dt="2024-07-11T01:41:42.792" v="0" actId="47"/>
        <pc:sldMkLst>
          <pc:docMk/>
          <pc:sldMk cId="315264614" sldId="261"/>
        </pc:sldMkLst>
      </pc:sldChg>
      <pc:sldChg chg="addSp delSp modSp add mod">
        <pc:chgData name="Dinh Vinh Mai" userId="b8e4a559-41e0-4141-8dc1-330451d69615" providerId="ADAL" clId="{9AF12651-E492-4749-A948-8FB040B70964}" dt="2024-07-11T08:56:12.775" v="7015" actId="5793"/>
        <pc:sldMkLst>
          <pc:docMk/>
          <pc:sldMk cId="646613574" sldId="261"/>
        </pc:sldMkLst>
        <pc:spChg chg="mod">
          <ac:chgData name="Dinh Vinh Mai" userId="b8e4a559-41e0-4141-8dc1-330451d69615" providerId="ADAL" clId="{9AF12651-E492-4749-A948-8FB040B70964}" dt="2024-07-11T08:56:12.775" v="7015" actId="5793"/>
          <ac:spMkLst>
            <pc:docMk/>
            <pc:sldMk cId="646613574" sldId="261"/>
            <ac:spMk id="6" creationId="{4914E028-BBB3-509D-27BD-0D7E14D586F4}"/>
          </ac:spMkLst>
        </pc:spChg>
        <pc:picChg chg="del">
          <ac:chgData name="Dinh Vinh Mai" userId="b8e4a559-41e0-4141-8dc1-330451d69615" providerId="ADAL" clId="{9AF12651-E492-4749-A948-8FB040B70964}" dt="2024-07-11T08:44:57.780" v="6049" actId="478"/>
          <ac:picMkLst>
            <pc:docMk/>
            <pc:sldMk cId="646613574" sldId="261"/>
            <ac:picMk id="5" creationId="{85C0B44A-39CB-36E8-9FE5-05418ECC25C9}"/>
          </ac:picMkLst>
        </pc:picChg>
        <pc:picChg chg="add mod">
          <ac:chgData name="Dinh Vinh Mai" userId="b8e4a559-41e0-4141-8dc1-330451d69615" providerId="ADAL" clId="{9AF12651-E492-4749-A948-8FB040B70964}" dt="2024-07-11T08:45:06.295" v="6054" actId="1076"/>
          <ac:picMkLst>
            <pc:docMk/>
            <pc:sldMk cId="646613574" sldId="261"/>
            <ac:picMk id="7" creationId="{DEB481D6-5356-0DD2-3F6F-3A03A44D641A}"/>
          </ac:picMkLst>
        </pc:picChg>
      </pc:sldChg>
      <pc:sldChg chg="del">
        <pc:chgData name="Dinh Vinh Mai" userId="b8e4a559-41e0-4141-8dc1-330451d69615" providerId="ADAL" clId="{9AF12651-E492-4749-A948-8FB040B70964}" dt="2024-07-11T01:41:42.792" v="0" actId="47"/>
        <pc:sldMkLst>
          <pc:docMk/>
          <pc:sldMk cId="2377540471" sldId="262"/>
        </pc:sldMkLst>
      </pc:sldChg>
      <pc:sldChg chg="addSp modSp add mod ord modAnim">
        <pc:chgData name="Dinh Vinh Mai" userId="b8e4a559-41e0-4141-8dc1-330451d69615" providerId="ADAL" clId="{9AF12651-E492-4749-A948-8FB040B70964}" dt="2024-07-11T22:49:23.115" v="11711" actId="20577"/>
        <pc:sldMkLst>
          <pc:docMk/>
          <pc:sldMk cId="2729605296" sldId="262"/>
        </pc:sldMkLst>
        <pc:spChg chg="add mod">
          <ac:chgData name="Dinh Vinh Mai" userId="b8e4a559-41e0-4141-8dc1-330451d69615" providerId="ADAL" clId="{9AF12651-E492-4749-A948-8FB040B70964}" dt="2024-07-11T22:49:23.115" v="11711" actId="20577"/>
          <ac:spMkLst>
            <pc:docMk/>
            <pc:sldMk cId="2729605296" sldId="262"/>
            <ac:spMk id="2" creationId="{98D47709-0A78-AACC-5CCE-FD59A7D17E27}"/>
          </ac:spMkLst>
        </pc:spChg>
        <pc:spChg chg="mod">
          <ac:chgData name="Dinh Vinh Mai" userId="b8e4a559-41e0-4141-8dc1-330451d69615" providerId="ADAL" clId="{9AF12651-E492-4749-A948-8FB040B70964}" dt="2024-07-11T09:05:22.824" v="7310" actId="20577"/>
          <ac:spMkLst>
            <pc:docMk/>
            <pc:sldMk cId="2729605296" sldId="262"/>
            <ac:spMk id="3" creationId="{96DD8BC4-D539-661E-8A88-53AF6C208F93}"/>
          </ac:spMkLst>
        </pc:spChg>
        <pc:spChg chg="mod">
          <ac:chgData name="Dinh Vinh Mai" userId="b8e4a559-41e0-4141-8dc1-330451d69615" providerId="ADAL" clId="{9AF12651-E492-4749-A948-8FB040B70964}" dt="2024-07-11T09:05:04.583" v="7283" actId="20577"/>
          <ac:spMkLst>
            <pc:docMk/>
            <pc:sldMk cId="2729605296" sldId="262"/>
            <ac:spMk id="4" creationId="{BBA13038-CAB8-FCA0-CDE8-65E40C2F10A3}"/>
          </ac:spMkLst>
        </pc:spChg>
      </pc:sldChg>
      <pc:sldChg chg="del">
        <pc:chgData name="Dinh Vinh Mai" userId="b8e4a559-41e0-4141-8dc1-330451d69615" providerId="ADAL" clId="{9AF12651-E492-4749-A948-8FB040B70964}" dt="2024-07-11T01:41:42.792" v="0" actId="47"/>
        <pc:sldMkLst>
          <pc:docMk/>
          <pc:sldMk cId="1501040282" sldId="263"/>
        </pc:sldMkLst>
      </pc:sldChg>
      <pc:sldChg chg="add ord">
        <pc:chgData name="Dinh Vinh Mai" userId="b8e4a559-41e0-4141-8dc1-330451d69615" providerId="ADAL" clId="{9AF12651-E492-4749-A948-8FB040B70964}" dt="2024-07-11T22:49:33.159" v="11713"/>
        <pc:sldMkLst>
          <pc:docMk/>
          <pc:sldMk cId="2236708295" sldId="263"/>
        </pc:sldMkLst>
      </pc:sldChg>
      <pc:sldChg chg="add del ord">
        <pc:chgData name="Dinh Vinh Mai" userId="b8e4a559-41e0-4141-8dc1-330451d69615" providerId="ADAL" clId="{9AF12651-E492-4749-A948-8FB040B70964}" dt="2024-07-11T09:05:35.894" v="7314" actId="47"/>
        <pc:sldMkLst>
          <pc:docMk/>
          <pc:sldMk cId="2960663922" sldId="263"/>
        </pc:sldMkLst>
      </pc:sldChg>
      <pc:sldChg chg="modSp add modAnim">
        <pc:chgData name="Dinh Vinh Mai" userId="b8e4a559-41e0-4141-8dc1-330451d69615" providerId="ADAL" clId="{9AF12651-E492-4749-A948-8FB040B70964}" dt="2024-07-11T23:16:27.961" v="14529" actId="207"/>
        <pc:sldMkLst>
          <pc:docMk/>
          <pc:sldMk cId="193709571" sldId="264"/>
        </pc:sldMkLst>
        <pc:spChg chg="mod">
          <ac:chgData name="Dinh Vinh Mai" userId="b8e4a559-41e0-4141-8dc1-330451d69615" providerId="ADAL" clId="{9AF12651-E492-4749-A948-8FB040B70964}" dt="2024-07-11T23:16:27.961" v="14529" actId="207"/>
          <ac:spMkLst>
            <pc:docMk/>
            <pc:sldMk cId="193709571" sldId="264"/>
            <ac:spMk id="2" creationId="{98D47709-0A78-AACC-5CCE-FD59A7D17E27}"/>
          </ac:spMkLst>
        </pc:spChg>
      </pc:sldChg>
      <pc:sldChg chg="del">
        <pc:chgData name="Dinh Vinh Mai" userId="b8e4a559-41e0-4141-8dc1-330451d69615" providerId="ADAL" clId="{9AF12651-E492-4749-A948-8FB040B70964}" dt="2024-07-11T01:41:42.792" v="0" actId="47"/>
        <pc:sldMkLst>
          <pc:docMk/>
          <pc:sldMk cId="364621379" sldId="264"/>
        </pc:sldMkLst>
      </pc:sldChg>
      <pc:sldChg chg="modSp add mod modAnim">
        <pc:chgData name="Dinh Vinh Mai" userId="b8e4a559-41e0-4141-8dc1-330451d69615" providerId="ADAL" clId="{9AF12651-E492-4749-A948-8FB040B70964}" dt="2024-07-11T23:31:06.508" v="15304" actId="20577"/>
        <pc:sldMkLst>
          <pc:docMk/>
          <pc:sldMk cId="3978505155" sldId="265"/>
        </pc:sldMkLst>
        <pc:spChg chg="mod">
          <ac:chgData name="Dinh Vinh Mai" userId="b8e4a559-41e0-4141-8dc1-330451d69615" providerId="ADAL" clId="{9AF12651-E492-4749-A948-8FB040B70964}" dt="2024-07-11T23:31:06.508" v="15304" actId="20577"/>
          <ac:spMkLst>
            <pc:docMk/>
            <pc:sldMk cId="3978505155" sldId="265"/>
            <ac:spMk id="2" creationId="{98D47709-0A78-AACC-5CCE-FD59A7D17E27}"/>
          </ac:spMkLst>
        </pc:spChg>
        <pc:spChg chg="mod">
          <ac:chgData name="Dinh Vinh Mai" userId="b8e4a559-41e0-4141-8dc1-330451d69615" providerId="ADAL" clId="{9AF12651-E492-4749-A948-8FB040B70964}" dt="2024-07-11T23:21:20.391" v="14574" actId="20577"/>
          <ac:spMkLst>
            <pc:docMk/>
            <pc:sldMk cId="3978505155" sldId="265"/>
            <ac:spMk id="3" creationId="{96DD8BC4-D539-661E-8A88-53AF6C208F93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V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CA2D73-2532-A640-A667-27AB4D0D333F}" type="datetimeFigureOut">
              <a:t>25/12/25</a:t>
            </a:fld>
            <a:endParaRPr lang="en-V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V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6FF3D1-0F45-2240-9B47-75654C02E24A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971429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E7630-52AC-6850-F366-337DC0C7C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CD3F92-4320-FB05-41D9-3C25338399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05BA21-5291-00B1-DDA1-5A26DC3A8D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9C4681-FA83-498B-F24F-3CAA3CBE94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2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7762013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BD8173-D24C-3D2B-A8E9-11FDC92FA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7AEA3C-4AA1-D6E0-E7AD-47CD4904C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B10F2E-772E-6415-F9AC-5D22185627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D0D33C-1AE2-852F-C8BC-A4470965F8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3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5134563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DEA9C-7E04-7BCF-D492-3A8B3B2A2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2963ED-D0C7-DD0F-5E59-30BCB9D03F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937C2A-7320-A479-FE6C-CF0A12EF25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A9665A-0DB1-49F9-C640-76F8E196D8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4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9508865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46C461-7BAE-09E0-B917-8BB8A3B704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C88235-20C1-D5A0-2754-D8C084A7ED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8E62FB-871C-5117-2E9E-0093473B2D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0D4AFA-5401-9C30-51A8-5126D8B010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5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7555757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45A11-D501-5632-360A-7FB909E72F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7FF21D-C231-9D8A-9E74-B4F0F7FBC1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46CF5C-1CC8-7C2E-4756-248D42C545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96D96C-6F34-A177-6BD2-845026A492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6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9407914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D26D0-A865-A667-70A8-3CD02A42D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22E73F-6B79-EA58-2461-E35DBB8355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02FB20-6AAA-6A8E-FB51-3BF9896416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EDDA17-FBC7-5116-1DEB-FFB17BC89C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7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6457993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C71EC4-6AA3-AE1B-7DAD-981AB35CB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55D753-C158-665B-5C7E-CBC792533B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CB963A-9E5A-B604-9DB2-7DE6516E06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0B3F24-67CB-34B8-2A4E-DA46A185A5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8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60430166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10CB98-67A9-66BD-D6C8-9E2CF5DAD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A9FB17-6B12-F0C1-7237-900EAC184A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5B2F7A-FF05-D565-B2A8-5D6DA74D0E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652623-DBAA-625A-17DC-B201053A8C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9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0105508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6468E7-5D5A-0B4B-EFEB-FA7078763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34F717-66B1-503C-4907-150A39A6FD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582FF7-C91D-AE5C-5816-71570866D4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468BFA-0661-AC92-6EE9-0D6B8C72F5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10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3614060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C2073A-D02F-5345-80A5-7E9A6B3D1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BEBF18-EAAF-8453-624C-AE4A1817FF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01FF91-7C41-A049-4C82-19EBB8F07C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9B5172-78A3-87EE-9E52-D3F7D63ADD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11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4526562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4BE77D-9150-B4BF-ACF3-E25147E7D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018722-9476-742B-AE36-14C9564C84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14351B-C8EC-15EE-3077-C20E93E4FB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61D511-4461-7A8C-CFC7-4B36E854CD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12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4605243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5089A-401F-E1C7-C05F-8E477B12E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E1F7F1-3B84-09DA-BA80-C81B750CDE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1FCB1F-8DD1-8375-32AC-C868CA16BA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50E565-976E-548A-B02B-E976FF8C76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13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9765063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EC86D-21AF-1A5D-C9BD-940BB1867D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755CEC-FA71-32D8-5624-78899D6462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4FF35D-42DE-15E0-5B54-181006562A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B12919-A347-DBC2-82BD-F7BB42F850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14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14978260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F7771-ECFD-9575-D42D-AD02BDA81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A07CB0-A73E-79F1-2BC3-EDE2084437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48E477-61C4-CA64-9784-66C74BDA84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F7AE07-B6AA-FD9B-7FD2-73982EDF95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15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43985308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CCFEA6-6151-A750-6666-9D8C87437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1CC5A0-19DF-AB9F-C417-4F5D10574C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FA5D3F-2E92-7F6F-7A7C-7C71A7575C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331D75-AC27-642C-5502-1389E2DB4E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16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78820566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BB3C4-CF0C-B811-D04B-D0547869C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3ED4C8-A092-9C33-D900-7CDAE83880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6226A7-86A2-75E5-33C1-33A998AB16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26CE0A-A61F-42C8-455E-1C87F56FCE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17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24735916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A5A8D9-3A89-C19A-36A5-1B79941C3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3AEFE9-5DFB-7A14-CDAE-4CBA7E6EAD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6357D6-D4B9-318E-CFDD-EE0F70212D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0848BE-3026-E2AA-789E-959924E0EC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18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22676776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F42AE9-D5EB-27BB-ED09-2B7E0B7CB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A51127-C9F6-1CB8-DB33-CAD74E588E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B17B90-1DB5-0662-D5E6-BB48E15CD2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52C1E1-682C-AC8C-8353-E28DE36962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19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54252840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FC147-79E5-7A61-7F76-22EE13669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97717A-4CD5-29D6-2394-2250B0734D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6D527D-B1E6-4C33-43C3-20CB7AF5BC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D4D094-532D-8DFE-D14C-EB28CF63E2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20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55629243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A5D1C7-D069-95D6-DC9C-C0146AE03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A8B119-775F-8AE3-B69E-87EB2571DA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1928E1-D4D3-7F11-DF7F-D2B6CC4A79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6494EA-43F8-7F17-924E-E19C42A4C5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21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2392670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249E1-0E79-E426-382D-1B1213C504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742DB0-874D-573A-FAF5-E1E1B504C8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97BD1B-AB8B-B662-20BA-8EFCDD6613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8DE05-51EE-4692-B197-877FA1DAAAED}" type="datetimeFigureOut">
              <a:rPr lang="en-US" smtClean="0"/>
              <a:t>12/25/25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2332DA-B328-C938-C5CC-150A884B99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092F4-C033-8786-943E-2AE1C32737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2391D-08EA-4D13-AA34-90E6B0650B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993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857693-B66D-3FF6-66FB-B2B66B9B5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5D8C97-B2D4-9D9C-F7A8-115F22C5AB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BC4265-6111-645E-966E-B831FDA6AF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8DE05-51EE-4692-B197-877FA1DAAAED}" type="datetimeFigureOut">
              <a:rPr lang="en-US" smtClean="0"/>
              <a:t>12/25/25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DE0A0A-A8A5-760E-E5D5-68A445A84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0C847C-376C-028A-DCDA-F438CA4C2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2391D-08EA-4D13-AA34-90E6B0650B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4842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C51A4A-1448-BFB4-783B-B383569CF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4B3B29-C6AF-4859-0D81-048A8D8E7F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48660D-702B-4436-92F0-7E362647F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8DE05-51EE-4692-B197-877FA1DAAAED}" type="datetimeFigureOut">
              <a:rPr lang="en-US" smtClean="0"/>
              <a:t>12/25/25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21AB1F-50DC-799D-662D-6ABE6F9CF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3C0759-C06B-BD43-A867-64E4943CB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2391D-08EA-4D13-AA34-90E6B0650B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523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9B286-E109-DF56-3354-9EBB9B5AD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FBA1BC-FD2E-EC48-7F3D-EAE382EF64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81FB9B-4CC0-59F3-79CE-50BDB1CF57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B6D12A-6B6F-D96F-E37E-60E80B0182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8DE05-51EE-4692-B197-877FA1DAAAED}" type="datetimeFigureOut">
              <a:rPr lang="en-US" smtClean="0"/>
              <a:t>12/25/25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AB1D1D-9984-1BE0-A9AE-482E21A1F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A9D570-A79C-057C-6355-694323D92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2391D-08EA-4D13-AA34-90E6B0650B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252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92E31-2F30-2FBC-B963-E9A07AEB33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ECD35A-8B39-BC77-3C19-54035D8903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408F13-7339-18A8-8571-F9F2D86771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5A57706-1749-9278-F728-58B990AE4E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634423B-8211-534A-22EC-BE8E0E770E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759B804-1DE5-9C35-6F81-3A293D1A90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8DE05-51EE-4692-B197-877FA1DAAAED}" type="datetimeFigureOut">
              <a:rPr lang="en-US" smtClean="0"/>
              <a:t>12/25/25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1D4FF6-84CE-0494-D968-CE07AA6D33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8568B0D-5839-7A38-CE68-9BEFDA69F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2391D-08EA-4D13-AA34-90E6B0650B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768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6FDC7-1509-15E3-FC6B-805EA76BD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E55E65-38EA-9E43-0C6D-EB82CBCB3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8DE05-51EE-4692-B197-877FA1DAAAED}" type="datetimeFigureOut">
              <a:rPr lang="en-US" smtClean="0"/>
              <a:t>12/25/25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EC6B55-0201-1312-335A-069E8331FA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DA86EF-5BE7-951E-E1F1-DB496365FB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2391D-08EA-4D13-AA34-90E6B0650B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215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6377714-1AE4-D06D-041E-70C6F3BE06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8DE05-51EE-4692-B197-877FA1DAAAED}" type="datetimeFigureOut">
              <a:rPr lang="en-US" smtClean="0"/>
              <a:t>12/25/25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64B493B-9D46-0485-1C7C-EC89D1B99D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C5D092-CD68-93A5-D410-D8D9F0F32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2391D-08EA-4D13-AA34-90E6B0650B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8892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1A8FCC-59F7-002F-887A-3AE9E3CA33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5E3BF3-66ED-D5F7-4D10-42A1711BC2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F1EEA8-D320-6867-9BA6-758966E3F6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5F5B38-62A1-CE82-8A74-5434C0A413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8DE05-51EE-4692-B197-877FA1DAAAED}" type="datetimeFigureOut">
              <a:rPr lang="en-US" smtClean="0"/>
              <a:t>12/25/25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5B5D93-06AF-21CA-460C-74E6E8B24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55CCB2-2362-5C44-3188-75821D5703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2391D-08EA-4D13-AA34-90E6B0650B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75082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2FF888-87D6-FE2D-6CB5-C363685D34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54AE296-04DC-6316-72BF-93486EDBC0B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5E4AC3-BDF1-C463-09B8-B7AACAA77E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38EDC2-B5DC-02FD-C84A-A77A922DA5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8DE05-51EE-4692-B197-877FA1DAAAED}" type="datetimeFigureOut">
              <a:rPr lang="en-US" smtClean="0"/>
              <a:t>12/25/25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93FCE8-2ECF-C3F9-9FBA-7159C1FE7A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2C1A29-C80D-1CF9-8B56-52DE889EC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2391D-08EA-4D13-AA34-90E6B0650B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1298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44605A-C9D9-3FEE-4AD7-93E29ECE6F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640FCE-C444-FED9-4D9B-911BEFE9A1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DA9C4A-29FB-8709-12DA-C4B70DE85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8DE05-51EE-4692-B197-877FA1DAAAED}" type="datetimeFigureOut">
              <a:rPr lang="en-US" smtClean="0"/>
              <a:t>12/25/25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DD6E77-31D8-44C9-8C00-C85B1FBD5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B131BB-31B3-265D-7085-74DC5991A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2391D-08EA-4D13-AA34-90E6B0650B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53209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307958B-44E0-1781-BCCB-A1EADD44A0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CEE1AC-BA82-4227-EF6E-CD4C945281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04FCB6-CEB8-F8B1-0ACF-D57EE7B350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8DE05-51EE-4692-B197-877FA1DAAAED}" type="datetimeFigureOut">
              <a:rPr lang="en-US" smtClean="0"/>
              <a:t>12/25/25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264267-9C54-4B02-8EEA-5CA8914115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2CB251-E39D-B765-D0D9-DD43E8D38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2391D-08EA-4D13-AA34-90E6B0650B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69430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BC09D87-B60C-2F4C-DA19-BB04307F5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B374F2-0FF1-114D-5529-1A4E236651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6FAB11-252C-AF3A-1868-D64F46A939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A8DE05-51EE-4692-B197-877FA1DAAAED}" type="datetimeFigureOut">
              <a:rPr lang="en-US" smtClean="0"/>
              <a:t>12/25/25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4987AE-9E20-DF1B-0ECB-89583BCE60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B754B6-F244-E0B6-9D65-0E3B11C545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72391D-08EA-4D13-AA34-90E6B0650B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48041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432DBD-CB83-55BD-128C-2C66E47798F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Java SE 17 –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DD8BC4-D539-661E-8A88-53AF6C208F9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Chapter 12 – Modules</a:t>
            </a:r>
          </a:p>
        </p:txBody>
      </p:sp>
    </p:spTree>
    <p:extLst>
      <p:ext uri="{BB962C8B-B14F-4D97-AF65-F5344CB8AC3E}">
        <p14:creationId xmlns:p14="http://schemas.microsoft.com/office/powerpoint/2010/main" val="24373231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DAB38-D48E-0EE4-3D3B-5EA15FFD2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F044ECB-DB4F-474E-E686-B7BB6006BE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12 – Module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2D7D3C87-23C8-5412-EC56-7DDC7DDE941F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Introducing Modules</a:t>
            </a:r>
          </a:p>
          <a:p>
            <a:pPr algn="l"/>
            <a:r>
              <a:rPr lang="en-US" sz="1800">
                <a:sym typeface="Wingdings" pitchFamily="2" charset="2"/>
              </a:rPr>
              <a:t>- When we studying for the exam, we will only see small ... However, in real life, these ... will have ... large ...</a:t>
            </a:r>
          </a:p>
          <a:p>
            <a:pPr algn="l"/>
            <a:r>
              <a:rPr lang="en-US" sz="1800">
                <a:sym typeface="Wingdings" pitchFamily="2" charset="2"/>
              </a:rPr>
              <a:t>– In an enterprise system, it will have ... even ... packed in ...</a:t>
            </a:r>
          </a:p>
          <a:p>
            <a:pPr algn="l"/>
            <a:r>
              <a:rPr lang="en-US" sz="1800">
                <a:sym typeface="Wingdings" pitchFamily="2" charset="2"/>
              </a:rPr>
              <a:t>– These ... will also be packed inside ... file along with some ... files </a:t>
            </a:r>
          </a:p>
          <a:p>
            <a:pPr algn="l"/>
            <a:r>
              <a:rPr lang="en-US" sz="1800">
                <a:sym typeface="Wingdings" pitchFamily="2" charset="2"/>
              </a:rPr>
              <a:t>- Moreover, ... program including the one that ... also contain ... software (OSS is ...) (for example, JDBC)</a:t>
            </a:r>
          </a:p>
          <a:p>
            <a:pPr algn="l"/>
            <a:r>
              <a:rPr lang="en-US" sz="1800">
                <a:sym typeface="Wingdings" pitchFamily="2" charset="2"/>
              </a:rPr>
              <a:t>- Some of the OSS ... also depends on ... (for example, Spring or JUnit). To use these, we need to make sure ... enough or minimum ... </a:t>
            </a:r>
          </a:p>
          <a:p>
            <a:pPr algn="l"/>
            <a:r>
              <a:rPr lang="en-US" sz="1800">
                <a:sym typeface="Wingdings" pitchFamily="2" charset="2"/>
              </a:rPr>
              <a:t>- Devs has a term to call these cyclic ... called ... to refers to incidents ...</a:t>
            </a:r>
          </a:p>
          <a:p>
            <a:pPr algn="l"/>
            <a:r>
              <a:rPr lang="en-US" sz="1800">
                <a:sym typeface="Wingdings" pitchFamily="2" charset="2"/>
              </a:rPr>
              <a:t>– JPMS (or ...) group codes at ... with the primary ... is to ... packages with different ... into a .... It looks like a ... file, but with an additional feature is to allow devs to ... access ...</a:t>
            </a:r>
          </a:p>
          <a:p>
            <a:pPr algn="l"/>
            <a:r>
              <a:rPr lang="en-US" sz="1800" b="1">
                <a:sym typeface="Wingdings" pitchFamily="2" charset="2"/>
              </a:rPr>
              <a:t>Exploring a module</a:t>
            </a:r>
          </a:p>
          <a:p>
            <a:pPr algn="l"/>
            <a:r>
              <a:rPr lang="en-US" sz="1800">
                <a:sym typeface="Wingdings" pitchFamily="2" charset="2"/>
              </a:rPr>
              <a:t>- In chapter 1, we have developed a program ... zoo. But it was ... version, and now we want to ... all processes =&gt; There will be many ... needed to ... (animal, visitor, ...)</a:t>
            </a:r>
          </a:p>
          <a:p>
            <a:pPr algn="l"/>
            <a:r>
              <a:rPr lang="en-US" sz="1800">
                <a:sym typeface="Wingdings" pitchFamily="2" charset="2"/>
              </a:rPr>
              <a:t>- A module is a ... + a special file called ... This file is used to ... declaration</a:t>
            </a:r>
          </a:p>
          <a:p>
            <a:pPr algn="l"/>
            <a:endParaRPr lang="en-US" sz="1800"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709135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FB865-5B5A-CF54-7323-655ACA8A9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AC27E04-340B-09FD-271F-10FEFB2B1C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12 – Module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5746884E-CFDA-CCCD-64DF-43991FCDEA01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1800">
              <a:sym typeface="Wingdings" pitchFamily="2" charset="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A4EC3B3-0336-9578-F211-1964CBF579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7861" y="1398411"/>
            <a:ext cx="7276277" cy="4061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706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48B67-8EB8-3BA9-4D3F-C9C8A68CD9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DA769FE-3584-2774-88A5-478FC75A64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12 – Module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2127BA29-286A-0445-754A-97C30623771A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1800">
              <a:sym typeface="Wingdings" pitchFamily="2" charset="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773D512-B6DD-556C-DC21-FA73C76F69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3750" y="1733550"/>
            <a:ext cx="5524500" cy="3390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7334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4BCA07-51D4-2986-7CC3-68E5F91D10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96E2F59-9EC4-CED2-DFC4-682254D5C9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12 – Module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3EC551B6-84C4-0A77-7938-7B0BC70AB02B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>
                <a:sym typeface="Wingdings" pitchFamily="2" charset="2"/>
              </a:rPr>
              <a:t>- Some of the benefit of using ... </a:t>
            </a:r>
          </a:p>
          <a:p>
            <a:pPr algn="l"/>
            <a:r>
              <a:rPr lang="en-US" sz="1800">
                <a:sym typeface="Wingdings" pitchFamily="2" charset="2"/>
              </a:rPr>
              <a:t>+) Better ... control </a:t>
            </a:r>
          </a:p>
          <a:p>
            <a:pPr algn="l"/>
            <a:r>
              <a:rPr lang="en-US" sz="1800">
                <a:sym typeface="Wingdings" pitchFamily="2" charset="2"/>
              </a:rPr>
              <a:t>+) Clearer ... management</a:t>
            </a:r>
          </a:p>
          <a:p>
            <a:pPr algn="l"/>
            <a:r>
              <a:rPr lang="en-US" sz="1800">
                <a:sym typeface="Wingdings" pitchFamily="2" charset="2"/>
              </a:rPr>
              <a:t>+) Custom ...</a:t>
            </a:r>
          </a:p>
          <a:p>
            <a:pPr algn="l"/>
            <a:r>
              <a:rPr lang="en-US" sz="1800">
                <a:sym typeface="Wingdings" pitchFamily="2" charset="2"/>
              </a:rPr>
              <a:t>+) ... security </a:t>
            </a:r>
          </a:p>
          <a:p>
            <a:pPr algn="l"/>
            <a:r>
              <a:rPr lang="en-US" sz="1800">
                <a:sym typeface="Wingdings" pitchFamily="2" charset="2"/>
              </a:rPr>
              <a:t>+) Performance ...</a:t>
            </a:r>
          </a:p>
          <a:p>
            <a:pPr algn="l"/>
            <a:r>
              <a:rPr lang="en-US" sz="1800">
                <a:sym typeface="Wingdings" pitchFamily="2" charset="2"/>
              </a:rPr>
              <a:t>+) Unique ... enforcement ...</a:t>
            </a:r>
          </a:p>
          <a:p>
            <a:pPr algn="l"/>
            <a:r>
              <a:rPr lang="en-US" sz="1800" b="1">
                <a:sym typeface="Wingdings" pitchFamily="2" charset="2"/>
              </a:rPr>
              <a:t>Creating and Running a modular program </a:t>
            </a:r>
          </a:p>
          <a:p>
            <a:pPr algn="l"/>
            <a:r>
              <a:rPr lang="en-US" sz="1800">
                <a:sym typeface="Wingdings" pitchFamily="2" charset="2"/>
              </a:rPr>
              <a:t>-) The master diagram shown that most ... depends on ... =&gt; We will create ... first ..</a:t>
            </a:r>
          </a:p>
          <a:p>
            <a:pPr algn="l"/>
            <a:endParaRPr lang="en-US" sz="1800">
              <a:sym typeface="Wingdings" pitchFamily="2" charset="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3E0E3A0-1F44-AA3E-92D3-CC9A7D105A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3900" y="4174772"/>
            <a:ext cx="5664200" cy="2324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1606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6559B-A91A-7D4D-FDED-4192DDA66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72DCDE1-5C91-FF6D-FC89-829DC9114F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12 – Module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1263B0BD-1470-1F4D-7036-2441C3EE96F3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Creating the Files</a:t>
            </a:r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- First we will ... simple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1)</a:t>
            </a:r>
          </a:p>
          <a:p>
            <a:pPr algn="l"/>
            <a:r>
              <a:rPr lang="en-US" sz="1800">
                <a:sym typeface="Wingdings" pitchFamily="2" charset="2"/>
              </a:rPr>
              <a:t>- There are few things we ...</a:t>
            </a:r>
          </a:p>
          <a:p>
            <a:pPr algn="l"/>
            <a:r>
              <a:rPr lang="en-US" sz="1800">
                <a:sym typeface="Wingdings" pitchFamily="2" charset="2"/>
              </a:rPr>
              <a:t>+) The ... file must be in ... directory ...</a:t>
            </a:r>
          </a:p>
          <a:p>
            <a:pPr algn="l"/>
            <a:r>
              <a:rPr lang="en-US" sz="1800">
                <a:sym typeface="Wingdings" pitchFamily="2" charset="2"/>
              </a:rPr>
              <a:t>+) The ... declaration must start with ... not ... </a:t>
            </a:r>
          </a:p>
          <a:p>
            <a:pPr algn="l"/>
            <a:r>
              <a:rPr lang="en-US" sz="1800">
                <a:sym typeface="Wingdings" pitchFamily="2" charset="2"/>
              </a:rPr>
              <a:t>+) The module name must follow ... Package and class name aren't allowed to have ... =&gt; ... is the same ...</a:t>
            </a:r>
          </a:p>
          <a:p>
            <a:pPr algn="l"/>
            <a:endParaRPr lang="en-US" sz="1800"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0624766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27A626-A611-023D-1650-635F0AC01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3FBD2B7-F611-998A-46AD-171F4E7BCF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12 – Module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F60DC1F3-3104-0234-116B-C997DBA44D12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1800">
              <a:sym typeface="Wingdings" pitchFamily="2" charset="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66EFC5B-8CB5-FA11-FF6E-00E1837FBF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3200" y="939800"/>
            <a:ext cx="4165600" cy="497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6307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DAED9F-4A28-1429-A4FD-40513B61C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0D03466-482A-3AC5-A2B0-FEC9617BA4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12 – Module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6B5450D2-6E1F-9DD0-83EE-8555DEAB807A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>
                <a:sym typeface="Wingdings" pitchFamily="2" charset="2"/>
              </a:rPr>
              <a:t>- We can see that ... folder called ...</a:t>
            </a:r>
          </a:p>
          <a:p>
            <a:pPr algn="l"/>
            <a:r>
              <a:rPr lang="en-US" sz="1800">
                <a:sym typeface="Wingdings" pitchFamily="2" charset="2"/>
              </a:rPr>
              <a:t>– This folder is used to ... module ... (later on in the chapter)</a:t>
            </a:r>
          </a:p>
          <a:p>
            <a:pPr algn="l"/>
            <a:r>
              <a:rPr lang="en-US" sz="1800">
                <a:sym typeface="Wingdings" pitchFamily="2" charset="2"/>
              </a:rPr>
              <a:t>- The name .... but it is ... </a:t>
            </a:r>
          </a:p>
          <a:p>
            <a:pPr algn="l"/>
            <a:r>
              <a:rPr lang="en-US" sz="1800" b="1">
                <a:sym typeface="Wingdings" pitchFamily="2" charset="2"/>
              </a:rPr>
              <a:t>Compiling our first Module</a:t>
            </a:r>
          </a:p>
          <a:p>
            <a:pPr algn="l"/>
            <a:r>
              <a:rPr lang="en-US" sz="1800">
                <a:sym typeface="Wingdings" pitchFamily="2" charset="2"/>
              </a:rPr>
              <a:t>- Before we run, we must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2)</a:t>
            </a:r>
          </a:p>
          <a:p>
            <a:pPr algn="l"/>
            <a:r>
              <a:rPr lang="en-US" sz="1800">
                <a:sym typeface="Wingdings" pitchFamily="2" charset="2"/>
              </a:rPr>
              <a:t>- The new part in the command is the ... , it will specify ... other ... depends ... (in this example, we ... yet so we can ...)</a:t>
            </a:r>
          </a:p>
          <a:p>
            <a:pPr algn="l"/>
            <a:r>
              <a:rPr lang="en-US" sz="1800">
                <a:sym typeface="Wingdings" pitchFamily="2" charset="2"/>
              </a:rPr>
              <a:t>- Just like classpath, we can ... it by using ...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40743731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6DC75-985F-0FBB-07A6-171FF04A26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85C80E4-B641-86CA-9C4B-3D892B8944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12 – Module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B44B27A4-202A-DE79-F003-673D7B6AB2B7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>
                <a:sym typeface="Wingdings" pitchFamily="2" charset="2"/>
              </a:rPr>
              <a:t>- We can see that ... folder called ...</a:t>
            </a:r>
          </a:p>
          <a:p>
            <a:pPr algn="l"/>
            <a:r>
              <a:rPr lang="en-US" sz="1800">
                <a:sym typeface="Wingdings" pitchFamily="2" charset="2"/>
              </a:rPr>
              <a:t>– This folder is used to ... module ... (later on in the chapter)</a:t>
            </a:r>
          </a:p>
          <a:p>
            <a:pPr algn="l"/>
            <a:r>
              <a:rPr lang="en-US" sz="1800">
                <a:sym typeface="Wingdings" pitchFamily="2" charset="2"/>
              </a:rPr>
              <a:t>- The name .... but it is ... </a:t>
            </a:r>
          </a:p>
          <a:p>
            <a:pPr algn="l"/>
            <a:r>
              <a:rPr lang="en-US" sz="1800" b="1">
                <a:sym typeface="Wingdings" pitchFamily="2" charset="2"/>
              </a:rPr>
              <a:t>Compiling our first Module</a:t>
            </a:r>
          </a:p>
          <a:p>
            <a:pPr algn="l"/>
            <a:r>
              <a:rPr lang="en-US" sz="1800">
                <a:sym typeface="Wingdings" pitchFamily="2" charset="2"/>
              </a:rPr>
              <a:t>- Before we run, we must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2)</a:t>
            </a:r>
          </a:p>
          <a:p>
            <a:pPr algn="l"/>
            <a:r>
              <a:rPr lang="en-US" sz="1800">
                <a:sym typeface="Wingdings" pitchFamily="2" charset="2"/>
              </a:rPr>
              <a:t>- The new part in the command is the ... , it will specify ... other ... depends ... (in this example, we ... yet so we can ...)</a:t>
            </a:r>
          </a:p>
          <a:p>
            <a:pPr algn="l"/>
            <a:r>
              <a:rPr lang="en-US" sz="1800">
                <a:sym typeface="Wingdings" pitchFamily="2" charset="2"/>
              </a:rPr>
              <a:t>- Just like classpath, we can ... it by using ...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4068676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B0676-6689-7158-19EA-0B52D7168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3E5945C-61AF-3979-80A9-CF04DEA0C7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12 – Module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0C535BDB-4571-DE03-5AE1-B6EC8BF7FB40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1800">
              <a:sym typeface="Wingdings" pitchFamily="2" charset="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F1B819B-0A7F-9073-DD1F-580D99C30D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1560635"/>
            <a:ext cx="7772400" cy="3736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44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58614F-44D2-ECB2-0E07-2F0C9F02F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8BE9B51-41F2-C435-755B-BD4866C849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12 – Module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CB78DF94-EB49-5412-FE9A-23E11AECDAC6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1800">
              <a:sym typeface="Wingdings" pitchFamily="2" charset="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3A1C577-D6AA-3B9E-D167-E4F5497300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2428392"/>
            <a:ext cx="7772400" cy="200121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B47D137-952C-9BDC-D47E-A4DE054843B8}"/>
              </a:ext>
            </a:extLst>
          </p:cNvPr>
          <p:cNvSpPr/>
          <p:nvPr/>
        </p:nvSpPr>
        <p:spPr>
          <a:xfrm>
            <a:off x="5057422" y="3429000"/>
            <a:ext cx="4436534" cy="7478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920898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248CB-49AA-EF53-2562-A8D0422113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C6980F3-8D51-A43A-76F2-1C976BD506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12 – Module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1DFA498D-57A9-447B-C7D3-9486228F51F4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Building Modules</a:t>
            </a:r>
          </a:p>
          <a:p>
            <a:pPr algn="l"/>
            <a:r>
              <a:rPr lang="en-US" sz="1800">
                <a:sym typeface="Wingdings" pitchFamily="2" charset="2"/>
              </a:rPr>
              <a:t>- Even if we don't use ..., the ... complexity will ... as the project ... if we use ... manually </a:t>
            </a:r>
          </a:p>
          <a:p>
            <a:pPr algn="l"/>
            <a:r>
              <a:rPr lang="en-US" sz="1800">
                <a:sym typeface="Wingdings" pitchFamily="2" charset="2"/>
              </a:rPr>
              <a:t>- People prefer to use ... tools such as .../...</a:t>
            </a:r>
          </a:p>
          <a:p>
            <a:pPr algn="l"/>
            <a:r>
              <a:rPr lang="en-US" sz="1800">
                <a:sym typeface="Wingdings" pitchFamily="2" charset="2"/>
              </a:rPr>
              <a:t>– These tools will recommend where ... (usually .../...)</a:t>
            </a:r>
          </a:p>
          <a:p>
            <a:pPr algn="l"/>
            <a:r>
              <a:rPr lang="en-US" sz="1800" b="1">
                <a:sym typeface="Wingdings" pitchFamily="2" charset="2"/>
              </a:rPr>
              <a:t>Running our first Module</a:t>
            </a:r>
          </a:p>
          <a:p>
            <a:pPr algn="l"/>
            <a:r>
              <a:rPr lang="en-US" sz="1800">
                <a:sym typeface="Wingdings" pitchFamily="2" charset="2"/>
              </a:rPr>
              <a:t>- Before we ... our module, we ... test it to see ...  We have to know the ... to run ...</a:t>
            </a:r>
          </a:p>
          <a:p>
            <a:pPr algn="l"/>
            <a:r>
              <a:rPr lang="en-US" sz="1800">
                <a:sym typeface="Wingdings" pitchFamily="2" charset="2"/>
              </a:rPr>
              <a:t>- For example, we have ... book.sybex and ... com.sybex.OCP ...</a:t>
            </a:r>
          </a:p>
          <a:p>
            <a:pPr algn="l"/>
            <a:endParaRPr lang="en-US" sz="1800">
              <a:sym typeface="Wingdings" pitchFamily="2" charset="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7AA8B08-D278-CB92-16D9-F75D7C0AA0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3881702"/>
            <a:ext cx="7772400" cy="195092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89F414C-8563-FC6F-7499-F84FDA8D8A95}"/>
              </a:ext>
            </a:extLst>
          </p:cNvPr>
          <p:cNvSpPr/>
          <p:nvPr/>
        </p:nvSpPr>
        <p:spPr>
          <a:xfrm>
            <a:off x="3488267" y="4278489"/>
            <a:ext cx="1456266" cy="29351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779624C-7AA0-9F32-9B1B-1AE9950AE5FE}"/>
              </a:ext>
            </a:extLst>
          </p:cNvPr>
          <p:cNvSpPr/>
          <p:nvPr/>
        </p:nvSpPr>
        <p:spPr>
          <a:xfrm>
            <a:off x="7236178" y="3881702"/>
            <a:ext cx="1241778" cy="58869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607B9A4-16B5-80C8-CBFF-6B5AE6F77D58}"/>
              </a:ext>
            </a:extLst>
          </p:cNvPr>
          <p:cNvSpPr/>
          <p:nvPr/>
        </p:nvSpPr>
        <p:spPr>
          <a:xfrm>
            <a:off x="8929511" y="4176889"/>
            <a:ext cx="835378" cy="2483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2E735FC-45D8-BDEF-B054-649CCDCD9BB9}"/>
              </a:ext>
            </a:extLst>
          </p:cNvPr>
          <p:cNvSpPr/>
          <p:nvPr/>
        </p:nvSpPr>
        <p:spPr>
          <a:xfrm>
            <a:off x="6660444" y="5429956"/>
            <a:ext cx="2359378" cy="2257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8992691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B728E-130A-EB7F-4F35-593A2F1C6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0257F47-4709-C33C-E8D3-E227F9DA07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12 – Module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442FB3BE-FEFE-D04E-BC4D-5A316340065A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>
                <a:sym typeface="Wingdings" pitchFamily="2" charset="2"/>
              </a:rPr>
              <a:t>(code illustration snippet 3,4)</a:t>
            </a:r>
          </a:p>
          <a:p>
            <a:pPr algn="l"/>
            <a:endParaRPr lang="en-US" sz="1800">
              <a:sym typeface="Wingdings" pitchFamily="2" charset="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A378A63-9038-9D29-7897-7768AD5F52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2602568"/>
            <a:ext cx="7772400" cy="16528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43485C4-4F7F-E060-51D9-92C767624278}"/>
              </a:ext>
            </a:extLst>
          </p:cNvPr>
          <p:cNvSpPr/>
          <p:nvPr/>
        </p:nvSpPr>
        <p:spPr>
          <a:xfrm>
            <a:off x="4526844" y="3160889"/>
            <a:ext cx="4594578" cy="9821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874358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C2669-6381-6DF4-423A-65B7CE0A7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BA0D9A-DA63-055E-774B-68E031A368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12 – Module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EA47ECA2-A297-9977-14C7-46614C24FF24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Packaging our first Module</a:t>
            </a:r>
          </a:p>
          <a:p>
            <a:pPr algn="l"/>
            <a:r>
              <a:rPr lang="en-US" sz="1800">
                <a:sym typeface="Wingdings" pitchFamily="2" charset="2"/>
              </a:rPr>
              <a:t>- Module won't ... if we just use it to ... in ... We must pack it to ... (note: the directory for ... must be ... first)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5,6)</a:t>
            </a:r>
          </a:p>
          <a:p>
            <a:pPr algn="l"/>
            <a:r>
              <a:rPr lang="en-US" sz="1800" b="1">
                <a:sym typeface="Wingdings" pitchFamily="2" charset="2"/>
              </a:rPr>
              <a:t>Updating our example for multiple modules</a:t>
            </a:r>
          </a:p>
          <a:p>
            <a:pPr algn="l"/>
            <a:r>
              <a:rPr lang="en-US" sz="1800">
                <a:sym typeface="Wingdings" pitchFamily="2" charset="2"/>
              </a:rPr>
              <a:t>- The first module is completed, now we ... We can see that the feeding module depends by ...</a:t>
            </a:r>
          </a:p>
          <a:p>
            <a:pPr algn="l"/>
            <a:r>
              <a:rPr lang="en-US" sz="1800" b="1">
                <a:sym typeface="Wingdings" pitchFamily="2" charset="2"/>
              </a:rPr>
              <a:t>Updating the Feeding Module</a:t>
            </a:r>
          </a:p>
          <a:p>
            <a:pPr algn="l"/>
            <a:r>
              <a:rPr lang="en-US" sz="1800">
                <a:sym typeface="Wingdings" pitchFamily="2" charset="2"/>
              </a:rPr>
              <a:t>- The ... directive is used to tell Java that this module is used by other ...</a:t>
            </a:r>
          </a:p>
          <a:p>
            <a:pPr algn="l"/>
            <a:r>
              <a:rPr lang="en-US" sz="1800">
                <a:sym typeface="Wingdings" pitchFamily="2" charset="2"/>
              </a:rPr>
              <a:t>- If we don't have this directive, then ... and we can only ... in terminal</a:t>
            </a:r>
          </a:p>
          <a:p>
            <a:pPr algn="l"/>
            <a:r>
              <a:rPr lang="en-US" sz="1800">
                <a:sym typeface="Wingdings" pitchFamily="2" charset="2"/>
              </a:rPr>
              <a:t>- Because we want other ... to use ... we must specify it in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7)</a:t>
            </a:r>
          </a:p>
          <a:p>
            <a:pPr algn="l"/>
            <a:r>
              <a:rPr lang="en-US" sz="1800">
                <a:sym typeface="Wingdings" pitchFamily="2" charset="2"/>
              </a:rPr>
              <a:t>- Recompile and ... will ...</a:t>
            </a:r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(code illustration snippet 8)</a:t>
            </a:r>
          </a:p>
          <a:p>
            <a:pPr algn="l"/>
            <a:r>
              <a:rPr lang="en-US" sz="1800" b="1">
                <a:sym typeface="Wingdings" pitchFamily="2" charset="2"/>
              </a:rPr>
              <a:t>Creating a Care Module</a:t>
            </a:r>
          </a:p>
          <a:p>
            <a:pPr algn="l"/>
            <a:r>
              <a:rPr lang="en-US" sz="1800">
                <a:sym typeface="Wingdings" pitchFamily="2" charset="2"/>
              </a:rPr>
              <a:t>- Next, we will create the zoo.animal.care ... This ... will contain 2 ... The first one is ....medical, it will be ... and the second one is ....details, which won't be ... (just like how medical record ...)</a:t>
            </a:r>
          </a:p>
        </p:txBody>
      </p:sp>
    </p:spTree>
    <p:extLst>
      <p:ext uri="{BB962C8B-B14F-4D97-AF65-F5344CB8AC3E}">
        <p14:creationId xmlns:p14="http://schemas.microsoft.com/office/powerpoint/2010/main" val="2683395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36254F-7BEC-6C0F-9161-1BBD2C66E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E582D44-4D5E-F819-2138-412594DF07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12 – Module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E32FEB13-5B82-6925-DF01-A797511DCB88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1800">
              <a:sym typeface="Wingdings" pitchFamily="2" charset="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7BB8212-9D38-524A-6C48-42640498AD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5800" y="1809750"/>
            <a:ext cx="5740400" cy="3238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8495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194D48-A8E3-F51D-C17C-CB71B3A4E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8482B53-B38C-B8E9-6242-04ADF16982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12 – Module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A23F9F4F-4425-2890-F1FF-E1E81091DE3A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>
                <a:sym typeface="Wingdings" pitchFamily="2" charset="2"/>
              </a:rPr>
              <a:t>(code illustration snippet 9)</a:t>
            </a:r>
          </a:p>
          <a:p>
            <a:pPr algn="l"/>
            <a:r>
              <a:rPr lang="en-US" sz="1800">
                <a:sym typeface="Wingdings" pitchFamily="2" charset="2"/>
              </a:rPr>
              <a:t>- There are 1 new ... which is ... used to specify that this ... requires ... 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10)</a:t>
            </a:r>
          </a:p>
          <a:p>
            <a:pPr algn="l"/>
            <a:r>
              <a:rPr lang="en-US" sz="1800" b="1">
                <a:sym typeface="Wingdings" pitchFamily="2" charset="2"/>
              </a:rPr>
              <a:t>Creating the Talks Modules</a:t>
            </a:r>
          </a:p>
          <a:p>
            <a:pPr algn="l"/>
            <a:r>
              <a:rPr lang="en-US" sz="1800">
                <a:sym typeface="Wingdings" pitchFamily="2" charset="2"/>
              </a:rPr>
              <a:t>- Up until now, we just handle single ... and ... </a:t>
            </a:r>
          </a:p>
          <a:p>
            <a:pPr algn="l"/>
            <a:r>
              <a:rPr lang="en-US" sz="1800">
                <a:sym typeface="Wingdings" pitchFamily="2" charset="2"/>
              </a:rPr>
              <a:t>- Now we will ... and ... multiple ... at the same ... </a:t>
            </a:r>
          </a:p>
          <a:p>
            <a:pPr algn="l"/>
            <a:r>
              <a:rPr lang="en-US" sz="1800">
                <a:sym typeface="Wingdings" pitchFamily="2" charset="2"/>
              </a:rPr>
              <a:t>- In the following picture, we can see that the Talk ... depends on ... simultaneously ...</a:t>
            </a:r>
          </a:p>
          <a:p>
            <a:pPr algn="l"/>
            <a:endParaRPr lang="en-US" sz="1800">
              <a:sym typeface="Wingdings" pitchFamily="2" charset="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27899C1-7B42-A0F4-F652-81A84A5C18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1800" y="3429000"/>
            <a:ext cx="6248400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94348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BC401-49C7-CFB5-3961-C0411A17B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9082899-7032-41B5-DA20-0FF0E54F15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12 – Module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6D7F9391-C532-9B2E-B7AB-FEF480562F8E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1800">
              <a:sym typeface="Wingdings" pitchFamily="2" charset="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DC5541-3B79-A7E5-1AF7-D7284F26F0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2650" y="1841500"/>
            <a:ext cx="5346700" cy="317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75144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C6DF5-DB8A-C30B-81EF-FC6E75D21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1A232E4-2BCD-9EF3-33AF-E45D1EE426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12 – Module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E0769735-5984-F49F-62A6-BDF2F9048543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>
                <a:sym typeface="Wingdings" pitchFamily="2" charset="2"/>
              </a:rPr>
              <a:t>(code illustration snippet 11)</a:t>
            </a:r>
          </a:p>
          <a:p>
            <a:pPr algn="l"/>
            <a:r>
              <a:rPr lang="en-US" sz="1800" b="1">
                <a:sym typeface="Wingdings" pitchFamily="2" charset="2"/>
              </a:rPr>
              <a:t>Creating the Staff Module</a:t>
            </a:r>
          </a:p>
          <a:p>
            <a:pPr algn="l"/>
            <a:r>
              <a:rPr lang="en-US" sz="1800">
                <a:sym typeface="Wingdings" pitchFamily="2" charset="2"/>
              </a:rPr>
              <a:t>- With this module, no ... </a:t>
            </a:r>
          </a:p>
          <a:p>
            <a:pPr algn="l"/>
            <a:endParaRPr lang="en-US" sz="1800">
              <a:sym typeface="Wingdings" pitchFamily="2" charset="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7FD6A16-E0ED-2576-0E88-27F783FE6F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2000" y="2305050"/>
            <a:ext cx="5588000" cy="2247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86714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9C4BB2-2802-6354-881E-4AB7E5E4A0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5E2FA22-EC18-2711-C956-C9CB0A71BE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12 – Module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5379CED5-B9BB-FFCA-C2D8-6ED9BF51333F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1800">
              <a:sym typeface="Wingdings" pitchFamily="2" charset="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57205AD-A483-5E1D-E227-566B3EB719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3550" y="1695450"/>
            <a:ext cx="6184900" cy="3467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8004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6713A3-B867-B9B0-46EE-3440339CC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59652B2-3BA5-2476-0A5B-1F77B304E3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12 – Module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B48FE6DB-264E-8D32-A97F-31F1DAF0E8B0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>
                <a:sym typeface="Wingdings" pitchFamily="2" charset="2"/>
              </a:rPr>
              <a:t>- Because there will be no ... =&gt; ... 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12)</a:t>
            </a:r>
          </a:p>
          <a:p>
            <a:pPr algn="l"/>
            <a:r>
              <a:rPr lang="en-US" sz="1800" b="1">
                <a:sym typeface="Wingdings" pitchFamily="2" charset="2"/>
              </a:rPr>
              <a:t>Diving into the Module Declaration</a:t>
            </a:r>
          </a:p>
          <a:p>
            <a:pPr algn="l"/>
            <a:r>
              <a:rPr lang="en-US" sz="1800">
                <a:sym typeface="Wingdings" pitchFamily="2" charset="2"/>
              </a:rPr>
              <a:t>- In this section, we will talk about 3 ... ...,..., and ...</a:t>
            </a:r>
          </a:p>
          <a:p>
            <a:pPr algn="l"/>
            <a:r>
              <a:rPr lang="en-US" sz="1800">
                <a:sym typeface="Wingdings" pitchFamily="2" charset="2"/>
              </a:rPr>
              <a:t>– In the next part, we will talk about ... and ... directives</a:t>
            </a:r>
          </a:p>
          <a:p>
            <a:pPr algn="l"/>
            <a:r>
              <a:rPr lang="en-US" sz="1800">
                <a:sym typeface="Wingdings" pitchFamily="2" charset="2"/>
              </a:rPr>
              <a:t>– Please be advised that these ... could ... order ...</a:t>
            </a:r>
          </a:p>
          <a:p>
            <a:pPr algn="l"/>
            <a:r>
              <a:rPr lang="en-US" sz="1800" b="1">
                <a:sym typeface="Wingdings" pitchFamily="2" charset="2"/>
              </a:rPr>
              <a:t>Exporting a package</a:t>
            </a:r>
          </a:p>
          <a:p>
            <a:pPr algn="l"/>
            <a:r>
              <a:rPr lang="en-US" sz="1800">
                <a:sym typeface="Wingdings" pitchFamily="2" charset="2"/>
              </a:rPr>
              <a:t>- We have seen that we can allow ... from other ... by using ... Now we can export single ... for other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13)</a:t>
            </a:r>
          </a:p>
          <a:p>
            <a:pPr algn="l"/>
            <a:r>
              <a:rPr lang="en-US" sz="1800">
                <a:sym typeface="Wingdings" pitchFamily="2" charset="2"/>
              </a:rPr>
              <a:t>- Only ... need the ... module then why do we need to ... ? Because we can't predict ... so we need future-proof</a:t>
            </a:r>
          </a:p>
          <a:p>
            <a:pPr algn="l"/>
            <a:r>
              <a:rPr lang="en-US" sz="1800">
                <a:sym typeface="Wingdings" pitchFamily="2" charset="2"/>
              </a:rPr>
              <a:t>- Any package need other ... =&gt; only ...</a:t>
            </a:r>
          </a:p>
          <a:p>
            <a:pPr algn="l"/>
            <a:r>
              <a:rPr lang="en-US" sz="1800" b="1">
                <a:sym typeface="Wingdings" pitchFamily="2" charset="2"/>
              </a:rPr>
              <a:t>Exported type</a:t>
            </a:r>
          </a:p>
          <a:p>
            <a:pPr algn="l"/>
            <a:r>
              <a:rPr lang="en-US" sz="1800">
                <a:sym typeface="Wingdings" pitchFamily="2" charset="2"/>
              </a:rPr>
              <a:t>- What does "export" actually mean ? All public ..., ..., ... are all ... Moreover, all .../... method and fields in these ... are ... from ...</a:t>
            </a:r>
          </a:p>
          <a:p>
            <a:pPr algn="l"/>
            <a:r>
              <a:rPr lang="en-US" sz="1800">
                <a:sym typeface="Wingdings" pitchFamily="2" charset="2"/>
              </a:rPr>
              <a:t>- Only .../... field and method aren't ... because ...</a:t>
            </a:r>
          </a:p>
        </p:txBody>
      </p:sp>
    </p:spTree>
    <p:extLst>
      <p:ext uri="{BB962C8B-B14F-4D97-AF65-F5344CB8AC3E}">
        <p14:creationId xmlns:p14="http://schemas.microsoft.com/office/powerpoint/2010/main" val="347966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2F842-15DE-0362-32FA-720076039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BC2A472-0AEB-0071-6E15-7A31AEE9F7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12 – Module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EBB3E640-9967-CF6A-F72B-01B24EE945FF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1800">
              <a:sym typeface="Wingdings" pitchFamily="2" charset="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1FFE2BD-5987-F40C-AD97-483D3D3FF0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9273" y="1659420"/>
            <a:ext cx="10173454" cy="353916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249C63D-1992-AC52-4835-9E98D654A9C5}"/>
              </a:ext>
            </a:extLst>
          </p:cNvPr>
          <p:cNvSpPr/>
          <p:nvPr/>
        </p:nvSpPr>
        <p:spPr>
          <a:xfrm>
            <a:off x="2573867" y="2472267"/>
            <a:ext cx="8297333" cy="24609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189787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20582</TotalTime>
  <Words>1201</Words>
  <Application>Microsoft Macintosh PowerPoint</Application>
  <PresentationFormat>Widescreen</PresentationFormat>
  <Paragraphs>131</Paragraphs>
  <Slides>21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Aptos</vt:lpstr>
      <vt:lpstr>Aptos Display</vt:lpstr>
      <vt:lpstr>Arial</vt:lpstr>
      <vt:lpstr>Wingdings</vt:lpstr>
      <vt:lpstr>Office Theme</vt:lpstr>
      <vt:lpstr>Java SE 17 –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Dinh Vinh Mai</dc:creator>
  <cp:lastModifiedBy>Mai Dinh Vinh  (S.CECS)</cp:lastModifiedBy>
  <cp:revision>56</cp:revision>
  <dcterms:created xsi:type="dcterms:W3CDTF">2024-07-05T03:43:45Z</dcterms:created>
  <dcterms:modified xsi:type="dcterms:W3CDTF">2025-12-25T07:03:51Z</dcterms:modified>
</cp:coreProperties>
</file>