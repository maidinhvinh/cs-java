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5CD2C29-6869-4EB9-A262-397E95AA9D5D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12651-E492-4749-A948-8FB040B70964}" v="10997" dt="2024-07-11T23:31:0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57" autoAdjust="0"/>
    <p:restoredTop sz="92164"/>
  </p:normalViewPr>
  <p:slideViewPr>
    <p:cSldViewPr snapToGrid="0">
      <p:cViewPr varScale="1">
        <p:scale>
          <a:sx n="115" d="100"/>
          <a:sy n="115" d="100"/>
        </p:scale>
        <p:origin x="3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h Vinh Mai" userId="b8e4a559-41e0-4141-8dc1-330451d69615" providerId="ADAL" clId="{9AF12651-E492-4749-A948-8FB040B70964}"/>
    <pc:docChg chg="undo custSel addSld delSld modSld sldOrd addSection delSection modSection">
      <pc:chgData name="Dinh Vinh Mai" userId="b8e4a559-41e0-4141-8dc1-330451d69615" providerId="ADAL" clId="{9AF12651-E492-4749-A948-8FB040B70964}" dt="2024-07-11T23:31:06.508" v="15304" actId="20577"/>
      <pc:docMkLst>
        <pc:docMk/>
      </pc:docMkLst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17268900" sldId="256"/>
        </pc:sldMkLst>
      </pc:sldChg>
      <pc:sldChg chg="modSp new mod">
        <pc:chgData name="Dinh Vinh Mai" userId="b8e4a559-41e0-4141-8dc1-330451d69615" providerId="ADAL" clId="{9AF12651-E492-4749-A948-8FB040B70964}" dt="2024-07-11T01:42:31.374" v="77" actId="20577"/>
        <pc:sldMkLst>
          <pc:docMk/>
          <pc:sldMk cId="2437323191" sldId="256"/>
        </pc:sldMkLst>
        <pc:spChg chg="mod">
          <ac:chgData name="Dinh Vinh Mai" userId="b8e4a559-41e0-4141-8dc1-330451d69615" providerId="ADAL" clId="{9AF12651-E492-4749-A948-8FB040B70964}" dt="2024-07-11T01:41:58.931" v="44" actId="20577"/>
          <ac:spMkLst>
            <pc:docMk/>
            <pc:sldMk cId="2437323191" sldId="256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2:31.374" v="77" actId="20577"/>
          <ac:spMkLst>
            <pc:docMk/>
            <pc:sldMk cId="2437323191" sldId="256"/>
            <ac:spMk id="3" creationId="{96DD8BC4-D539-661E-8A88-53AF6C208F93}"/>
          </ac:spMkLst>
        </pc:spChg>
      </pc:sldChg>
      <pc:sldChg chg="addSp delSp modSp add del mod">
        <pc:chgData name="Dinh Vinh Mai" userId="b8e4a559-41e0-4141-8dc1-330451d69615" providerId="ADAL" clId="{9AF12651-E492-4749-A948-8FB040B70964}" dt="2024-07-11T01:48:04.827" v="216" actId="47"/>
        <pc:sldMkLst>
          <pc:docMk/>
          <pc:sldMk cId="1145363845" sldId="257"/>
        </pc:sldMkLst>
        <pc:spChg chg="del mod">
          <ac:chgData name="Dinh Vinh Mai" userId="b8e4a559-41e0-4141-8dc1-330451d69615" providerId="ADAL" clId="{9AF12651-E492-4749-A948-8FB040B70964}" dt="2024-07-11T01:44:11.394" v="80" actId="478"/>
          <ac:spMkLst>
            <pc:docMk/>
            <pc:sldMk cId="1145363845" sldId="257"/>
            <ac:spMk id="2" creationId="{5F432DBD-CB83-55BD-128C-2C66E47798F8}"/>
          </ac:spMkLst>
        </pc:spChg>
        <pc:spChg chg="mod">
          <ac:chgData name="Dinh Vinh Mai" userId="b8e4a559-41e0-4141-8dc1-330451d69615" providerId="ADAL" clId="{9AF12651-E492-4749-A948-8FB040B70964}" dt="2024-07-11T01:46:05.600" v="116" actId="1076"/>
          <ac:spMkLst>
            <pc:docMk/>
            <pc:sldMk cId="1145363845" sldId="257"/>
            <ac:spMk id="3" creationId="{96DD8BC4-D539-661E-8A88-53AF6C208F93}"/>
          </ac:spMkLst>
        </pc:spChg>
        <pc:spChg chg="add del mod">
          <ac:chgData name="Dinh Vinh Mai" userId="b8e4a559-41e0-4141-8dc1-330451d69615" providerId="ADAL" clId="{9AF12651-E492-4749-A948-8FB040B70964}" dt="2024-07-11T01:47:56.554" v="215" actId="478"/>
          <ac:spMkLst>
            <pc:docMk/>
            <pc:sldMk cId="1145363845" sldId="257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564134708" sldId="257"/>
        </pc:sldMkLst>
      </pc:sldChg>
      <pc:sldChg chg="modSp add mod modAnim">
        <pc:chgData name="Dinh Vinh Mai" userId="b8e4a559-41e0-4141-8dc1-330451d69615" providerId="ADAL" clId="{9AF12651-E492-4749-A948-8FB040B70964}" dt="2024-07-11T02:13:51.984" v="3027"/>
        <pc:sldMkLst>
          <pc:docMk/>
          <pc:sldMk cId="715447292" sldId="258"/>
        </pc:sldMkLst>
        <pc:spChg chg="mod">
          <ac:chgData name="Dinh Vinh Mai" userId="b8e4a559-41e0-4141-8dc1-330451d69615" providerId="ADAL" clId="{9AF12651-E492-4749-A948-8FB040B70964}" dt="2024-07-11T02:13:26.874" v="3021" actId="20577"/>
          <ac:spMkLst>
            <pc:docMk/>
            <pc:sldMk cId="715447292" sldId="258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315607852" sldId="258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400435694" sldId="259"/>
        </pc:sldMkLst>
      </pc:sldChg>
      <pc:sldChg chg="modSp add modAnim">
        <pc:chgData name="Dinh Vinh Mai" userId="b8e4a559-41e0-4141-8dc1-330451d69615" providerId="ADAL" clId="{9AF12651-E492-4749-A948-8FB040B70964}" dt="2024-07-11T08:30:39.020" v="5812"/>
        <pc:sldMkLst>
          <pc:docMk/>
          <pc:sldMk cId="2078495021" sldId="259"/>
        </pc:sldMkLst>
        <pc:spChg chg="mod">
          <ac:chgData name="Dinh Vinh Mai" userId="b8e4a559-41e0-4141-8dc1-330451d69615" providerId="ADAL" clId="{9AF12651-E492-4749-A948-8FB040B70964}" dt="2024-07-11T08:30:19.371" v="5808" actId="20577"/>
          <ac:spMkLst>
            <pc:docMk/>
            <pc:sldMk cId="2078495021" sldId="259"/>
            <ac:spMk id="4" creationId="{BBA13038-CAB8-FCA0-CDE8-65E40C2F10A3}"/>
          </ac:spMkLst>
        </pc:spChg>
      </pc:sldChg>
      <pc:sldChg chg="addSp modSp add mod modAnim">
        <pc:chgData name="Dinh Vinh Mai" userId="b8e4a559-41e0-4141-8dc1-330451d69615" providerId="ADAL" clId="{9AF12651-E492-4749-A948-8FB040B70964}" dt="2024-07-11T08:44:30.109" v="6044" actId="14100"/>
        <pc:sldMkLst>
          <pc:docMk/>
          <pc:sldMk cId="114777668" sldId="260"/>
        </pc:sldMkLst>
        <pc:spChg chg="mod">
          <ac:chgData name="Dinh Vinh Mai" userId="b8e4a559-41e0-4141-8dc1-330451d69615" providerId="ADAL" clId="{9AF12651-E492-4749-A948-8FB040B70964}" dt="2024-07-11T08:33:51.742" v="5824" actId="1076"/>
          <ac:spMkLst>
            <pc:docMk/>
            <pc:sldMk cId="114777668" sldId="260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8:32:24.252" v="5814" actId="20577"/>
          <ac:spMkLst>
            <pc:docMk/>
            <pc:sldMk cId="114777668" sldId="260"/>
            <ac:spMk id="4" creationId="{BBA13038-CAB8-FCA0-CDE8-65E40C2F10A3}"/>
          </ac:spMkLst>
        </pc:spChg>
        <pc:spChg chg="add mod">
          <ac:chgData name="Dinh Vinh Mai" userId="b8e4a559-41e0-4141-8dc1-330451d69615" providerId="ADAL" clId="{9AF12651-E492-4749-A948-8FB040B70964}" dt="2024-07-11T08:44:24.609" v="6040" actId="14100"/>
          <ac:spMkLst>
            <pc:docMk/>
            <pc:sldMk cId="114777668" sldId="260"/>
            <ac:spMk id="6" creationId="{4914E028-BBB3-509D-27BD-0D7E14D586F4}"/>
          </ac:spMkLst>
        </pc:spChg>
        <pc:picChg chg="add mod">
          <ac:chgData name="Dinh Vinh Mai" userId="b8e4a559-41e0-4141-8dc1-330451d69615" providerId="ADAL" clId="{9AF12651-E492-4749-A948-8FB040B70964}" dt="2024-07-11T08:44:30.109" v="6044" actId="14100"/>
          <ac:picMkLst>
            <pc:docMk/>
            <pc:sldMk cId="114777668" sldId="260"/>
            <ac:picMk id="5" creationId="{85C0B44A-39CB-36E8-9FE5-05418ECC25C9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028437802" sldId="260"/>
        </pc:sldMkLst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15264614" sldId="261"/>
        </pc:sldMkLst>
      </pc:sldChg>
      <pc:sldChg chg="addSp delSp modSp add mod">
        <pc:chgData name="Dinh Vinh Mai" userId="b8e4a559-41e0-4141-8dc1-330451d69615" providerId="ADAL" clId="{9AF12651-E492-4749-A948-8FB040B70964}" dt="2024-07-11T08:56:12.775" v="7015" actId="5793"/>
        <pc:sldMkLst>
          <pc:docMk/>
          <pc:sldMk cId="646613574" sldId="261"/>
        </pc:sldMkLst>
        <pc:spChg chg="mod">
          <ac:chgData name="Dinh Vinh Mai" userId="b8e4a559-41e0-4141-8dc1-330451d69615" providerId="ADAL" clId="{9AF12651-E492-4749-A948-8FB040B70964}" dt="2024-07-11T08:56:12.775" v="7015" actId="5793"/>
          <ac:spMkLst>
            <pc:docMk/>
            <pc:sldMk cId="646613574" sldId="261"/>
            <ac:spMk id="6" creationId="{4914E028-BBB3-509D-27BD-0D7E14D586F4}"/>
          </ac:spMkLst>
        </pc:spChg>
        <pc:picChg chg="del">
          <ac:chgData name="Dinh Vinh Mai" userId="b8e4a559-41e0-4141-8dc1-330451d69615" providerId="ADAL" clId="{9AF12651-E492-4749-A948-8FB040B70964}" dt="2024-07-11T08:44:57.780" v="6049" actId="478"/>
          <ac:picMkLst>
            <pc:docMk/>
            <pc:sldMk cId="646613574" sldId="261"/>
            <ac:picMk id="5" creationId="{85C0B44A-39CB-36E8-9FE5-05418ECC25C9}"/>
          </ac:picMkLst>
        </pc:picChg>
        <pc:picChg chg="add mod">
          <ac:chgData name="Dinh Vinh Mai" userId="b8e4a559-41e0-4141-8dc1-330451d69615" providerId="ADAL" clId="{9AF12651-E492-4749-A948-8FB040B70964}" dt="2024-07-11T08:45:06.295" v="6054" actId="1076"/>
          <ac:picMkLst>
            <pc:docMk/>
            <pc:sldMk cId="646613574" sldId="261"/>
            <ac:picMk id="7" creationId="{DEB481D6-5356-0DD2-3F6F-3A03A44D641A}"/>
          </ac:picMkLst>
        </pc:pic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2377540471" sldId="262"/>
        </pc:sldMkLst>
      </pc:sldChg>
      <pc:sldChg chg="addSp modSp add mod ord modAnim">
        <pc:chgData name="Dinh Vinh Mai" userId="b8e4a559-41e0-4141-8dc1-330451d69615" providerId="ADAL" clId="{9AF12651-E492-4749-A948-8FB040B70964}" dt="2024-07-11T22:49:23.115" v="11711" actId="20577"/>
        <pc:sldMkLst>
          <pc:docMk/>
          <pc:sldMk cId="2729605296" sldId="262"/>
        </pc:sldMkLst>
        <pc:spChg chg="add mod">
          <ac:chgData name="Dinh Vinh Mai" userId="b8e4a559-41e0-4141-8dc1-330451d69615" providerId="ADAL" clId="{9AF12651-E492-4749-A948-8FB040B70964}" dt="2024-07-11T22:49:23.115" v="11711" actId="20577"/>
          <ac:spMkLst>
            <pc:docMk/>
            <pc:sldMk cId="2729605296" sldId="262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09:05:22.824" v="7310" actId="20577"/>
          <ac:spMkLst>
            <pc:docMk/>
            <pc:sldMk cId="2729605296" sldId="262"/>
            <ac:spMk id="3" creationId="{96DD8BC4-D539-661E-8A88-53AF6C208F93}"/>
          </ac:spMkLst>
        </pc:spChg>
        <pc:spChg chg="mod">
          <ac:chgData name="Dinh Vinh Mai" userId="b8e4a559-41e0-4141-8dc1-330451d69615" providerId="ADAL" clId="{9AF12651-E492-4749-A948-8FB040B70964}" dt="2024-07-11T09:05:04.583" v="7283" actId="20577"/>
          <ac:spMkLst>
            <pc:docMk/>
            <pc:sldMk cId="2729605296" sldId="262"/>
            <ac:spMk id="4" creationId="{BBA13038-CAB8-FCA0-CDE8-65E40C2F10A3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1501040282" sldId="263"/>
        </pc:sldMkLst>
      </pc:sldChg>
      <pc:sldChg chg="add ord">
        <pc:chgData name="Dinh Vinh Mai" userId="b8e4a559-41e0-4141-8dc1-330451d69615" providerId="ADAL" clId="{9AF12651-E492-4749-A948-8FB040B70964}" dt="2024-07-11T22:49:33.159" v="11713"/>
        <pc:sldMkLst>
          <pc:docMk/>
          <pc:sldMk cId="2236708295" sldId="263"/>
        </pc:sldMkLst>
      </pc:sldChg>
      <pc:sldChg chg="add del ord">
        <pc:chgData name="Dinh Vinh Mai" userId="b8e4a559-41e0-4141-8dc1-330451d69615" providerId="ADAL" clId="{9AF12651-E492-4749-A948-8FB040B70964}" dt="2024-07-11T09:05:35.894" v="7314" actId="47"/>
        <pc:sldMkLst>
          <pc:docMk/>
          <pc:sldMk cId="2960663922" sldId="263"/>
        </pc:sldMkLst>
      </pc:sldChg>
      <pc:sldChg chg="modSp add modAnim">
        <pc:chgData name="Dinh Vinh Mai" userId="b8e4a559-41e0-4141-8dc1-330451d69615" providerId="ADAL" clId="{9AF12651-E492-4749-A948-8FB040B70964}" dt="2024-07-11T23:16:27.961" v="14529" actId="207"/>
        <pc:sldMkLst>
          <pc:docMk/>
          <pc:sldMk cId="193709571" sldId="264"/>
        </pc:sldMkLst>
        <pc:spChg chg="mod">
          <ac:chgData name="Dinh Vinh Mai" userId="b8e4a559-41e0-4141-8dc1-330451d69615" providerId="ADAL" clId="{9AF12651-E492-4749-A948-8FB040B70964}" dt="2024-07-11T23:16:27.961" v="14529" actId="207"/>
          <ac:spMkLst>
            <pc:docMk/>
            <pc:sldMk cId="193709571" sldId="264"/>
            <ac:spMk id="2" creationId="{98D47709-0A78-AACC-5CCE-FD59A7D17E27}"/>
          </ac:spMkLst>
        </pc:spChg>
      </pc:sldChg>
      <pc:sldChg chg="del">
        <pc:chgData name="Dinh Vinh Mai" userId="b8e4a559-41e0-4141-8dc1-330451d69615" providerId="ADAL" clId="{9AF12651-E492-4749-A948-8FB040B70964}" dt="2024-07-11T01:41:42.792" v="0" actId="47"/>
        <pc:sldMkLst>
          <pc:docMk/>
          <pc:sldMk cId="364621379" sldId="264"/>
        </pc:sldMkLst>
      </pc:sldChg>
      <pc:sldChg chg="modSp add mod modAnim">
        <pc:chgData name="Dinh Vinh Mai" userId="b8e4a559-41e0-4141-8dc1-330451d69615" providerId="ADAL" clId="{9AF12651-E492-4749-A948-8FB040B70964}" dt="2024-07-11T23:31:06.508" v="15304" actId="20577"/>
        <pc:sldMkLst>
          <pc:docMk/>
          <pc:sldMk cId="3978505155" sldId="265"/>
        </pc:sldMkLst>
        <pc:spChg chg="mod">
          <ac:chgData name="Dinh Vinh Mai" userId="b8e4a559-41e0-4141-8dc1-330451d69615" providerId="ADAL" clId="{9AF12651-E492-4749-A948-8FB040B70964}" dt="2024-07-11T23:31:06.508" v="15304" actId="20577"/>
          <ac:spMkLst>
            <pc:docMk/>
            <pc:sldMk cId="3978505155" sldId="265"/>
            <ac:spMk id="2" creationId="{98D47709-0A78-AACC-5CCE-FD59A7D17E27}"/>
          </ac:spMkLst>
        </pc:spChg>
        <pc:spChg chg="mod">
          <ac:chgData name="Dinh Vinh Mai" userId="b8e4a559-41e0-4141-8dc1-330451d69615" providerId="ADAL" clId="{9AF12651-E492-4749-A948-8FB040B70964}" dt="2024-07-11T23:21:20.391" v="14574" actId="20577"/>
          <ac:spMkLst>
            <pc:docMk/>
            <pc:sldMk cId="3978505155" sldId="265"/>
            <ac:spMk id="3" creationId="{96DD8BC4-D539-661E-8A88-53AF6C208F9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3:42.596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168 206 24575,'39'-4'0,"18"3"0,-25-3 0,47-3 0,20-2 0,-5-6-492,-20 7 0,0 0 0,-22 0 0,-1-1 0,14 1 0,1-1 410,-4 0 0,-3 0 145,30-6-63,-28 6 0,1 1 0,-6 0 0,1 0 0,21 3 0,2 0 0,-17-3 0,0 1-325,16 6 0,-1 0 325,-19-2 0,-3 0 0,-4 3 0,-1 0-224,8-4 0,-8 1 224,-22 1 983,38-5-562,-48 7 276,8 0-697,2 0 983,-14 0-463,31 0 27,-27 0-547,16 3 0,-13-2 0,36 3 0,-13 2 0,16-5 0,-14 5 0,-7-6 0,52 8 0,-31 0 0,31 7 0,-31-8 0,2 11 0,11-8 0,0 11 0,-11-7 0,-6-6 0,-1 0 0,-3 4 0,9-4 0,-4 0 0,-28 1 0,57 6 0,-58-6 0,29 3 0,21 9 0,-28-7 0,31 7 0,-45-10 0,11 0 0,-22-5 0,12 0 0,-28-6 0,-3 0 0,-44-21 0,-45-10 0,-10 4-492,14 8 0,-2 4 183,30 9 0,-5 3 309,-27-1 0,-14 1 0,5-1-492,-5-4 0,-2 0 246,24 5 0,-5 1 0,-2-1 0,4 0-82,-8-3 0,3-1 0,-1 0 95,-4 0 0,-1 0 0,-2 1-13,15 0 0,-1 1 0,-2 0 0,0 0 0,-3 0 0,-2 0 0,2 0 0,3-1-82,-4 0 0,4-1 0,-4 1 82,6 3 0,-4 0 0,0 1 0,7-1-82,1-3 0,6 0 0,-1 1 0,-3 3 0,0 2 0,0 0 104,-3-3 1,0-1 0,6 2 223,0 1 0,6 2 0,3 1 0,2 0 983,-44-1 0,68 7 0,-10-7 0,25 3 0,4-1 0,1-2 0,1 5 0,-2-5 0,2 5 0,0-5 0,-3 5 0,3-2-952,-3 0-31,-6-1 0,7 0 0,-6-2 0,14 5 0,5 4 0,34 9 0,14 6 0,25 5 0,11-7-492,-36-7 0,2-2 363,3-4 1,4-1-364,23 4 0,2 0 126,-22-4 0,1-1 38,4-1 0,6-1 0,-5 0-164,-1-1 0,1-1 488,1 0 1,5-1-1,-4-1 4,9-2 0,-2 0-492,9 0 0,-2 0 476,-16-3 1,-1-2 15,-4 1 0,-2-1 0,-4-4 0,0 1 0,5 2 0,-2 2 722,42-3-722,-24 7 0,3 0 0,-26 0 983,0 0-473,26 0-510,-13 0 0,-6 3 983,-4-2 0,-43 5 0,3-5-481,0 2-217,-7 0-285,26 4 0,-20-3 0,12 2 0,-23-10 0,-33 4 0,-35-11 0,-23 9 0,-10 2 0,17-4 0,-3 0-328,5 3 0,-6 2 0,4-1-164,-12 0 0,3 0 0,-7 0 0,0 0 0,-2 0 0,4 0 0,28 3 0,3 0 423,-8 0 0,8 2 69,24 3 0,-3-1 0,49-7 983,64 0 0,-30 0-916,20 0 0,10 0 424,-9 0 1,0 0-291,-4 0 0,5 0-529,3 0 0,8 0 0,-5 0-164,10-1 0,-3 2 275,5 2 1,1 0-276,16-2 0,-7 0 386,-4 6-212,-30-7 1,2 0 317,-7 0 0,-2 0 0,21 0 0,-8 3 0,0 1 0,6-2 983,2 6-832,-13-8 832,-26 0 0,10 0 0,-25 0-210,-4-3 70,-5 2-843,2-2 0,0 3 0,-2 0 0,11 4 0,-1 1 0,21-1 0,2 0 0,0-4 0,28-14 0,-47 10 0,22-10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3:44.897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308 248 24575,'31'0'0,"25"0"-984,-33 0 0,35 0 0,-18 0 0,11 0 0,-1 0 0,42-8 0,-42 2 1088,29-7-104,-57 2 0,3 1 0,-9 3 983,1-1 0,-4 8 0,-5-7 0,2 6 0,-3-5 0,-26-6-97,5 6-886,-24-5 0,17 11 0,1 0 0,0 0 0,4 3 0,-20 3 0,12 3 0,-4-3 0,-8 4 0,5-3 0,-30 6 0,-12-5 0,17-2 0,-13 0 0,45-2 0,-3 3 0,75 2 0,16 1 0,-10-6 0,4 0 0,4 4 0,5 0 0,-1-4 0,6-2 0,-2 2-492,17 6 0,2-1 164,-13-5 0,4-1 0,-4 0-51,16 2 1,-8-1 378,13-4 0,-6 0 0,-78-3 0,-10-1 0,-28-3 0,-24 4 0,-9 0 0,-3 3 0,-1 0 0,-12 0 491,17 0 1,-2 0 491,-35 0-901,25 0-82,-2 0 0,39 0 0,-4 0 0,17-3 0,-5-1 0,21-6 0,13-5 677,-1 4-677,1-3 0,-7 7 0,-3 0 0,-3-4 0,-4 4 0,-41-22 0,25 17 0,-45-16 0,44 23 0,-4 0 0,15 8 0,13-2 0,-32-27 0,-38 11 0,7-10 0,-8 2 0,-8 15 0,-2 3 0,11-7 0,4 1 0,-29 9 0,47-5 0,30 10 0,2-2 0,8 2 0,33 9 0,12-2 0,32 10 0,-5-12 0,7-2 0,-8-6 0,32 0 0,-16 0-492,-16 0 0,0 0-302,8 0 794,21 0 0,-42-5 0,0 3 0,-10-3 0,-11 5 0,-13 0 0,-9 0 983,0 0-188,3 0-795,7 0 0,-2 0 0,2 0 0,-7 0 0,-3 0 0,3 0 0,-2 0 0,2 0 0,0 0 0,1 0 0,30 0 0,-20 0 0,16 0 0,-27 0 0,-3 0 0,12 0 0,-9 0 0,6 3 0,-42 33 0,-37 17 0,14-10 0,-1 0 0,-20 7 0,14-10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3:46.622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0 94 24575,'31'18'0,"9"6"0,11-11 0,2 5 0,-9-10 0,3 3 0,-13-9 0,27-3 0,-24-4 0,40-24 0,-48 16 0,50-22 0,-47 23 0,36-15 0,-35 20 0,45-21 0,-32 25 0,25-12 0,0 15 0,-26 0 0,13 4 0,0-3 0,-29 6 0,19-6 0,-35 2 0,-5-3 0,2 0 0,0 0 0,-2 0 0,2 0 0,0 0 0,17-5 0,-12 3 0,12-3 0,-20 5 0,-30 20 0,13-12 0,-26 24 0,5-14 0,-15 10-984,9-11 0,-41 11 0,39-21 492,-11 1 0,-3-2-492,-5-6 492,-13-3 0,-2-2-492,-4-4 492,-12-4 0,0-1 207,12-2 27,3 5 1,4 3 257,22 2 983,-15 3 0,46 2 0,13-5 0,47-1 0,14-5 0,22-2 0,-19 5-47,19-4-81,-41 7-855,41-9 0,-58 7 0,5 1 0,-19 4 0,-66 3 0,23 0 0,-44 0 0,48 0 0,12 0 0,6 0 0,6 3 0,4 8 0,11-3 0,10 10 0,-1-13 0,9 7 0,7-5 0,-11-2 0,14 1 0,-26-6 0,10 0 0,-11 0 0,2 0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5:34.871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0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5:35.643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5:36.189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5:36.992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5:37.531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0 0 24575,'23'0'0,"-7"0"0,-13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6:12.334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81 130 24575,'63'7'0,"-4"2"0,35 6-984,-7-6 492,-20-1 0,5-1 0,-5-5 0,5-1 164,-2 1 0,6 1 0,-2 0-106,26 2 1,0-1 433,-29-3 0,1-1 0,0 1 0,-2 2 0,0 0 0,0 0-492,27-3 0,0 0 349,-26 0 0,1 0 0,0 0 143,1-1 0,0 1 0,-4 1 0,13 2 0,-1 1-328,-15-4 0,4 0 0,-4 1-117,10 7 0,0 0 445,21-6 0,-3-2 71,-30 4 0,-2 1-71,15-1 0,-9 0 0,-18-2 491,7 2 1,-4 0 222,-24-4 269,28 0 0,-45 0 0,4 0 0,-6 0 0,1 0 0,0 0-630,19 0-353,-15 3 0,15-2 0,-10 2 0,32 4 0,-17-5 0,34 5 0,-40-7 0,19 0 0,34-8 0,-32 6 0,29-10 0,-52 11 0,0-3 0,0 4 0,10 0 0,56 0 0,-30 0-262,9 0 1,0 0 261,-11 0 0,31 0 0,0 0 0,-31 0 0,31-6 0,-10-3 0,-24 1 0,13-3 0,-23 10 0,2-2 0,2 2 0,14 1 0,-3 0 0,-2 0 0,-8 0 0,-3 0 0,-2 0 0,2-7 523,-13 5-523,0-4 0,-23 6 0,2 0 0,16 0 0,18 6 0,-7 0 0,46 9-638,1-1 638,-8 0 0,-31-9 0,-3-1 0,-5 0 0,-2-4 0,-14 0 0,-20 0 0,0-4 0,3 4 638,-2-4-638,5 1 0,-82-39 0,35 23 0,-25-8 0,-5 3 0,-2 10 0,-18 6-984,0-6 0,-13 12 492,38-9 0,-3-1 0,-14 5 0,-3 1 0,-12-7 0,1-1 0,19 5 0,0 1 164,6 1 0,-4 0 0,3 2-164,-11 0 0,2 1 0,0-1 0,-2 1 0,-26 4 0,6 0-492,8 0 1475,-11 0 1,0 0 491,0 0-656,30 0 1,-11 0 0,9 0-323,15 0 0,-1 0 0,-23 0 0,-12 0 0,12 0-5,21 0 0,2 0 0,-36 0 0,-4 0 0,15 0 0,4 0 214,17 0 1,0 0-215,-17 0 0,-2 0 0,9 0 0,5 0 0,-30 0 491,33 0 1,2 0 151,-12 0-643,11 0 0,0 0 0,-24 0 0,23 0 0,1 0 0,-10 0 0,-12 0 0,9 0 0,-18 0 0,20 0 0,-2 0 301,14 0 0,0 0-301,-19 0 0,0 0 0,20 0 0,4 0 0,-43 0 0,46 4 0,0 0 0,-43-3 983,0 6-436,11-7-547,-9 0 0,19 0 0,2 0 983,13 0-757,11 0-226,10 0 485,2 0-485,11 0 983,6 0-719,1 0-84,9 0 1,3 0-1,5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6:14.547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 1 24575,'19'3'0,"0"-2"0,-15 2 0,3-3 0,9 4 0,-4-3 0,45 17 0,-17-9 0,14 3 0,4 0 0,13 2 0,24 1-275,-42-6 0,-3-2 275,0 1 0,29 0 0,0-8 0,-29 0 0,43 0 0,-33 0 0,4-7 0,-7 6 0,1 1 0,16-7 0,-22 7 0,-2 0 0,1 0 0,-1 0 0,11 0 0,-8 0 0,3 4 0,1 0 0,6-2 0,-10 3 0,-3-1 0,-10-4 0,7 0 0,-7 0 550,21 0-550,2 0 0,21 0-661,13 0 661,3 0 0,-41 3 0,0 1 0,-4-3 0,0 0 0,6 3 0,-1 0 0,40-4 0,-6 0 0,-41 0 0,-5 0 0,10-7 0,-13-1 0,26 0 0,-9 2 0,-8 6 0,18 0 0,-19 0 0,8 0 0,2 0 78,3 0-78,-4 0 0,-1 0 0,3 0 0,-12 0 0,7 0 0,-30 0 0,9 0 0,-17 0 0,4 0 583,-9 0-583,4 0 0,-6 0 0,0-3 0,6 2 0,-4-5 0,9 5 0,-4-2 0,1 0 0,3 2 0,7-8 0,8 7 0,21-10 0,-8 11 0,7-6 0,-9 1 0,-1 5 0,0-5 0,1 6 0,9 0 0,3 0-984,16 0 824,11 4 1,-1 1 159,-16-3 0,-14 2 0,-5 0 0,-17-4 0,1 0 0,-28 0 0,-3 0 0,3-3 983,-2 2-663,2-2-320,0 3 0,-2 0 0,2 0 0,0 0 0,7 0 0,-2 0 0,2 0 0,-7 0 0,-3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6:16.404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 17 24575,'68'-8'0,"2"1"0,24 7-984,-15 0 894,5 0 90,-2 0 0,-16 7 0,28-5 0,-38 4 0,43-6 0,-50 4 0,2 0-492,25 1 0,6 1 0,2 3 0,2 1 0,8-5 0,1 0 122,-5 4 1,1-1 369,4-7 0,1 0 0,1 8 0,-2-1 0,-2-7 0,-5 0 0,-29 4 0,-2-1-194,16-3 0,-5-2 194,4-7 0,9 7 0,6-14 419,-63 13-419,53-11 983,-56 11-392,46-11 392,-46 11 0,36-4 0,-34 2-772,9 3-211,4-9 0,-12 9 0,8-5 0,-13 6 0,22 0 0,-15 0 0,33 0 0,-19 0 0,10 0 0,5 0 0,3 0-984,18 0 610,-12 0 1,-2 0 373,12 0-182,0 0 182,-11 0 0,-2 0 0,-11 0 0,1-6 0,9 5 0,2-2 0,2 0-350,26 3 350,-17 0 0,1 0 0,12 0-352,1 0 352,-3-6 0,-21 4 0,-2-5 0,-11 7 0,-10 0 983,8 0 0,-8 0-334,10 0-649,1 0 0,9 0 0,4 7 0,9-5 0,1 11 0,0-12 0,10 13 0,13-12-492,-43 5 0,2 0 272,4-2 1,1 0 219,4 3 0,1 2 0,0-1 0,1-1 0,1-2 0,-2-2 0,-9 1 0,-4-2 0,32-3 0,-25 0 0,-9 0 0,-1 0 0,0 0 0,1 0 0,-17 0 983,2 0-543,-15 0-440,0 0 0,-1 0 0,-6 0 0,1 0 0,-1 0 0,6 0 0,1 0 0,6 0 0,0 0 0,-6 0 0,5 0 0,-11 0 0,11 0 0,-5 0 0,6 0 0,-6 0 0,-1 0 0,-6-3 0,1 2 0,-4-2 0,2 3 0,-5 0 0,2 0 0,3 0 0,-1 0 0,5 0 0,-6 0 0,3 0 0,-10 0 0,3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5:26:18.853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0 232 24575,'56'6'0,"1"0"0,7-1 0,8-1 0,-4 2 0,8 3 0,0-1-492,13-2 0,1 0 0,-11 2 0,-4 0 0,-12-7 0,1 0 14,25 8 0,3-1 478,-18-7 0,1 0 0,23 8 0,-4-1 0,-39-7 0,0 0 0,41 8 0,-1 0-634,2-7 634,-7 2 0,-1 0 0,-3-4 0,-6 0 0,-2 0 839,-7 0-839,21 0 0,-10 0 0,-35 0 0,16 0 983,-27 0-93,-18 0 93,13 0-368,-17 0-383,6 0-232,11 0 0,-1 0 0,7 0 0,-10 0 0,0 0 0,11 0 0,2 0 0,41 0 0,-33 0 0,20 0 0,-41-4 0,0 3 0,0-3 0,0 4 0,11 0 0,2 0 0,10 0 0,0 0 0,11 0 0,13 0 0,2-6 0,18 4 0,-17-11 0,7 11 0,-11-11 0,1 11 0,0-11 0,10 12-984,2-13 634,-7 12 1,2 2 349,-25-4 0,1 1 0,29 3 0,-1 0-495,14-7 495,-2 5 0,-23-5 0,7 7 0,-25-6 0,15 5 0,-31-5 0,9 1 0,2 2 0,2 1 0,3-2 0,1-1 0,6-1 0,32 4 0,-37-5 0,5 7 0,-47 0 0,-9-3 983,6 2-328,-8-2-115,9 3-540,-4 0 0,-2 0 0,2 0 0,0 0 0,17 0 0,-9 0 0,18 0 0,-20 0 0,20 0 0,-21 0 0,11 0 0,-25 0 0,-19-23 0,-36-13 0,-2 2 0,-6 1 0,7 8 0,-1 3 0,-10 0 0,2 6 0,-9 9 0,22 7 0,-17 0 0,22 6 0,-45-5-492,32 1 0,-1 2 87,2-1 1,-2 1 404,-16 1 0,0 0 0,8 0 0,5-1-733,-30 4 733,27-8 0,-2 0 0,17 4 0,0 0 0,-22-3 0,2 0 0,-22 7 0,27-7 0,1-2 0,-17 1 0,-18 0 0,46 0 0,6 0 0,3 0 0,-45 0 0,45 0 0,-16 0 0,-28 0 0,38 0 0,-10-1 0,-1 2 0,3 5 983,-22-5-244,41 5-739,-50-6 0,40 0 0,-1 0 0,-1 0 0,-11 0-197,1-4 1,-3-1 196,-22 3 0,29-3 0,1 1 0,-25 4 0,37 0 0,-8 0 0,-14 0 0,35 0 0,-47 0 0,-3 0 0,21 0 0,-31 0 0,21 0 0,26 0 0,-8 0 0,33 0 983,6 0-769,0 0-214,-27 7 0,14-6 0,-20 10 0,20-10 0,-1 3 0,1 0 0,0-3 0,6 3 0,-5 0 0,5-3 0,-6 3 0,0-4 0,-1 0 0,1 4 0,-10-3 0,-3 3 0,-21-4 0,-3 0 0,-20 0-659,-13 0 659,-3 0 0,47-3 0,-1-1 0,-43-5 0,10 0 0,3-5 0,31 12 0,11-4 0,16 6 0,14 0 0,-4 0 0,8 0 659,1-4-659,-3 4 0,-1-4 0,-3 1 0,2 2 0,2-2 0,3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9T17:49:32.145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769 282 24575,'31'-8'0,"31"-11"0,-17 6 0,26-9 0,-31 7 0,8 2 0,-8-2 0,0 4 0,8 4 0,23-5 0,-23 6 0,31-2 0,-50 3 0,19 0 0,-18 3 0,7-3 0,0 5 0,-7 0 0,7-4 0,-10 3 0,0-3 0,-5 1 0,-3 2 0,1-2 0,2-1 0,5-2 0,-1 1 0,1-3 0,0 7 0,-5-6 0,3 6 0,-3-6 0,5 6 0,10-3 0,55 4 0,-29 0 0,30 0 0,-46 0 0,-17 0 0,59 0 0,-49 0 0,50 0 0,-50 0 0,21 0 0,2 7 0,11-6 0,-1 12 0,22-11-984,-6 12 0,8-13 936,-37 3 1,-4 0 47,-1-4 0,17-4 0,-58 4 0,-3-4 0,-1 4 0,-3-3 983,6 2 0,-1-2-886,32 3-97,13 0 0,30 7 0,-21-5-492,-16 6 0,-1-1 419,10-5 73,14 6 0,6-8 0,-44-5 0,18 1 0,4-1-984,4-1 789,20-2 1,6 0 194,-37 3 0,0 0 0,22 0 0,5 0 0,0 0 0,-5 2 0,28 3 0,-31-3 0,-1 0 0,26 1 0,-41-4 982,8 6-982,-50-3 0,8 2 0,-9-2 983,5-1-518,-8 4-465,4-4 0,-4 4 0,7 0 0,-6 0 0,5-3 0,-5 2 0,5-2 0,-2 0 0,9 2 0,-4-2 0,19-2 0,0 3 0,25-4 0,-3 6 0,2 0-984,28 0 492,7 4 0,1 1 49,-44 0 0,-2-1-49,18 1 0,5 1 55,13 7 0,-2-1 437,-26-10 0,1 0 0,31 11 0,6 0 0,-2-7 0,-3-1 0,-21 4 0,-1-1-492,24-2 0,0-1 453,-32 3 0,0-1 39,32-1 0,0-1 0,-29 0 0,0 0 0,23 0 0,-2-1 0,13-4-496,-10 0 496,-3 0 0,-11 0 0,22 0 983,-43-3 0,26 2 0,-63-2 0,14 0 0,-21 2-319,6-2 27,-3 3-691,29 0 0,-19 0 0,56 0 0,-48 0 0,71 0 0,-63 0 0,42 0 0,-18 0 0,-5 0 0,4 0 0,-2 0 0,-25 0 0,14 0 0,-20 0 0,19 0 0,8 0 0,44 0-492,-38 0 0,3 0 248,5 0 1,-2 0 243,26 0-114,-2 0 114,-22-4 0,-46 3 0,-3-6 0,-8 3 0,0 0 983,-1 0-504,-2 1-356,2 2-123,0-5 0,1 5 0,3-2 0,0 3 0,6 0 0,-4 0 0,3 0 0,-4 0 0,-4 0 0,-76-3 0,-4 2 0,-7 0 0,-8-1-492,2 2 0,-4 0 164,14 0 0,-3 0 0,-4 0 0,-13 0 0,-3 0 0,-4 0 82,14 0 0,-2 0 0,-1 0 0,1 0 0,5 0 0,1-1 0,-1 1 0,-4 1 49,1 0 0,-5 1 1,-2 1-1,2-1 0,4 0-49,-3-2 0,5 1 0,0-1 0,-4 1 49,5 1 0,-4 0 1,-1 0-1,1 0 0,2 0-49,-11-2 0,1 0 0,2 0 0,-1 0 0,-2 0 0,1 0 0,-1 0 0,-1 0 49,17 0 0,-1 0 1,-1 0-1,1 0 0,1 0-23,-21 0 1,0 0-1,3 0 1,4 0 219,-4 0 0,5 0 0,-3 0-246,13 0 0,-3 0 0,1 1 0,6-2-82,4-2 0,5-1 0,-3 2 303,-24 1 1,-4 1 0,5-2 24,22-1 0,5-1 0,2 2 491,-19 5 1,6 1-1,19 0 1,7 1-310,-2 3 801,-2 3 0,37-10 0,4 3 0,10-1 0,0-2 0,0 8 0,-1-4 0,-5 8 0,8 4 0,-1-5 0,27 44-201,30-4-782,-15-14 0,5-1-492,21 0 0,7-6 367,-7-11 0,2-4 125,13 3 0,0-3 0,-8-9 0,-4-4 0,-8-4 0,-4-3-88,32-11 88,-14-14 0,-35 8 0,11 2 0,-35 9 0,4 2 983,-15 4-737,-44 1-153,-4 3-93,-4 0 0,-5 0-428,-33 0 428,-8 0 0,23 0 0,32 3 0,26 1 0,47 13 0,21 2 0,18 3 0,2 0-328,-4-1 0,2 0 0,7 1 131,-1-1 0,9 3 1,4 1-1,0-2 0,-2-2-49,8-2 0,-1-2 0,1-2 0,1 1 49,-9 0 0,2-1 1,1 1-1,-2-2 0,-3-3-49,3-2 0,-4-4 0,0 0 0,1 0 0,9 0 0,2 1 0,-1-2 0,-4 0-82,4-3 0,-4-2 0,-2 1 0,-1 0 0,-1 0 0,-7 0-164,0-2 0,-13 0-492,-9 2 0,-54-7 1967,-14-2 0,-39-10 0,-38-9-492,22 14 1,-4 1-1,-3 3 1,-3 2-1,-7 3 1,-1 2-293,5 2 1,-2 2 291,-15-1 1,1 0-358,24 0 1,-1 0-135,-3-3 0,-5 0 0,8 0 0,14 2 0,-1 0 0,-13-2 0,-7-1 0,4 2 0,-5 1 0,6 2 0,7-1 0,3 0 0,-4 0 0,13 0 0,30 0 0,-9-4 0,33 0 983,19-11-538,42-6-445,14-1 491,-23 9 1,3 1-136,42-4-356,-10 7 0,-33-1 0,-17 9 0,-37-2 0,-54 3 0,-3-4 0,-10-1-492,-23-5 0,-9 0 164,10 3 0,-7 0 0,0-2 82,21 0 0,-1-2 0,0 1 0,1 1-82,-22 3 0,0 3 0,-3-2 82,12-1 0,-4-2 0,2 1 0,5 0-82,1 3 0,5 1 0,-2-1 0,-12 0 0,-3 0 0,7 1 241,-11-2 0,8 1 87,15 4 0,7 0 0,-27 0 0,57 0 0,32 3 0,58 1 0,35 2 0,-3 10 0,8 1-201,-21-10 0,6-2 0,3 1 1,-1 1 200,5 4 0,0 2 0,1 1 0,1-4 0,7-2 0,2-3 0,0 0 0,-2 1-224,-10 1 0,-2 1 0,0 0 1,5-1 223,-2-4 0,4 0 0,2-1 0,-3-1 0,-6 1 0,12 2 0,-7-1 0,3-1-246,-8-1 0,4-1 0,-4-1 0,-10 1 64,0 0 1,-9 0 181,31-3 0,-90-6 0,-13-4 0,-33-1 0,-10 1 983,-22-7-492,2 6 1,-10 1-165,18 7 1,-3 0 0,0 0-1,-4-3 1,-1-1 0,-5 0-574,5 4 0,-5 1 0,-1 0 0,-1-2 39,0-2 0,0-1 1,-1 0-1,0 0 207,-4 1 0,0 1 0,-1 0 0,0 0 0,-2 0 0,0-1 0,-1 1 0,3 0 0,5 2 0,0 0 0,3 2 0,3-1 0,-9 1 0,5 1 0,6 1 0,-3 3 0,11 2 0,-3-2 0,63 3 0,45 4 0,43 1 0,1 0-328,-17-1 0,1 0 0,7 1 131,3 0 0,9 2 1,5-1-1,1 1 0,-4-3 0,-5-2 0,-2-1 1,1 0-1,0-2 0,2 1 0,12 1 0,2-1 1,2 0-1,-1 0 0,-1-2 41,-5-1 0,-2 0 0,0-2 0,0 1 0,0-1 156,-1 1 0,1 1 0,-1-1 0,0 0 0,0-1-197,1 0 0,1 0 1,-1-1-1,-2 0 0,-6-1-131,22-3 0,-6 0 0,0-2 543,-18 2 0,3-1 0,-5-1 1,-12-1-216,-9-3 0,-10 0 983,18-8 0,-65 13 0,-13-5 0,-36-1 0,-17-4-492,0 7 1,-7 3-1,1 1 1,-6 2-165,-5 1 1,-9 0 0,2 1-431,6 1 0,1 1 0,-2 1 103,10-1 0,-3 0 0,0 0 0,1 0 0,-16 0 0,2 0 0,2 0 0,14-1 0,1 0 0,3 3 0,-29 5 0,11 1 0,-2-4 0,59 22 0,46-19 0,49 7 0,16 2-492,-23-3 0,4-1 208,22-1 0,12 0 0,-8-2 284,-10 1 0,-2-1 0,-2 0 0,4 1 0,-12-3 0,10-3 983,3 16 0,-97-20-332,-53 11-651,-9-5 0,-12-1 138,2 4 1,-7 1-139,29-3 0,-6 0 0,-1 1 0,0 0-246,2 2 0,0 0 0,-1 1 0,0 0 0,0-1 0,1-1 0,-2 2 0,-2 2 0,-12 4 0,-3 3 0,1 2 0,4-1-82,-9 3 0,5 0 0,-3 3 104,10-3 1,-4 3 0,1 0 0,5-1 223,-2 3 0,6-2 0,-3 0-328,-14 1 0,-2-1 0,9-3-44,2 1 1,7-2 862,1-1 1,8-2 159,9-2 332,43-7 0,30-7-344,50 5-639,19 4 491,13-3 1,10-1-15,-19 1 1,4-2-450,5-3 1,9-3 0,-7 2-29,5 5 0,-4-1 0,8-6 0,-7-2 119,-31 4 0,-12 1-119,-14-2 0,-21-2 0,-82 6 0,-46 0-328,44-6 0,-2 0 0,-8-1 131,2 2 0,-8 0 1,-4 0-1,0 0 0,4-1-49,-6 0 0,3-2 0,-1 1 0,-4 0 49,-1 3 0,-5 0 1,-1 0-1,2 2 0,6 1-49,8 0 0,6 2 0,1 0 0,-6 1 127,-2 1 1,-6 0-1,-1 2 1,4-1-1,9 1 119,0 1 0,8 1 0,0 0 327,-9 1 1,0 0 0,15-2 93,0 1-421,41 4 0,110 3 0,-20-12 0,12-1 0,2 4 0,9 2 0,6-2-236,-10-4 0,4-3 1,3 0-1,-3 0 236,-5 1 0,-2 0 0,1-1 0,5-1-99,3 0 1,6-2 0,1 0 0,-1-1-1,-6 0 99,-5 0 0,-5-2 0,0 1 0,5 0 0,3 0 0,5 0 0,2 0 0,-4 0 0,-8 0-298,10 0 1,-9 0-1,-3 0 298,-7 0 0,-3 0 0,-12 0 0,16 0 0,-78 0 0,-52-3 0,-36-1 469,13 2 1,-9 2-470,0 1 0,-13 2 0,-2 0 0,6 2 0,0 1 0,4 1 0,-5 2 0,15 1 0,-5 2 0,-2 1 0,1 1 0,7-1 235,-18 4 0,6 1 1,-6 1-236,1 1 0,-7 1 0,0 1 0,6-3 0,-4 1 0,4-2 0,0-1 0,18-4 0,-1 0 0,1 0 0,5-1 308,-2 1 0,5 0 0,7-3-308,-7-5 0,20 3 0,37 8 0,72-16 0,8 0 0,23 0 0,7 0 0,-6 0-328,0 0 0,-3 1 0,12-2 309,-23-1 1,8-1 0,7 0-1,2-1 1,1 1 0,-4-1-1,-5 1-120,9 0 1,-5 1 0,-2-1 0,0 0 0,3-1 138,-9-2 0,2-1 0,1 0 0,-1-1 0,1 0 0,-2 1 0,14 0 0,0 1 0,-1-1 0,-2 1 0,-3-2 0,8-1 0,-4-2 0,-2 0 0,0 0-45,-3 1 0,0-1 0,-3 1 0,-7 0 45,-2 1 0,-7 0 0,-10 0 0,27-12 0,-81 13 0,-52-11 0,-13 5 0,-3 7 0,-15 2 0,-2 1 327,-4 0 1,-3 2 0,-3 1-292,9 0 1,-3 1-1,-3 0 1,-2 1 153,6 0 1,-5 0-1,-1 1 1,3 0 0,5 1-191,-13 2 0,6 2 0,-4 1 0,2 0 0,-5 2 0,2 1 0,10 0-153,-14 8 1,9 2 152,-8 6 0,10-1 0,8-2 0,35 5 0,105-1 0,1-8 0,15 0-328,2 0 0,11 0 0,15-1 300,-37-8 0,9-1 1,5 0-1,5 0 0,2 0 1,1-1-1,-2 0 0,-3-1-89,7 1 1,-3-2-1,0 1 1,1-1-1,2-1 1,3 1-1,5 0 117,-17-1 0,4-1 0,4 1 0,2 0 0,2 0 0,0 0 0,0-1 0,-1 1 0,-3-2 0,-4 1 0,-4-2-141,18 1 1,-7-1-1,-2-1 1,-3-1-1,1 1 1,2-1-1,5 1 31,-9 0 1,4 0 0,3 0 0,0 0-1,1 0 1,-1 0 0,-4-1 0,-2-1-1,-6 0-54,10-2 0,-6 0 0,-3-2 0,-1 0 0,-1 0 0,3 1 0,6-1 0,4 1 0,0 0 0,-3-1 0,-6 0 0,-8-1 491,17-4 1,-10 0 0,-12-1-80,2 1 0,-31-4-248,-48 0 0,-56-5 0,-32 3 0,14 3 0,-7 1 0,-12 0 0,16 3 0,-10 0 0,-5 0 0,-3 0 0,-1 2 0,1 0 0,-1 0 0,-1 2 0,0 0 0,-2 1 0,-2 0 0,-3 0 0,11 1 0,-2-1 0,-2 1 0,-2 0 0,-1 0 0,0 1 0,-1 1 0,1 1 0,7 1 0,-1 1 0,-2 0 0,1 2 0,-1 0 0,1 0 0,1 0 0,2 1 0,2-1 0,-9 1 0,3 0 0,2 0 0,1 0 0,-2 1 0,-3 1 0,-5 2 0,18-2 0,-4 1 0,-4 1 0,-3 1 0,0 1 0,-1-1 0,1 1 0,3 0 0,2-1 0,5 1 0,5-2-164,-20 5 0,7-1 0,5 0 0,1-1 0,-2 2 0,-6-1 81,6-1 1,-4 0 0,-4 0-1,0 1 1,-1-1 0,3 1 0,3-1-1,6-1 138,-21 4 0,5-1 0,4 0 0,5-1 0,4 1-55,6-1 0,6-1 0,3 0 0,2 0 327,-18 2 1,3 0 0,29 1 655,37 0-888,58-19 0,29-8-95,-5 1 0,9-1 0,7-1 0,8 0 0,9-2 0,5 0 0,2 1 0,-8 2 0,2 0 0,3 0 0,4 0 0,5-1 0,-19 2 0,5-1 0,3-1 0,2 1 0,2-1 0,0 1 0,-1 0 0,-1 1 0,-1 2 0,-1 0 0,0 2 0,1-1 0,-1 1 0,2-1 0,1-1 0,2 0 0,-10 0 0,0-1 0,3-1 0,0 1 0,0-2 0,1 1 0,0 0 0,-1 0 0,0 0 0,-2 1 0,5 0 0,1-1 0,-1 1 0,0 0 0,-1 0 0,-1 0 0,-1 0 0,0 0 0,-2 0-52,2-1 1,-1 1 0,-1 0 0,-1 0 0,0-1 0,-2 0-1,-2 0 1,-1-1 51,17-4 0,-1-1 0,-1 0 0,-4 0 0,-4 0 0,-6 2-202,6 0 0,-5 1 0,-7 0 0,-8-1 202,20-5 0,-30-2 983,-51 5 0,-72 24-818,2 2 1,-18 5 0,-7 2 0,5 1-166,6 0 0,2 2 0,-1 0 0,-7 1 0,-8 1 0,-7 2 0,-3 0 0,0 1 0,5 0 0,11-2 0,2 0 0,1 0 0,1 0 0,-2 0 0,-3 1 0,0-1 0,-1 1 0,0-1 0,1-1-197,0 0 0,0-1 1,1 0-1,0 1 0,-1 1 31,0 3 0,-1 1 0,1 1 1,1-1-1,1 0-80,-12 4 0,1-1 0,4-1 0,6 0 149,6 0 1,6 0 0,7-1 587,-9 4 1,22-5 491,43-17-546,49 1-437,42 3 327,-13-8 1,13 1 0,0-2-228,-9 0 0,0-2 0,8 0-44,-7-1 1,6 1-1,5-1 1,0 0 0,-4-2-57,13-1 0,-2-1 0,-1-1 0,1 0 0,1 0 0,-1 1 0,1 0 0,-2-3-110,-3-1 1,1-2 0,-5 0-1,-11 1 110,7 0 0,-11 0 0,-2-3 0,-27 3 0,-43 7 0,-53 7 0,-24-2 0,-20 1-246,23 3 0,-8 1 0,-5 1 0,-3-2 191,-1-2 0,-4-3 0,-3 1 0,-4-1 0,-3 3 22,12 1 0,-4 1 1,-3 2-1,-2-1 0,1 1 1,0-1-1,4 0 33,8-3 0,2-1 0,1 0 0,0 0 0,0 1 0,-1 0 0,0 2-110,-8 2 0,-2 1 0,-1 0 0,1 2 0,0 0 0,3 1 0,3-1 110,1 2 0,1 0 0,3 0 0,2 1 0,1 0 0,3 0-197,-3 0 0,3 0 1,2 0-1,1 1 0,1 2-5,-21 9 0,-1 3 1,5 0-1,14-6 693,3-2 1,10-1-49,-9 8 1,30-3 539,61-15 0,44-1-492,8 1 1,16-1-353,-16-7 1,7-2-1,5-1 1,2 0-140,11 3 0,2 0 0,5 0 0,5-2-89,-14-1 0,5-2 1,3 0-1,2-1 0,-2 0 1,-2 1 88,-7 0 0,-2 0 0,-1 1 0,0-1 0,2 0 0,0-1-164,9 0 0,3 0 0,0-1 0,0 0 0,-2 0 0,-3 0-33,5 0 0,-3 0 1,-1 0-1,-3-1 0,-3 1-3,6-1 0,-3 0 1,-3 0-1,-8-1 172,-2 1 0,-6-1 1,-17 2 27,-4 2 0,-145 0 0,19 0 0,-15 0 0,-9 0-57,10-2 0,-9 0 1,-5-1-1,-4 0 1,0 1 56,20 1 0,-3 1 0,-1-1 0,-1 1 0,-1 0 0,0 0 0,-1-1 0,-4 0 0,0-1 0,-1 0 0,-1-1 0,0 1 0,-2 1 0,-1 0 0,2 1 0,-2 0 0,-2 1 0,0 0 0,0 0 0,2 1 0,3 2 0,5 0 0,-5 2 0,6 1 0,3 2 0,0 0 0,-1 0 0,-2 2 0,1-2 0,-4 0 0,-2 1 0,1 1 0,3 1 0,5 2 0,8 2-246,-11 9 0,8 4 0,6 1 0,2-1 216,-11 1 1,5-2 0,13 3 520,19 4 1,11-2 491,4-4 0,76-1 0,43-10-656,-16-8 1,13-1 0,5-2-83,-10-3 1,3-1 0,4-1 0,2 0-196,-4 0 0,1 0 0,3 0 0,5 0 0,6-1-173,-12 0 0,8-1 0,3-1 0,4 1 0,0 0 0,-2-1 0,-4 1 0,-5 1-41,0 0 1,-6 1 0,-3 0 0,1-1 0,3 1 0,9-1 64,-12 0 1,7-1 0,4 1-1,4-1 1,1 0 0,0 0-1,-1 0 1,-3 0 0,-4 0-1,-6 1-65,17 0 0,-7 1 0,-3 0 0,-2-1 0,0 1 0,3-1 0,6 0 0,4-1 0,-1 0 0,-1 0 0,-4-1 0,-7 1-82,8 0 0,-4 0 0,-8 0 0,-11 0 737,17 0 1,-43 0-318,-91 0-174,-21 2 0,-20 1 0,-5 2 0,11-1 0,-3 1 0,-6 0 0,-5 2 0,1 1 0,-6 1 0,-6 2 0,-1-1 0,2 1 0,5 0 0,-2 0 0,3 0 0,2 0 0,-1 1 0,-5 2 0,12 0 0,-4 1 0,-2 2 0,-1 0 0,2 0 0,4-1 0,5 0 92,-3 0 1,5 0 0,4-1 0,0 1 0,0 1-93,-17 6 0,1 0 0,2 1 0,4 0 0,-10 3 0,3 0 0,15-3 0,24-4 0,5-3 0,-14 4 0,19-6 0,42-12 0,46-4 0,31-4 0,-12 4 0,6 1 0,7-1 0,9 0 0,6-1 0,8 0 0,6 1 0,-20 0 0,5 1 0,5 0 0,3 0 0,1 0 0,-1 1 0,-1-1 0,-1 0 0,0 0 0,-1 0 0,1 0 0,2 0 0,3 0 0,3 0 0,-13 0 0,4 0 0,2 0 0,1 0 0,2 0 0,1 0 0,1 0 0,-1 0 0,0 0 0,-1 0-72,0 0 0,1 0 0,0 0 0,0 0 0,0 0 0,0 0 1,0 0-1,0 0 0,1 0 0,-1 0 72,-7 0 0,0 0 0,1 0 0,0 0 0,1 0 0,-1 0 0,-1 0 0,0 0 0,-2 0 0,0 0 0,-3 0-110,9 0 1,-1 0 0,-1 0 0,-1 0-1,-1 1 1,-2-1 0,-1 0 0,-2-1-1,-2 1-54,22-1 0,0-1 0,-2 0 0,-6 1 0,-8-1 0,-10 1 491,6 0 1,-12 1 0,-11-1 655,32-8-981,-128 9-2,-36 2 0,-28 2 0,-3-1 0,25-2 0,1 0 0,-6-1 0,-8 1 0,5 0 0,-9 0 0,-6 1 0,-3-1 0,-1 1 0,2-1 0,3 0 0,-5 0 0,2-2 0,1 1 0,0-1 0,-2 1 0,-2 1 0,6 1 0,-4 0 0,0 1 0,-1 0 0,0 0 0,3 0 0,3 1 0,-2-1 0,2 0 0,2 0 0,1 1 0,3 0 0,2 3 0,-2 1 0,3 2 0,2 1 0,1 0 0,2 0-238,-14 2 0,0 0 1,5 0-1,10 1 238,-15 6 0,11-1 491,12-3 1,19-3 491,41-8-784,61-2 0,55-4 0,-2-1-56,-33 3 0,-2-1 0,10-1-143,-2 0 0,10-2 0,7 0 0,1 0 0,-1-1 0,-7-1 0,14-2 0,-4-1 0,-1-1 0,4 0 44,-8 1 0,3-1 1,1 1-1,-1-2 1,-4-1-45,5-3 0,-2-2 0,-3 0 0,-2 2 0,-6 2 0,0 2 0,-4-1 0,-8 0 491,12-6 1,-11 0 66,19-5-558,-135 7 0,-37-1 0,20 3 0,-5 1 0,-8-1-246,-12-2 0,-9-2 0,-5 1 0,-3 1 82,25 4 0,-3 1 0,-2 0 0,-1 1 0,-1 0 0,2 1 0,2 1 0,0 1 0,0 0 0,-1 1 0,0 0 0,-2 0 49,-8 0 1,-2 0 0,-1 0 0,0 2 0,0 0-1,1 3 87,3 3 0,0 1 1,1 2-1,-1 0 1,2 1-1,-1-2 28,4 0 0,1-2 0,0 1 0,0 0 0,0 1 0,-1 1-164,-2 3 0,-1 2 0,-1 0 0,2 1 0,2 0 0,4-2-71,-15 2 1,5-2 0,2 1 0,-1 0 234,-4 2 0,-1 1 0,3-1 0,7-1 0,6-1 0,7-1 0,3 0 491,-21 3 1,13-2 491,10-2 0,72-9-492,60-1 1,32 1-1,-23-2 1,7 1-422,-7 0 1,8 1-1,4 1 1,-3-1-71,17 0 0,0 0 0,-3 0 0,-9 0 0,-2 0 0,-1 0 327,3-1 1,-1 1 0,-12 1 655,21 2 0,-51-2-311,-135 2-672,4-7 0,-14-2-246,26 4 0,-7 0 0,-4-1 0,-5-2 82,16 0 0,-5-2 0,-2-1 0,-2 0 0,1-1 0,1 2 0,1 1 0,0 0 0,0 0 0,0 0 0,0 0 0,-1-1 0,-5 0 0,0-1 0,-1-1 0,0 1 0,0 0 0,2 1 88,-12 0 1,-1-1-1,2 2 1,3 0-1,4 2 76,1 1 0,5 2 0,2 1 0,-2 1-243,-11 0 0,-4 1 1,5 1-1,14 1 243,5 4 0,10 1 0,0 2 0,18 0 0,39-6 0,7-2 0,68 2 0,43-1 199,-40 2 0,2 2 1,7-1-200,9 1 0,7 1 0,6-1 0,3 0 0,-17-2 0,5 0 0,2 0 0,1 0 0,-1-1 0,-2 1 0,8 1 0,-2-1 0,-1 1 0,2-1 0,1-1-164,-11-1 0,3-2 0,0 1 0,0-2 0,0 1 0,-1 0 38,-4 0 1,2 0-1,-1 0 1,-2 0-1,-2-1 1,-5 0-121,10-3 0,-5 0 0,-2-1 0,4 0 62,-2 2 1,4-1 0,0 0 0,-3-1 0,-7 0 509,5-3 0,-6-1 1,-3 0-327,34-2 0,-15 1 983,-22 1 0,-40 1-561,-94 12 1,-44 8 68,20 1 1,-6 2-336,21-9 0,-6-1 1,-4 1-1,1 1-25,-4 2 0,-1 2 0,1-1 0,2 1-131,9-3 0,1 0 0,2 0 0,-2 1 0,-6-1 0,-2 1 0,3-1 0,3 2 0,-4 4 0,4 1 0,7-2 491,-5-3 1,15 2 104,26 9-596,52-17 0,44 0 0,31 0 0,2-2-328,-2-2 0,3-2 0,12 0 164,-20 2 0,8 0 0,6 0 0,3 0 0,0-1 0,-5 0 0,-6-1 0,-2-1 0,0 0 0,1-1 0,1 0 0,3-2 41,-13 0 0,3-1 0,3 0 0,0-1 0,-1 0 0,0-1 0,-2 1 0,-4-1-41,10 0 0,-5 0 0,-2-1 0,0 0 0,2-1 0,5-2 41,-5 0 0,3-2 0,4-1 0,0-1 0,1-1 0,-3 1 0,-2 1 0,-6 1-41,3 0 0,-5 0 0,-2 2 0,-2-1 0,2 0 0,3 0 23,0 0 1,2-1-1,2 0 1,0 0-1,-2 0 1,-1 1-1,-4 1 167,11-1 0,-2 1 1,-3 1-1,-3 0 0,-4 0-26,23-4 0,-6 0 0,-6 2 327,-13 4 1,-5 0 0,-12 1 655,15-7 0,-76 18 0,-34 20 0,-31 7-686,17-7 1,-4 0-298,1-2 0,2-2 0,-25 10 983,35-13 0,39-8 0,74 4-492,-19-6 1,6 0-1,20-1 1,8-2-165,-8 0 1,6-1 0,-3-1-656,-12-1 0,-1-1 0,4-1 174,2-2 1,6-2-1,1-1 1,-5 1 153,3 2 0,-4-1 0,1-2 0,1-5 0,1-3 0,-6 2-285,7 2 0,-10 0 285,15-8 0,-44 11 0,-35 10 0,-97 15 0,0-2 197,5-3 1,-7 1-198,7-1 0,0 1 0,-7 0 0,0 1 0,0 8 0,1 0 0,14-4 0,5 0 491,19 0 1,7-2 491,-1 3 0,37-11-167,65-6-816,4-3 0,38-7-277,-43 0 0,-5-3 277,8-8 983,11-3 0,-48 8-409,-71 0-574,28 8 0,-34-3 0,-24-1 0,1 0-328,11 1 0,2 0 0,-8 0 82,-15-2 0,-8-1 0,-5-1 0,1 3 49,20 3 0,0 1 1,0 0-1,-2 1 0,-1 0 0,-7 0 0,-2-1 1,-1 1-1,1 1 0,2 0-49,-8 2 0,2 1 0,1 1 0,-3-1 49,10 0 0,-3 0 1,0 0-1,3 0 0,4 0-49,5 0 0,5 1 0,1-1 0,-1-1 0,-5 0 0,-1 0 0,1-1 0,6-2-82,-3-4 0,5-2 0,8 1-164,5-1 0,8-2-492,-25-17 1967,73 10 0,33-24-729,21-34 237,0 27 1,5-1-1,-12 6 1,2 2-1,21-5 1,-2 7 491,-12 10 0,-28-1 0,-39 28-656,-51 3 1,-37 2 0,1-1-656,20-2 0,1-1 0,-9-1 131,3 0 0,-9 1 1,-4-2-1,-2 1 0,4-2 0,6 1 0,1-2 1,1 0-1,-1 0 0,-2 0 33,10 0 0,-1-1 0,-1 1 0,0-1 0,1 1 0,0 0-33,-10 1 0,0 1 1,1 1-1,0 0 0,0-1 0,1 1 0,0-1 1,1 1-1,1 0 0,4 2-49,-7 0 0,4 2 0,2 1 0,5 0-82,-6 1 0,5 1 0,7-1-164,-4 0 0,14 1-492,17 6 1967,79-19-492,18-4 1,12-2-275,2 2 0,7-2 0,2-1 110,7-3 1,4 0 0,4 0-288,-1 4 0,6 0 1,0 1-1,-5-1-40,5-4 0,-4-1 0,0 1 0,8 2 0,0 1 0,-7 1 491,1-4 1,-12 2 491,13-4-420,-69 14-563,-43 5 0,-40-3 0,-28-1 0,-1 1-328,11 1 0,0 0 0,-7 1 82,-6-2 0,-7 0 0,-2 1 0,2 0 0,6 1 0,2 1 0,0 1 0,3 2 70,10 2 1,2 3-1,1 0 1,0 1-71,-3-2 0,0 1 0,1 0 0,2 3 228,-18 7 0,1 4 1,15-4 208,22-6 0,10 0-191,-18 15 0,109-23 0,53-9 0,-3-1-492,-1-1 0,7-1 295,-24 4 0,10-2 1,5 0-1,-3 0 0,-8 0 16,6-1 1,-8-1 0,7-1 180,7-2 0,8-2 0,0 1 0,-9 1 0,-11 2 0,-6 2 0,-3-2 491,27-6 1,-9 1-1,-20 7 1,-31 1 491,-45 6 0,-69 11-492,-7-2 1,-17 0-738,20-3 0,-7-1 0,-5 1 0,-1-1 49,9 0 0,-2 0 1,-2 0-1,-2 0 0,0 0 33,5-1 0,-1 0 0,-2 1 0,0-1 0,0 1 0,1 0-24,-16 1 0,0 1 1,0 1-1,2-1 0,2 2-9,9-1 0,1 1 1,1 1-1,3 0 0,2 1-49,-8 1 0,2 2 0,5-1 0,6 0 175,-30 5 1,23-2 70,35-1 0,130-26 0,-14 3 0,14-3 0,4 0 19,-9 3 0,4 1 0,3-1 0,5-1-19,2 0 0,6-1 0,3 0 0,-1 0 0,-2 2 0,-7 1 0,-1 0 0,-1 1 0,0 1 0,2-1 0,6 0 0,2 0 0,1 0 0,-2 0 0,-3 1-28,-10 1 0,-2 1 0,-1 0 0,-1 0 1,-2 0 27,10 1 0,-1-1 0,-3 1 0,-5 1-128,4-1 0,-5 2 0,-8-1 128,2-1 0,-16 1 983,-25 4 0,-41 0-525,-37 0 1,-18 0-459,-14-4 0,-8-1 327,10 4 1,-4 0 0,-5 1-258,5-2 0,-4-1 0,-1 0 0,4 2-70,-8 0 0,2 1 0,-2 1 0,10-1 0,-4 0 0,1 0 0,5 0 327,-6 0 1,5 0 0,0 0-119,2 0 1,0 0 0,5 0 239,-12 0 1,8 0-450,-20-4 0,53 0 0,49-3 0,62-38 0,19-1 491,-11 9 1,5 0-1,-7 4 1,-1 3-485,2 6 0,-6 2 976,15-9 0,-35 15 0,-130 21-890,10 1 0,-12-1-421,4-1 0,-7-1 0,-4 1 82,8 0 0,-3 1 0,-2 0 0,-1-1 0,-3 0 0,-1-2 0,-2 0 0,-1 2 49,11 1 0,-2 1 1,-1 1-1,1-1 0,0 1 0,5-1 0,0 1 1,1-1-1,1 1 0,1 0-49,-10 3 0,2 1 0,2 0 0,6-2-82,-1-1 0,6 0 0,10-1-452,-29 11 780,105-18 0,39-3 0,31-1 0,6 1-246,-4 2 0,7 0 0,5 1 0,3 0 82,-21-2 0,2 1 0,3-1 0,1 0 0,2 0 0,0 1 23,-1 1 1,1 0-1,1 0 1,2 0-1,0 1 1,0-1-1,0-1 0,3 0 1,0 0-1,1-1 1,0 0-1,0 0 1,0 0-1,1 0 103,1 0 0,1 1 1,1-1-1,-1 0 0,0 0 1,-1 0-1,-2-1 38,7 0 0,-1-1 0,-1-1 0,-1 1 0,-1 0 0,-3 0-197,10 1 0,-1 1 1,-2 0-1,-5-1 0,-6 0 23,15-3 0,-8-1 1,-8 2 664,5 4 1,-13 0 491,9-8 0,-95 9 0,-56 8-656,3 0 1,-12 3 0,-2 0-1,-3 0 1,-3 0 0,-5 0-83,-2 0 1,-7-1 0,-1 1 0,0-1-428,5 1 1,0-1-1,-1 0 1,0-1 181,-3-2 0,-1-2 0,0 0 0,-2 1 0,13 1 0,-1 1 0,-1 1 0,0 0 0,2-2 0,-16 2 0,0-1 0,2 0 0,2 0-246,9 0 0,1 0 0,3 0 0,5 1-41,-2 0 1,6 1-1,7-2 287,5-3 0,13 0 0,16 2 983,41-11 0,29-4-527,35-13-456,-16 11 0,4 1 491,7-4 1,-1 1-1,-10 6 1,-3 2 491,21-5 0,-56 9 0,-26 0 0,-43 8-492,-7 1 1,-7 1-984,-6-5 0,-4 1 390,-21 7 0,-1 0 102,25-8 0,4-1-79,4 4 0,6 1 79,-2-1 945,30-1-945,30-7 0,51-3 0,29-3 0,-14 1 0,8-1-328,11-2 0,11-2 0,-2-2 0,-10 0 0,0-3 0,-4 2 0,-9 2 0,-3 1 0,-3-2 581,20-9 0,-11 0-253,-8 7 144,-37-3-144,-28 10 0,-93-14-984,2 14 953,19-6 1,-7 1 521,-9 11 1,0 0-40,16-6 0,-4-1-780,-12 3 0,-11 2 0,4-1 0,18 1 0,2-1 0,-2 1 76,-17-2 0,-2 1 0,6 3-68,-9 8 0,11 2 320,30-7 0,8 3 938,-7 17-938,54-5 983,18 9-244,55 14-739,13-2 491,-17-18 1,4-4-1,-7-6 1,1-3-448,10-2 0,1-2-44,-4-2 0,-1-2 0,1 2 0,-4-2 0,20-3 872,-37 3-872,-45-3 0,-76 12 0,18-7 0,-4 0-393,-4 6 0,-3 1 393,-14 0 0,3 1 0,-7 1 0,25 2 0,3-2 0,1-5 0,9 0 0,41-3 0,69-29 0,-22 8 0,3-1 0,3 1 0,-1 0 0,28-19 983,-57 35-161,-30 3-822,-20 31 0,-6 11 0,-18 25 0,7 7 0,0-7 0,11-16 866,5-15-866,15-17 0,6-4 0,15 15 0,23 18 0,26 29-304,-19-34 0,1 0 304,25 29 0,-18-23 0,-32-31 0,-18-12 0,-23-11 0,-18-3 0,-18 0 0,-11 8 608,27 5-608,-20 22 0,26 7 0,-25 19 0,30-17 0,5 2 0,24-28 0,2 9 0,2-11 0,-4 2 0,-6-6 0,-34 5 0,-11 2 0,9-1 0,-2 1 0,-30 7 0,-4 8 0,-4 22 0,9 2 0,0-5 0,24-1 0,19-7 0,37-30 0,55-4 0,36 9-492,-16-11 0,7 0 0,13 4 0,2-2 190,-11-5 0,1-4 302,-15 1 0,3-2 0,-4-1 0,7-1 0,-2-2 0,13-3 0,-2 0 0,-18 5 0,-7 1 0,17-2 0,-22 6 0,-45 7 0,-41 37 0,14-16 0,-19 22 0,19-30 983,10-6 0,2-6-377,26-1-606,29-3 0,45 0 0,-48 0 0,4 0-492,36 0 0,3 0 0,-25 0 0,0 0 329,26 0 1,0 0 162,-23 0 0,-6 0 0,16 0 0,-28 4 0,-53-1 0,-43 9 0,-22-2 0,7-2 0,-8 0-328,-18 2 0,-12 0 0,1-1 0,6-2 0,0-1 0,-1 1 0,-1 3 0,-1 0 0,0-1 0,3-1 0,0-2 0,2 3 0,11 3 0,1 2 0,1-3 307,-2-5 1,0-4 0,2 3-472,-19 9 0,5-2 469,13-11 1,10-1 22,1 8 0,37-8 983,30-3 0,27-4 0,13-4 0,21-9 0,21 3 0,-18-4 0,-5 13 0,-33 2-544,-21 9-439,16-2 0,30 17 0,2-11 0,11-1-328,-3 0 0,6 0 0,1-1 0,1 0 0,2-2 0,6-3 82,15-3 0,10-4 0,1-2 0,-10 1 98,-11 1 0,-7-1 0,3-1 148,0-1 0,4-2 0,-2 0 0,-12-1 0,1-5 0,-11 1 0,27-8 0,-32 6 0,-28 10 0,-23 2 0,-16-20 0,1 6 983,-4-26 0,19-35 0,21-10-1475,-1 21 0,7-2 0,14-3 0,4 3 412,-10 17 1,5 0 79,4 4 0,6-2 0,0 4 0,12-4 0,5 2 0,-7 9 0,4-2 0,-3 4 0,7-7 0,-1 3 0,16-2 0,-2 3 0,-30 12 0,-2 2-392,3 1 0,1 1 392,-2 2 0,-5 4 0,-5 9 0,7-2 0,-35 11 0,-4 7 0,4 2 0,25 5 0,32 3 0,-21-4 0,4-1 491,5-2 1,-1-3-172,-6 0 0,0-4-320,9-6 0,-2-4 0,30-7-492,-10 4 0,7 2 0,0 6 0,5 2 164,-6 1 0,5-1 0,-1 3 0,-9 2 0,-1 3 0,3-1 0,15 0 0,4 1 0,-9 1 225,-6 3 0,-8 2 103,-2-3 0,-13 0 0,-25 1 0,-39-2 609,-59 2-609,-24 5 0,14-3 0,-10-2-328,-6-3 0,-9-2 0,4-1 1,20 1 0,3 0 0,-7 0 327,-12-1 0,-10 0 0,0 0 0,6 1-234,6 0 1,4 1-1,-3 0 234,5 1 0,-2 0 0,-2 0 0,-1 1 0,-6-1 0,-2 1 0,1-1 0,3-1 0,-15 1 0,4-2 0,-3 1 0,15-1 0,-3-1 0,1 1 0,7-2 0,6 0 0,4-1 0,4-1-157,-22 1 1,9 0 156,-9 0 0,37 0 0,41 0 0,12 0 0,45 0 0,0 7 0,6 3 491,18 8 1,6 3-1,11-1 1,3 2-107,3 5 1,-1 1-386,-9-8 0,0-3 0,0-2 0,-2-1 0,-13 0 0,-6-2 0,23-2 983,-38-3 0,-36-4 0,-22 2 0,-69 16-640,29-9 1,-7 0-672,-10 1 0,-7 0 0,2 0-164,-17 5 0,-3 1 164,5-2 0,-5-1 0,6 1-164,-2 3 0,3-1 439,-12 1 1,6-2 11,32-4 1,8-3 40,-5-2 0,28-3 0,32-6 0,88-17 0,-30 11 0,8-1-265,3-4 1,8-3-1,0 1 265,-2 5 0,1 1 0,3 0-187,-6 0 1,5-1 0,-1 0 0,-3 1 186,8 0 0,-4 1 0,2-1 0,-11 2 0,1 0 0,2 0 0,-1 0 0,1-1 0,0 1 0,-1 0 0,-4 0 0,1 1 0,-3 0 0,-1 1 0,8-1 0,0 0 0,-13 3 72,15 4-72,-45 1 0,-34 3 0,-28 16 0,-49 9 0,27-7 0,-6 0 491,-25 3 1,-4 0-125,10-1 1,1 0-368,-5-3 0,3-1 0,18-5 0,6-2 983,-13 1 0,34-10 0,35-7 0,33-14-952,14-3 0,9-4-523,7-5 0,7-4 164,0 2 0,6-2 0,0 0 0,0 0 0,1 0 0,-1-1 0,2-1 0,-1-1 0,2-2 217,-13 5 0,1 0 0,0-1 0,-3 1-217,5-2 0,-3 1 0,2 0 110,12-6 0,3 0 1,-3 3 217,-11 5 0,-1 3 0,1 2 0,13 1 0,2 3 0,-2 1 0,-14 1 0,-3 1 0,3 3 0,15 5 0,4 3 0,-7 1 0,-3 0 0,-4 2 0,12 2 0,-5 2-85,2-1 85,-25 0 0,-32 3 0,-10-2 983,-15 5 0,6-5 0,-87 21-78,-14-17-905,10 5 0,-9 0 0,13-6 0,-3-2 0,4 0 491,-1 2 1,2 1-1,-15 2 1,8 2-29,11 5-336,0 7-127,25-8 0,-12 7 0,40-15 0,5 2 0,65 3 0,32-2-492,-21-4 0,4 0 164,14 4 0,9 3 0,-2-3 0,-12-6 0,-2-3 0,2 2 0,2 2 0,1 0 0,2-1 0,14-3 0,3-2 0,-6-1-164,10 0 0,-7-1 18,-5-1 0,-14-1 474,-28-1 0,-44 5 983,-5 3 0,-25 0 0,17 3 0,-10-2 0,54 2 0,30-11 0,5 1 0,1-11-767,-21 7 0,0-2-1196,24-13 980,-9 10 0,9 4-492,14 1 0,8 5 164,-9 7 0,6 4 0,2 1 82,-20-2 0,0 1 0,1 1 0,0 1 0,4 4 0,1 2 0,-1 0 0,-3 0-82,9 1 0,-3-1 0,-5 2-164,6 8 0,-6-1 352,-4-8 1,-9-1 139,-10 6 0,-19-11 0,-25-5 668,-4-3-668,4-3 983,-40 2 0,1-8-492,-31 3 1,-16 2-1,-5 0 1,-13 0-403,15 1 0,-13-1 0,-6-1 1,-1 2-1,6 0-335,-3 2 0,3 0 0,-1 1 0,-5 0 82,12-1 0,-4-1 0,-4 0 0,1 0 0,2 1 0,5-1-82,-17 2 0,4 0 0,3 0 0,3 0 0,11 0 0,3 0 0,0 0 0,-2 0 0,-8 0 0,-4 0 0,3 0 0,8 0-82,8 0 0,7 0 0,0 0-164,-37 0 0,11 0-492,15 0 0,66 0 492,67-6 0,38-2 676,-8 2 1,7-1-185,-19 1 0,7-1 0,3 0 0,-3 1 51,17-1 1,-3 0 0,4 0-52,-15 2 0,3 0 0,0 0 0,0 0 0,-1-3 0,-1 0 0,0 0 0,2 1 0,8 3 0,1 1 0,1 0 0,-3-1 0,-10-2 0,-2-2 0,0 0 0,2 2-246,12 4 0,2 2 0,0 1 0,-5-2 97,3-2 0,-5 0 0,3 0 149,-9 3 0,4 0 0,-3 0 0,-8 0-72,13-3 0,-10-1 72,-4 4 0,-13-1 983,-27-6 0,-38 7 0,-32 0 0,-4 0 0,-37 0-445,-9 0-47,16-3 1,-6-2-1,1 0 1,-6-1-621,-10-5 1,-9-3-1,1 0 129,16 3 0,1 1 0,-3-3 0,4-2 0,-4-2 0,-1-2 0,2 1 0,-16-3 0,3 1 0,2-2 0,7-1 0,1 0 0,1-3 0,-2-3 0,1-1 0,8 2-385,2 4 1,7-1 384,2-7 0,13 1 0,23 9 0,12-3 983,18 11-298,18-11 298,15-12 0,26-15-492,-19 20 1,1 0-1,5 3 1,-1 0-305,-2-3 0,-3 2-187,16-2 0,-16-3 0,-19 26 0,-3-3 0,1 7 0,-8-1 0,0 5 770,-1-2-770,-3 3 0,6 0 0,26-13 0,32-6 0,18-12-426,-41 12 0,1-1 426,7-5 0,-4-2 0,1-7 0,11-2 0,-56 25 0,-5 7 0,-61 1 0,-13 3 0,-4 0 0,-6 0-399,17 0 0,0 0 399,-12 3 0,0 2 0,9-1 0,2 2 0,4 6 0,-1 1 0,-9-4 0,0 1 0,8 7 0,3-1-415,8-7 1,4-1 414,-18 9 0,49-11 0,18-9 0,40-10 0,22-1 0,-8-3 0,5-2-492,32-5 0,7-1 164,-32 9 0,-1 0 0,1 1 229,29-5 1,2 2-230,-21 4 0,3 1 0,-1 0 0,-1-1 0,-1 0 0,-1 2 261,25 0 1,-5 2 23,-16-4 0,-8 3 43,12 10 0,-49-6 0,-16 7 0,-98 0 0,4 0-328,2 1 0,-15-1 0,2-1 279,13-1 1,2-2 0,-6 1-198,-4 2 0,-6 1 0,-4 0 0,1-1 47,-3-3 0,0-1 0,-2-1 0,-2 2 199,12 3 0,-2 0 0,-1 1 0,1 0 0,1 0 0,3-2 0,2 0 0,0 0 0,1 0 0,0 0 0,-16 1 0,1 2 0,1-1 0,6 0-328,-4 0 0,5 0 0,4 0 305,9 0 0,2 0 0,2 0 23,-24 0 0,10 0 0,-1 0 0,35 0 983,92 7 0,11-6 0,-9 6 0,-7-7 0,-40 0-492,-59-4 1,-29-2-1,18 5 1,-5 0-420,-12-2 0,-9-1 0,1 2-400,10 1 0,2 1 0,0 1 0,-6 1 0,0 1 0,0 1 0,2 1 0,1 2 0,0 1 0,-3 1 0,0 2 0,6 0-164,-9 4 0,3 0 164,20-3 0,-2 1 0,5-1-164,-3-1 0,2-2 433,-7 1 0,-1-1 59,1 0 0,5-1 0,-23 0 491,36 0 1,2 1 212,-16-1 279,25-2 0,-9-6 0,13 0 0,-9 0 0,2 0 0,-17 0 0,2 0 0,0 0 0,-34 0-1418,52 0 435,-20-3 0,-8-2-492,12-1 0,-1 1 164,1 1 0,-6 1 0,2-1 106,-30-1 1,1 2 221,28 2 0,0 1 0,5 1 0,-1-2 0,1 2 0,-24 2 0,0 2 0,28 0 0,2 1-492,-14-1 0,-3 0 92,-7 4 1,4-1-585,-17-6 852,10 6 0,2 1 132,7-2 39,-4-2 1,5 0-40,24 5 0,-28-9 0,42 8 983,13-7 0,-4 3 0,9-5-52,7 0 52,-8 0-374,9 0-115,-3 0-494,6-3 0,-2-1 0,3 0 0,-4-2 0,3 5 0,-2-2 0,0-3 0,1-8 0,-44-34 0,25 19 0,-56-23 0,57 38 0,-16 2 0,32 9 0,0 3 0,4 0 0,-3 0 0,2 0 0,-2 0 0,3-7 0,-1-1 0,4-3 0,4 1 0,13 6 0,16-5 0,11 8 0,31-5 0,26-2-492,-28 7 0,6 0 0,14-3 0,3 0 96,4 4 0,2 0 396,-28 0 0,1 0 0,1 0-328,-1 0 0,1 0 0,0 0 0,3 0 0,2-1 0,-1 2 74,3 2 0,1 0 0,0 0 254,0-2 0,0-1 0,-1 1 0,-2 2 0,0 0 0,-3 0 0,26-3 0,-6 0-492,-14 0 0,-5 0 390,-13 0 0,-6 0-3,10 0 105,23 0 0,-54 0 0,18 3 0,4 2 0,14 4 0,26 6 0,-36-6 0,7-3 983,-33-6 0,44 0 0,-52 0 0,13-4 0,11-11 0,-12 3-619,31-1 1,5 1-1349,4-2 656,-9 7 0,13 0 0,-5 1-164,-3 2 0,-1 0 164,0-2 0,6 0 0,0 0 0,5 2 0,2 1 0,-4-1-164,16-6 0,-2 0 164,-18 4 0,2 0 0,-10-1-164,-12-1 0,-5 0 0,8-4 0,0-1 0,-13 4 0,1 1 983,27-6 1,1 2-1,-15 6 1,3 1-165,-2-1 1,6 0 0,-2 1-231,20 3 0,0 2-97,3-5 0,4 1 0,-13 3 0,5 1 0,-9 1 0,-14-1 0,0 0 0,19 0 0,9 0 0,-12 0 479,-27 0 1,-1 0-480,17 0 0,8 1 0,-13-2 0,2-3-6,-12 3 0,2 1 6,26-4 0,-11 4 0,-16 0 0,5 0 0,13 0 0,4 0-444,15 0 0,2 0 444,-4 0 0,-1 0 0,-4 0 0,0 0 0,-4 0 0,-2 0 0,-12 0 0,0 0 0,8 0 0,-6 0 983,7-3 0,-49 2 0,-16-5-327,-4 5 11,9-6-667,2 5 983,19-7 0,-7 7-427,17-9-556,-17 10 0,7-9 0,-10 9 0,-5-6 0,24 6 0,1-2 0,48 3-660,4 0 660,1 0-492,-32 3 0,1 2 0,-12 0 0,1 0 0,10 4 0,-2 0 372,21 0 120,-38-1 0,-33-8 0,-9 0 558,0 0-558,-56 16 0,-4-5 0,-3 3 0,-5-2 491,6-7 1,0-1-22,-12 9 0,2-2-1454,-27-7 492,33 14 0,5 2-492,15-12 0,-9 17 0,37-17 0,4-1 518,56 14 466,35 3-19,10 3 19,-19-12 0,-6-4 0,-24-3 983,43 0 0,-79-15 0,0-2 0,-58-14 0,-38-5-492,37 15 1,-2 1-984,-17-3 0,-2 4 485,6 5 1,-3 2-486,-20 0 0,-3 0 376,-2 3 1,2 2 115,14 2 0,5 1 0,11-2 0,6 3 0,-16 16 0,37-12 0,3 4 983,32-13-607,-61-8-376,-38 6-328,28-1 0,-11 0 0,-2 1 0,-4 1 0,-3 1 0,-4 1 306,10 0 1,-5 1 0,-1 0 0,-1 2 21,12 1 0,-2 1 0,0 0 0,0 1 0,1 0-246,-12 1 0,3 0 0,-2 1 0,-7 1 82,8 0 0,-7 2 0,-2 0 0,-2 0 0,3 0 0,5-2-33,4-2 0,4 0 1,2-1-1,-2-1 0,-5 1 56,8 0 1,-5 0-1,-2 1 1,-2-1-1,1 0 1,2-1-1,3-2-56,-16 1 0,2-3 1,3-1-1,-1 1 0,-1 0 33,12 1 0,-1 1 0,-1 0 0,1-1 0,-1 0 0,1 0 0,1-2 0,0-1 0,1-1 0,-2 1 0,-1 0 0,-3 2 23,-1 1 1,-4 2-1,-3 0 1,0 1-1,1 0 1,4-1-1,4-1-56,-8 0 0,5-1 1,3-1-1,0 1 0,-4 0 33,6 1 0,-4 0 0,-1 1 0,2 0 0,5-1 0,7 1-164,-22 1 0,10 1 0,-1-2 70,-7-1 1,-2 0 0,7-1 584,22 1 1,5 0 0,-1 0-241,-8-1 1,0 1 0,12-2 895,-15-2 0,16 0 0,46 0 0,7 0 0,3 0 0,-7 0 0,-3-4 0,-2 3 0,-17-9 0,-30 9 0,8-10-492,-12 6 1,-4 0 491,-13-10-815,-8 5 1,-2 1-169,41 0 0,2 1 0,-15 2 0,-1 1 0,0-2 0,3-1 0,-30-2 0,30 2 0,5-1 0,4-3 0,2-1 0,44 6 0,-11-3 0,23 3 0,0 0 983,3-4-84,-2 0-899,5-3 0,-5 0 0,2-6 0,-3 4 0,0-1 0,3 7 0,1 3 0,6 0 0,1 0 0,0 3 0,0 0 0,-1 4 0,1 0 0,50 16 0,23 4 0,-29-7 0,3 0-492,2-3 0,-2-2-16,28-1 508,9-7 0,-49 0 0,1 0 0,-40 0 0,-3 3 0,-29 7 0,11-5 983,-39 4-474,8-3-509,-8-4 0,-7 4 0,25-6 0,17 0 0,17 0 0,62 0 0,9 0 0,1 1 0,10-2-492,7-2 0,5-3 164,-16-1 0,3-3 0,2-2 0,9-4 0,3-1 0,-4-3 104,-9 1 0,-3-1 1,0-2 223,1-2 0,-1-3 0,-5 2 0,9-4 0,-6 1 0,-7-4 0,-5 3 0,-13 10 0,-4 3 0,13-11 0,-28 17 0,-15 5 0,-7 2 0,0 6 0,-2 1 983,7 12 0,-7-7 0,7 10-309,-7-14-674,32 1 0,25-6 0,5 0 0,12 0-328,-7 0 0,5-1 0,4 2 82,-11 3 0,2 1 0,3 0 0,1 0 0,11-2 0,3 0 0,0 0 0,-2 2 0,-10 1 0,-3 2 0,0 0 0,3 0 0,12-1 0,5 1 0,-2-1 0,-5 1-82,1 2 0,-6 1 0,4 0 82,-11-3 0,4 0 0,-3 0 0,-10 0-246,7 2 0,-9 0 0,-7-5 0,-20-2-492,-36-3 779,-44 1 0,-26-2 205,10-6 0,-6-3 129,-14 3 1,-10 1 0,1-3-130,14-3 0,1-1 0,-4-1-81,-3 1 1,-4 0 0,-2 0-1,-1 1 81,0 2 0,-2 2 0,0 0 0,0 0 0,-4-2 0,0-1 0,0 0 0,-2 3-246,-2 3 0,-2 2 0,1 2 0,4-2 93,-13 0 1,5-1-1,-1 2 153,22 3 0,0 1 0,-1 1 0,3 0 0,-16 3 0,3 1 0,-1 0-328,-2 0 0,1 0 0,1 2 69,7 3 0,2 2 1,3-3 416,-23-4 1,3-1-159,26 3 0,-1 1 0,7-2 491,9-7 1,4 0 491,-45 7 0,73-5 0,115-2 0,7 2-656,-36-2 1,8-1 0,-1-1 163,27-2 1,-1-2-299,-26 2 1,0 0 0,-2-2 297,21-8 1,-3-1-459,-7 5 1,-4-1-34,-12-3 0,-6 1 0,23-3 55,-8 6-55,-39 3 0,-15 6 0,-13 0 983,-73 0 0,-5 0-492,-6 0 1,-9 0-984,-6 0 0,-2 0 236,0 1 0,-5-2 10,28 0 0,-5-2 0,-1 0 0,5 1-82,0 1 0,3 1 0,-4-1 0,-21-2 0,-6-1 0,4 1 0,13 3 0,3 0 0,2 0 0,9 0 0,2 0 0,0 0-164,-33 4 0,6 0 23,33-4 0,7 2 469,-16 5 983,34-7-115,26 4 115,13-4 0,29 9 0,-12-4 0,25 5 0,-30-6 0,7 0 0,-8-4 0,3 0-808,-3 0-175,0 0 0,-1 0 0,48 23 0,15-2-492,9 9 0,10 2 0,-1-6 0,4-1 166,-23-5 1,2 0-1,-2-1 326,21 2 0,-5-4-86,-19-6 1,-7-3 85,6 0 0,-30-8 0,-31 3 0,-7-2 0,-65 26 0,-8-6 0,10 0 0,-5 1 479,2-5 1,0 1-480,0 7 0,-1 2 0,-5-4 0,-1 2 0,0 10 0,2 0 0,13-12 0,3-1-82,6 2 0,3-2 82,-25 7 0,34-11 0,2-1 0,51-13 0,2 3 0,27-2 0,10-1 0,40 2-210,-5-1 0,6-1 210,-20-3 0,0-2 0,19-7 0,-4-1-218,-31 4 1,-4-1 217,10-6 0,-6-1 0,-5 0 0,-2 2 0,-37 6 0,-6 2 983,-3 3 0,4 0 0,16 0-756,40-4-227,-19-1 0,32 0 0,-19-6 0,-25 9 0,11-9 0,-46 11 0,-5-4 0,-55 4 0,10 0 0,-7 0-492,-11 0 0,-5 0 27,-17 0 1,2 0 464,33 0 0,3 0 0,-9 7 0,7-1 0,16-2 0,3 12 0,27-12 0,14 0 0,69 7-984,13-9 745,-10 3 0,7-2-211,-3-6 0,2-2 450,-20 2 0,2 0 0,3-2-328,14-6 0,3-3 0,2 0 82,-15 6 0,1 0 0,2-1 0,-1 0 0,-1-3 0,0-1 0,1 0 0,2 0 14,13 0 1,3 0 0,0 0-1,-5 1 232,6-3 0,-4 1 0,1 0 0,-16 3 0,2 0 0,-1 0 0,-3 2 0,7 1 0,-3 1 0,-1 2-328,-5 1 0,-1 1 0,1 1 0,0 3 0,0 3 0,-1 0 236,29 4 0,-6 3 92,-23-3 0,-5 2 491,-5 2 1,-9 1 196,-19-3 295,1 0 0,-37-3 0,-33 3 0,9-6 0,-23 2-738,35-3 1,3-2 0,12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04:10:33.919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145 291 24575,'56'6'0,"9"1"0,8 8 0,12 0 0,-33-10 0,3-1-492,4 0 0,1-1 0,0-3 0,1 0 0,14 0 0,1 0 0,-4 0 0,1 0 268,4 0 0,1 0 224,9 0 0,0 0-492,-3 0 0,0 0 67,5-1 0,1 2 425,3 2 0,1 2 0,-5 0 0,1 1 0,-1 2 0,0 2 0,-4 0 0,-4-1-383,-13-4 0,-4 0 383,-11-1 0,1 0 0,15-4 0,-4 0 0,1 0 983,33 4 0,-73-3-885,42 3-98,-21 1 0,34-4 0,-31 5 0,40-6 0,-29 5 0,29-3 983,-40 3-355,0-5-628,41 0 0,-21 0 0,24-5 983,-34 3 0,-11-9-740,11 3-243,-9 1 0,2-1 406,30-7-406,-20 9 0,-1 2 0,13-2 0,18 6-226,-17 0 226,7 0 0,-11 0 0,1 0 0,0 0 0,0 0 0,0 0 0,10 0-492,-16 0 0,3 0 271,-16 0 0,1 0 221,24 0 0,0 0 0,19 0 0,-40 0 0,1 0 0,-5 0 0,1 0 0,4 0 0,1 0 0,4 0 0,1 0 0,1 0 0,0 0 0,10 0 0,1 0 0,-4 0 0,-1 0 0,5-4 0,-1 0 0,-9 3 0,-2 0 0,5-3 0,0 0 0,-4 3 0,0 2 0,10-2 0,1 2-492,0 2 0,2 2 0,8-1 0,2 2 351,5 3 1,1 1-188,-28-1 0,1 1 0,-1-1 0,1-4 0,0-2 0,-2 2 304,30 8 0,-2-1-468,-5-10 0,-2-2 439,-9 4 0,-1 0 53,1-3 0,-3-2 0,-8 2 0,-2-2 168,-4-2 1,-3-1-169,-4 3 0,-1 0 0,42-6 0,1 0 0,0 5 0,0-5 0,-1 0 0,1 5 0,-10-5 0,-3 1 983,-11-2-109,-9-6-874,17-1 0,-14 8 491,-16-1 1,3 1-135,46 5-357,-35-2 0,1 0 0,-4 4 0,0 0 0,0 0 0,-3 0 983,28 0-370,-32-3 298,-27 2-911,-14-2 0,-5 3 0,2-3 983,0 2-306,-41-18-677,16 11 0,-56-22 0,16 14 0,-4-1 0,-4-3 0,-5 0 0,1 5 0,-6 2 0,5 1-492,1-1 0,3 3 444,-6 5 1,5 2 47,-8 3 0,11 0 0,-1 0 0,-22 0 0,17-1 0,1 2 0,-19 6 0,13-3 0,-2 2 0,21 2 0,-1 0 0,-19-2 0,1-1 0,-23 9 0,22-9 0,0 0 0,20 3 0,-1 1 0,-19 0 0,0-1 0,-22 1 0,1-2 0,39-7 0,-5 0 0,-4 0 0,-5 0 0,0 0-492,-21-4 0,-2-1 164,7 2 0,-4 0 0,4-1-164,-12-5 0,4-1 164,27 1 0,1-1 0,-1 1-164,-27-2 0,-1 1 164,18 0 0,-2 0 0,4 2-164,-5 2 0,2 1 60,-14 0 0,5 1 432,-9 4 0,10 0 0,-7 0 0,7-7 0,0 2 0,-6-1-414,24-2 0,-2-1 414,1 0 0,-6 0 0,4 0 0,-8-2 0,2 1 0,0 0 0,-1 2 491,1 3 1,1 2-1,11-1 1,-2 0-248,1 3 0,-5 1 0,5-1-244,2-3 0,1 1 0,-29 1 0,5 4 0,12 3 983,5-3 0,20 9 0,-10-10-638,7 10 638,-17-10 0,7 11-820,7-11 1,-2 0-164,-15 11 0,22-9 0,1 1 0,-11 9 983,9-6-592,-18 6-391,7-5 0,-20 7 0,-3-7-430,34 0 1,-2-1 429,0-2 0,-1-1-492,-9 1 0,-2 0 256,1 3 1,-2-1 235,-4-6 0,-1 0 0,6 7 0,0 0 0,1-7 0,1 0-463,8 6 1,3 0 462,-1-2 0,1-1-234,0 0 1,0 1 233,-45 9 0,44-13 0,1 0 0,-43 6 0,1 0-226,-1-5 226,43 1 0,-1 1 0,-4-4 0,-3 0 0,-5 3 0,0 2 0,0-1 0,0 1 0,-5 3 0,2 2 0,7 2 0,2 1 0,-5-4 0,0 1-41,1 2 0,-2 1 41,-4 0 0,-2 0 0,-1-3 0,1 0 0,0 3 0,1-1 0,4-6 0,4-2 683,-25 9-683,7-6 476,50 0-476,5-1 983,22-3-942,29 1 942,-12 4-372,19-4-374,-25 2-237,-1-2 0,-1 12 0,3 2 0,29 70 0,-12-25-487,0-2 0,0 2 487,6 23-492,-9-12 0,-1 0 61,6 14 431,-13-29 0,-1-6 0,-4-16 0,-8-16 0,3 24 0,-4-27 903,0 21-903,0-31 983,0 2-480,0 0-503,6-2 0,2 5 0,3-9 0,2 2 0,-5-6 0,5 0 0,-2 0 0,8-4 0,13-2 0,7-5 0,11 4 0,20 1 0,-5 6-419,-14 0 1,2 0 418,35 0 0,8 0 0,-13 0 0,-31 0 0,-5 0 0,-26 0 0,5 0 0,-5 0 0,5 0 837,21 0-837,6 0 0,40 0-984,6 0 912,-40 0 1,1 0 71,0 0 0,-1 0 0,-4 0 0,-1 0 0,0 0 0,-2 0 0,34 0-412,7 0 412,-28 0 0,15 0 0,-27 6 0,17-5 0,-18 10 0,18-3 0,3 6 983,13-5-923,-29 2 1,2 0-61,1-5 0,2 0-492,8 7 0,2 0 302,0-7 0,-1-2 190,0 1 0,0-2 0,6-3 0,-1 0 0,-3 0 0,-1 0 0,5 0 0,-1 0 0,-4 0 0,-1 0 0,-5-1 0,0 2 0,4 3 0,0 0 0,-9-3 0,-1 0-250,1 3 0,-2 0 250,-6-4 0,0 0 0,42 0 0,-9 6 0,-3-4 0,-20 4 0,-3-6 0,-11 0 0,1 0 0,10 0 0,3 0 0,20 0 983,2 0-599,-33 0 0,2 0-384,0 0 0,1 0-144,4 0 0,1 0 144,0 0 0,-1 0-492,1 0 0,0 0 350,0 0 0,-1 0 142,-5 1 0,1-2 0,3-3 0,0 1 0,40 1 0,-40-2 0,1 0 0,0 4 0,1 0 0,10 0 0,3 0 0,8 0 0,4 0-196,9 0 0,1 0 196,-4 0 0,-1 0-492,-1 0 0,-2 0 338,-8 0 1,-5 0 580,-12 0 0,-2 0-427,-6 0 0,-2 0 0,31 0 0,-10 0 0,10 0 0,3 0 0,-29 0 0,2 0 0,-4 0 0,1 0 0,9 0 0,0 0 0,-5 0 0,-1 0 0,6 0 0,0 0 0,-5 0 0,2 0 0,12 0 0,2 0 0,1 0 0,1 0-492,11 0 0,1 0 244,-5 0 1,-1 0 247,-7 0 0,-2 0 0,-8 1 0,-4-2 983,25-5 0,-7 5-970,-31-4 292,-1 5-305,22 0 0,4 0-492,-23 0 0,2 0 0,0 0 0,1 0 311,4 0 1,1 0 671,-5 0 1,-1 0-247,42-7-245,-13 5 0,-21-4 0,-12 2 0,-3 3 0,-7-3 0,-1 4 983,8 0 0,-23 0 0,6 0-703,-19 0-280,-4-3 0,-8-10 0,-7 1 0,-3-8 0,-9 4 0,4 5 0,-9-2 0,-17 9 0,-10 0 0,-31 4 0,31 0 0,-3 0 0,-4 4 0,-4 0 0,-17-3 0,-3 0-492,0 2 0,-2 2 0,-14-1 0,-2 0 256,33-3 1,1 0 0,0-1 235,-1 3 0,0 1 0,1-2 0,-24-1 0,3-2-336,10 1 1,3 0 335,15 0 0,1 0 0,0 0 0,1 0 0,-40 0 0,40 0 0,-1 0 0,0 4 0,-1 0 0,-11-3 0,-1 0 0,1 3 0,-3 0 0,-12-3 0,-2-2-492,10-3 0,-2 0 0,-13 3 0,-1 0 406,10-4 0,0 1 86,-10 4 0,1 0 491,9 0 1,0 0-428,-5 0 0,1 0-64,15 0 0,1 0 0,1 0 0,2 0 0,8 1 0,3-2 494,-31-4-494,9 3 0,19-3 0,19 5 0,-15 0 983,27 0 0,-7 0 0,11 0-220,-1 0-595,6 0-168,-5 0 0,5 0 0,-6 4 0,-10-3 0,-12 3 0,-14-4 0,-31 0-492,43-1 0,-7 2 164,-15 3 0,-10 3 0,3 0-164,-13-1 0,-3 1 164,4 2 0,-6 1 0,5 0 0,23 0 0,4-1 0,0 0 0,-5-2 0,0-1 0,0 2 185,0 4 0,0 1 0,1-1-185,2-2 0,0 0 0,1 0 108,0-1 0,1 1 0,-1 0 220,-28 9 0,1-2 0,9-7 0,2 0 0,0 7 0,2 1 0,9-4 0,2 0 0,-2 3 0,1 1-442,4 0 0,2-1 442,-1-3 0,2-1 0,9 3 0,1 0 491,-5-3 1,1 0-118,9-1 0,0 1-374,-5 2 0,2 1 0,-34 7 0,-7 2 983,7-3 0,-10 1-204,0-6-779,43-5 0,0 0 0,4 0 0,0-1 0,-10-2 0,1 1 0,9 1 0,-1 1 0,-8-3 0,0-1 0,-31 7 0,36-7 0,3 0 0,-16 11 983,-4-3 0,20 7 0,-10-8-431,-2 11-552,-11-10 0,0 11 0,0-11 0,10 4 0,3-6 0,10-2 884,0 0-884,16-5 0,4 2 0,19-5 0,1 0 0,3-1 0,-6 0 0,1-2 0,-5 5 0,-3-2 0,5 4 0,-2-4 0,7 2 0,6-2 0,-2 6 0,5 1 0,-2 0 0,3 8 0,0-7 0,0 4 0,3-2 0,-2-7 0,5 3 0,-2-3 0,2 0 0,1 0 0,3 0 0,1-3 0,3-1 0,-3-3 0,8 0 0,-7 0 0,13 0 0,-4-4 0,6 3 0,10-9 0,2 3 0,21 0 0,3-5 0,10 11 0,0-12 0,-1 11 0,1-11 0,0 5 0,0 0 0,0 1 0,-1 7 0,1 0 0,-7 0 0,3 0-492,-15 4 0,1 0 407,19 0 0,2 1 85,-10 0 0,-5-1 0,20 3 0,-15-7 0,0 0 0,4 7 0,-8-6 0,1-1 0,15 7 0,-27-7 0,1 0 0,44 0 0,2 0 0,-38 0 0,-3 0 0,11 0 0,30 0 0,-22 7-451,-9-5 1,6-2 450,1 4 0,-1 0-492,-11-4 0,1 0 319,17 4 0,-7 0 173,-11-2 111,15 2 1,-1 0-112,-13-4 0,8 0 0,0 0 0,0 0 0,22 0 0,-36 0 0,-2 0 0,7 0 0,-12 0 0,2 0 0,39 0 846,-41 0-846,38 0 983,-59 0-553,8 0 473,31 0-903,-21 0 0,34 0 0,-32 6 0,11-5 0,-7 5 0,17 0 0,-10-5 0,5 0-492,-12 2 0,2 0 392,26-2 0,-1-2 100,-24 1 0,-3 0 0,1 0 0,-2 0 0,23 0 0,-4 0 0,-1-7 0,-31 5 0,11-5 0,-30 7 0,11-5 983,-2 3-782,29-3-201,-27 5 0,16 0 0,-10 0 0,3 0 0,51 0 0,-31 0 0,31 0 0,-31-7 0,-8 5 0,8-4 0,0 6 0,3 0 0,20 0 0,2 0-770,11 0 770,0 0 0,-11 0 0,8 0 0,-17 0 0,7 0-161,-10 0 161,10 0 0,2 7-824,11 2 824,0 0 0,-44-2 0,2 0 0,0-2 0,1 0 0,4 0 0,1-1 0,-1 1 0,1-2 0,0-3 0,-1 0-142,-4 0 0,-1 0 142,4-1 0,0 2 0,2 3 0,0 0-304,0-3 1,1 0 303,9 3 0,0 0 0,-3-4 0,-2 0 0,1-1 0,1 2 0,3 2 0,-1 1 0,-7-3 0,-2 0 0,5 4 0,0-2 0,-11-2 0,1-2-277,3 1 1,0 0 276,40 0 0,-44 0 0,-1 0 0,32 0 0,-2 0 581,-10 0-581,0 7 0,0-6 0,10 6 0,2-7 0,1 0 0,-3 0 0,-21 0 275,-2 0-275,-10 0 983,-11-4-617,9 3 423,-9-3-789,1 0 205,7-3-205,-18 2 0,2-4 0,-11 5 0,-9 0 0,2 1 0,-2 0 0,3 2 0,5-6 0,-3 6 0,3-6 0,-5 3 0,0 0 0,0 1 0,-3 0 0,-1 2 0,-3-2 0,3 3 0,-73-62 0,20 27-455,-13-7 0,-6 3 455,-23 16 0,9 9 0,-16 14 0,26 6 0,-19 2 0,12 7 0,0-1-176,0-6 176,11 4 0,2-11 0,29 8 0,-4-8 0,26 5 902,-10-5-902,2 6 184,2-6-184,-5 6 0,-10-1 0,6 2 0,-43 6 0,32-8 0,-22 5 0,-11-3 0,31 2 0,-52 5 0,37-3 0,-21 2 0,26-3 0,-29 4 0,36-5 0,-12 2 0,-7 0-492,4-3 0,-2 0 293,-7 4 0,-7-1-129,4-4 0,-6-2 0,1-1 0,5 2 0,2-1 0,-3 0 0,-12-1 0,-3-2 0,-3 0 82,11 0 0,-4-1 0,1 1 0,4-2-82,-4 0 0,4-2 0,-5 1 82,0 0 0,-6 0 0,1 0 0,5 0-82,3 0 0,5 0 0,-5 0 82,0 0 0,-6-1 0,0 1 0,6 1-82,-2 1 0,4 2 0,-3-1 0,-14-3 0,-2 0 0,2 2 0,15 3 0,2 1 0,1 0 125,1-2 0,1-1 0,-1 1 203,-2 2 0,-1 0 0,1 1 0,0 0 0,-1-1 0,1 0 0,-2 1 0,-1 0 0,4-1 0,-13-1 0,-2 1 0,10 2 0,-5 2 0,3-2 327,12-3 1,3-1 0,-2 1-1,-1 3 1,-2 1 0,-2 2-306,-15 0 1,-3 2-1,3 0-22,15 0 0,2 1 0,2 0 0,2 1 0,0 1 0,-2 1 0,-20 5 0,-4 2 0,10-4 0,17-4 0,3-1 0,-27 11 0,-3 0 491,5-6 1,5-3-293,27-3 1,-1 0-200,-16 2 0,-7 0 0,9-2 0,18-5 0,3-1 491,-30 2 1,2 0 324,-9 3-816,8-4 0,-2 1 39,30-1 0,-1 0-39,-33 5 0,2-1 0,-6 2 0,0-1 0,-3-1 0,29-3 0,-1-1 491,-32 5 1,-2 0-465,30-5 0,2-1-27,-1-3 0,0 0 0,2 3 0,-2-1 0,-10-2 0,2 1 0,14 2 0,3 0 0,5-2 0,3-1 983,-17 2-241,51-7-154,-11 0-588,10 4 983,7-3 0,-16 3 0,16-4 0,-7 0-742,9 0-241,-9 0 0,4 0 0,-8 0 0,0 0 0,-32 0 0,8 0 0,-27 0 0,21 0 0,1 5 0,9-4 0,-38 20 0,31-12 0,-34 13 0,41-11 0,9-1 0,11-2 0,0-1 0,5 1 0,-11 0 0,5-4 0,0 3 0,-4-6 0,4 6 0,0-6 0,1 6 0,6-6 0,0 5 0,3-5 0,35 5 0,-17-5 0,28 2 0,-25-3 0,27 0 0,-11 0 0,42 0 0,-26 0 0,7-4 0,3 0 0,8 2 0,31-6 0,-41 2 0,0 5 0,-1-5 0,1 6 0,10 0 0,-9-4 0,2 0 0,20 2 0,-22-2 0,-1 0 0,10 4 0,3-7 0,9 6 0,1-12 0,0 11 0,10-12 0,-8 13 0,8-6 0,-10 7 0,0 0 0,10 0-984,13 0 492,-43 0 0,3 0 399,8 0 0,1 0-399,1 0 0,0 0 259,1 0 0,-1 0 233,-1 0 0,-1 0-366,-9 0 1,-1 0 365,-2 0 0,2 0 0,20-5 0,0 1 0,24 2 0,-29-2 0,-3-1 0,7-1 0,0 4-348,0-4 348,10 6 0,2 0 462,-33 0 1,2 0-463,0 0 0,1 0 0,7 0 0,6 0 0,28 0 0,2 0-492,-24 0 0,0 0 199,19 0 0,-5 0 293,8 0 685,-33 0-685,-6 0 349,-28 4-349,8-4 902,31 4-902,-31-4 0,51 0 0,-36 0 0,0 0 983,44 0-869,-30 0 0,9 0 1,-6 0-607,-8 0 0,3 0 164,19 0 0,12 0 0,-9 0 26,-10 0 1,-2 0 301,-8 0 0,4 0 0,-1 0 0,0 0 0,0 0 0,-5 0 0,0 0 0,-1 0-492,26 0 0,1 0 363,-20 0 0,-3 0 129,-3 0 0,-1 0 0,0 0 0,-4 0-106,32 0 106,-31 7 0,3-6 0,-1 6 0,19 0 0,-16-5 0,18 5 0,-10-1 0,0-4 0,-1 4 0,11-6 0,3 0 0,-11 0 412,-25 0 1,1 0-413,48 0 0,-8 0 0,-21 0 0,2 0 0,-9 0 0,-1 0 0,1 0 0,1 0 0,3 0 0,1 0 0,2 0 0,-3 0 928,32 0-928,0 0 0,-1 0 0,-10 0 0,6 0 0,-1 0 0,-18 6 491,-17-6 1,-4 1-93,-4 5-399,41-6 0,-42 0 0,40 0 0,-39 0 0,9 4 0,6 0-926,34-2 926,-21 6 0,2 0 0,-24-3 0,-3 0 0,1-1 0,0 1 0,-1 3 0,1-1 0,16-6 0,-3 0 0,8 10 723,24-10-723,-52 3 983,-20-4-296,29 0-687,-42 0 0,12 0 983,-19 0-759,-38 0-224,-8 0 0,-15 0 0,-9 0-492,-2 0 0,-5 0 164,5 0 0,-4 0 0,-7 0 145,-7 0 1,-8 0-1,-2 0 1,6 0 182,-4 0 0,3 0 0,-3 0-246,2-1 0,-5 1 0,1 0 0,10 1-246,-17 2 0,8 2 0,-8-1 0,3 2 0,16 3 0,4 0 86,-1-3 1,3-1 215,12 3 1,6-1 189,-18-2 983,-13 11-45,22-11-938,-9 8 0,19-12 0,1-1 983,-6 11-492,-18-9 1,-5-2-214,-4 5-278,-12-4 0,0-2 0,11 1 0,6 0 0,3 0 0,20 0 0,-31 0 0,20 0 983,17 0-119,-17 0-864,-20 0 0,31 0 0,-31 0 0,31 0 0,-34 0 0,13 0-342,29-3 0,1 0 342,-22 1 0,0-4-595,-10-1 595,-13-3 0,32 5 0,-7-2 0,3 1-485,-3-3 1,0 0 484,1 5 0,-5 1 0,7-1 0,6 1 0,5-1-231,2 0 0,1 1 231,-5 2 0,1 0 0,-40-6 0,44 6 0,1 2 0,-43-1 0,43 0 0,0 0 0,-45 0 0,45 0 0,-1 0 0,1 0 0,0 0 0,-45 0 0,39 0 0,1 0 0,-41 0 20,41 3 0,0 1-20,3-3 0,1 0 0,-6 3 0,1 0 0,4-4 0,1 0 0,-5 3 0,1 1 77,-30-2-77,31 6 0,0-1 0,-32-5 0,32 5 0,-2 1 0,5-3 0,-1 0 228,-14 3 1,-2 1-229,-1-3 0,-2-2 0,-2 1 0,-3-2-328,11-2 0,-3-2 0,5 1 126,-2 0 1,1 0 201,-22 0 0,-1 0 0,13 0 0,4 0 0,18 0 0,1 0 355,-15 3 1,3 0-356,-7-1 0,11 5 0,-1 1 0,-23-6 0,23 2 0,2 0 0,-12-4 0,-21 0 0,6 0 0,-5-3 0,-3-3 0,37 2 0,1-1 0,-33 0 0,3-1-51,2-7 51,-7 11 0,18-4 0,-9-1 0,1 5 0,8-4 983,2 6-431,23 0 431,-7 0 0,33 0-445,-21 0-538,33 0 812,-5 3-812,4 1 0,2 3 0,-3 3 0,-6 2 0,-8 23 0,-6-4 0,-6 15 0,0 1 0,2-8 0,-5 17 0,13-21 0,-2 16 0,17-22 0,-1 8 0,8-19 0,3-2 0,-1-6 0,5-2 0,-2 2 0,3 0 0,0-3 0,0 6 0,0-2 0,3 0 0,10 29 0,0-23 0,4 23 0,-2-20 0,16 15 0,-8-5 0,16 7 0,-11-7 0,10-7 0,6 8 0,-10-15 0,-4-4 0,-19-9 0,2 0 0,-5-2 0,21 2 0,22 4 0,4-5 0,0 6 0,1-1-984,14-5 941,-19 2 1,2 0 42,5-3 0,-2-2 0,17 1-41,-10 0 0,-4 0 41,-20 0 0,11-3 0,-36 2 0,0-2 0,-3 0 983,2 2-902,4-2 6,-5 3-87,23-6 0,-24 5 0,34-5 0,-33 6 0,23-4 0,-23 3 0,8-3 0,10-1 0,-7 3 0,45-3 0,-24 5 0,37 0 0,-19 6 0,0-1 0,1 0 0,12 4 0,21-1 0,-69-8 0,-20 3 0,-4 1 0,-3 9 0,-6-4 0,1 4 0,-45-9 0,14-1 0,-26-3 0,-8 0-984,-26 0 661,17 3 0,-3 2-169,11-1 0,-1 2 18,-4 3 0,-3 0 474,-8 1 0,-2-1 0,-1-4 0,1 0 0,4 4 0,1-2 0,5-5 0,5-2 0,17 4 0,5 0 0,-15-4 0,26 0 0,30 0 983,1 0-503,3 0 503,-3 0 0,2 0-850,-2 0-133,0 0 0,2 0 0,22 16 0,10-6 0,25 8 0,11-13 0,3-5-492,-8-6 0,5-1 0,-8 1 0,0 1 0,9-3 0,-2 0-492,35-6 0,-11 5 0,-34-2 0,1 3 708,-36 5 276,6-1 983,22 3 0,-11-3 0,27-2 0,-29 5 0,18-10 0,3 9 0,-14-6-700,4 7-283,-26-2 0,0 3 0,0-3 0,6 2 0,1-2 0,57 3 0,-28 0 0,22 0 0,9 0-492,-12 0 0,-1 0 0,7 0 0,1 0 489,0 0 1,-5 0-264,15 0 266,7 0 0,-38 0 0,33-7 0,-23 5 0,21-5 0,7 7-984,3 0 909,2 0 75,-45 0 0,0 0 0,43 0 0,-31 0 0,12-4 0,-3-1 983,-25 3-914,32-3 1,-1 1-70,-33 4 10,9 0 1,0 0-11,1 0 0,9 4 0,1 0 0,-5-2 0,15 3 0,-1-2 0,-13-3 0,-9 0 0,3 0 0,37 0 0,-24 0 0,21 0 0,-26 0 0,3 0-492,-15 0 0,5 0 415,18 0 0,11 0 0,-3 0-415,10 4 0,1 1 164,-7 0 0,6 2 0,-1 1 0,-9 1 0,-1 2 0,1 0 0,9 2 0,2 1 0,0-1 0,-3-1 0,-1-2 0,-2-1 216,-7-1 0,-2-1 0,-3-1-251,21-1 1,-7-2 362,-28-2 0,-7-2 983,25 1-441,-41 0 441,7 0 0,2-6-665,14 4-318,-11-1 0,0 0 0,18 3 491,4 3 1,5 2-1,-15 4 1,-1 1-361,5-4 1,2 1-132,14 6 0,-2-1 491,-29-11 1,-3 0-408,49 7-84,-31-8 0,-21-7 0,-5 6 0,28-12 0,14 11-492,-32-5 0,4 0 232,19 1 1,3 1 147,1 0 0,0 0 112,7 0 0,5 2-328,-14 2 0,5 1 0,-3 1 0,-10-1 0,-3 0 0,4 0 180,17 0 1,3 0 0,-3 0 147,-14 0 0,-2 0 0,-2 0 0,29 0 0,-4 0-492,-26 0 0,-1 0 418,5 0 1,-2 0 73,-19 0 0,-1 0 0,22 0 0,-1 0 158,-21 0 0,1 0-158,29-1 0,3 2 0,-2 7 0,-1 1-374,1-7 0,4 1 374,-4 7 0,4 4 0,-10-3 0,-16-5 0,-4 0 491,29 3 1,1 1-421,-14-1 0,-5-2 745,20-5-816,-22 2 0,-6 0 924,-22-4-924,4 0 983,-29 0 0,2 0 0,-2 0 0,0 0 0,-1 0-817,-86-11-166,6 0 0,5 4 0,-6 1-492,-4 1 0,2 2 113,15 6 1,0 2 378,-16-1 0,-3 1-492,-8 8 0,-1 1 0,11-3 0,-3-2 164,7-1 0,-3-2 0,1 0-164,-19-1 0,3-2 218,9-2 1,1-2 273,-10 1 0,-1 0 0,16 0 0,1 0 0,-12 0 0,1 0-492,17 0 0,2 0 471,-8 4 1,0 0 20,6-3 0,-1 0 0,1 7 0,-3 0-127,-31-7 0,2-1 127,44 4 0,-1-1 0,-18-4 0,-9-2 0,9-1 0,16-1 0,2 0 0,-23 0 0,0 0 0,19-3 0,5 0 0,-25 7 491,27-7 1,2 1-163,-22 5-329,26-4 0,-40-2 0,35 6 0,-18-5 0,-5-2-176,-21 7 176,27 0 0,-10-2 0,6 2 0,11 2 0,-3 0 0,-4 0 0,-12 0 0,-1 0 0,8 0 0,-9 0 0,-2 0 0,3 0 0,-11 0 0,-2 0 0,12 0 0,-12-1 0,1 2-246,14 1 0,-8 0 0,-2 1 0,5-1-82,-4-1 0,4-1 0,0 1 117,-2 2 1,1 1 0,2-1 210,10-3 0,2 0 0,3 0 0,-25 0 0,6 0 0,27 0 0,0 0 319,-19 0 1,2 0-320,-18 0 0,0 0 0,41 0 0,-6 0-328,-4 0 0,-7 0 0,4 0 249,-13 0 0,-2 0 79,6 0 0,-6 0 0,7 0 0,2 0 0,3 0 0,-5 0 0,-1 0 0,6-4 0,0 0 477,-1 3 1,1 0-478,5-4 0,0 2 0,-5 3 0,2 0 0,8-4 0,0 0 0,-9 3 0,0 0 491,9-3 1,0 1-1,-4 2 1,0 2-1,5-1 1,1 0-435,4-1 1,1 2-58,-5 2 0,1 1 0,-40-2 0,40 5 0,-1 1 0,-39-6 0,40 2 0,-1-1 0,4-2 0,1-2 0,0 1 0,-1 0 0,2 0 0,0 0 0,-43 0 0,43 0 0,0 0 0,-46 0 0,41 0 0,0 0 0,3 0 0,1 0 0,-6 0 0,0 0 0,-38 0 0,4 0 0,11 0 839,18 0-839,10 0 983,20 0 0,3 0 0,3 0-323,-2 0 323,5 0-964,11 0-19,-5 0 0,9 0 0,1 0 0,31-11 0,36-3 0,15-1-492,-4 1 0,5 1 164,-10 1 0,4-1 0,2 2 184,15 0 1,4 2 0,-5 2 143,15 0 0,2 2-328,-5-1 0,8 0 0,-2 1 0,-8 4 0,0 2 0,1-1 82,-16 0 0,1 1 0,1-1 0,2-1 0,9-1 0,3 0 0,1-1 0,1 1 49,-12 1 0,2 1 1,0 0-1,-1-1 0,-3 0-49,3 0 0,-3-2 0,-1 1 0,5-1 49,1 1 0,5 0 1,1 0-1,-1 0 0,-4 1-49,4 0 0,-3 0 0,-1 1 0,1-1 0,-1-1 0,-1 0 0,2-1 0,2 1 49,-5-1 0,4 1 1,0 0-1,-4 1 0,-10-1-131,-4 1 0,-8 1 0,7-1 82,20-1 0,11 0 0,0-1 0,-13 0 67,7-1 1,-3 0 178,-13 3 0,8 1 0,-1 0 0,-10-1 0,7-3 0,-4 0 0,-5 3 0,4 1 0,0 1 0,-5-1 0,-1 0 0,-2 0 0,15 0 0,1 0 0,-11-1 0,3 1 0,2 1 0,9 1 0,2 1 0,-4 1 0,-19-1 0,-3 1 0,4 0 0,26 2 0,6 0 0,-7 2 0,-6 1 0,1 0 0,4 1 0,7 1 0,-6-2 0,-3-3 0,0 0 0,-4 3 0,6 2 0,-9-4 491,-6-6 1,-5 0-145,-2 6 0,1 2-347,6-4 0,5 0 0,-1 1 0,7 0 0,-3 1 281,-19 0 0,-3-1 0,4 0-281,21 1 0,5 0 0,-8-1 0,-5-1 0,-9 0 491,-12-1 1,-2 0-1,4 0 1,-2 0-189,20 5 188,-28 1 1,-3 2 491,-3 1-548,19 14-435,-6 17 0,6-11 0,-16 10 0,-2 2 699,3-5-699,4 13 0,-1 3 0,-4 0 0,-2-1 0,-4 0 983,-9-6 0,1 5 0,-28-37 0,-5-4 0,-3-5-293,3 5 293,-2-2-897,2 8-86,-3 13 0,0 17 0,-4-7 0,-4 36 0,-10-23 0,4-1 0,-3-15 0,7-31 0,2-1 0,1-1 0,-2-2 0,4 3 0,-5-3 0,0 2 0,-7-2 0,-4 4 0,0-3 0,-46 14 0,36-11 0,-37 16 0,31-12 0,7 1 0,-27 6 0,25-12 0,-10 9 0,23-15 0,5 2 0,3-3 0,-3 0 0,3-3 0,-3-4 0,-29-26 0,16 15 0,-18-17 0,20 21 0,-50-35 0,14 18 0,14 2 0,-2 2 0,-31 5 0,41 6 0,-12 8 0,40 5 0,-2 3 0,2 0 0,0 0 0,-18 0 0,8 3 0,-16-2 0,-51 12 0,25-5-381,2-3 1,-3 0 380,-21 8-492,4-7 0,-7-1 0,6 0 0,-2-1 318,-7 1 0,1-1 174,15-4 0,2 0 0,-8 0 0,4 0 0,22 0 0,-2 0 0,-14 0 0,-8 0 0,9 0 0,13 0 0,2 0-492,-22 0 0,-4 0 266,5 0 1,4 0-195,18 0 0,-1 0 420,-22-1 0,-4 2 0,0 3 0,1 1-389,15-5 1,-2 2 388,-18 6 0,-1 0 0,17-6 0,-2-2-260,-2 2 0,-6 1 0,3 0 260,-11-3 0,-3 0 0,15 1 0,-9 2 0,-1 0 0,10-1 0,-11-2 0,-2 2 0,-2 4 0,-15 2 0,-1 0 0,13-2 0,22-4 0,6-1 0,-4 1 0,-5 2 0,-5 2 0,-4-1 0,-2-1-197,3-2 0,-5-2 1,-1-1-1,4 0 0,6 1-131,-4 0 0,8 0 0,-9 0 131,2 0 0,-10 0 1,-3 0-1,5 0 0,13 0-295,-16 0 0,5 0 352,-4 0 0,-6 0 1,5 0 139,-4 0 0,0 0 0,7 0 0,-5 0 0,7 0 0,1 0 0,6 0 40,2 0 1,1 0-41,2 0 0,-3 0 0,7 0 0,-3 0 0,4 0 376,-6 0 1,1 0-377,-23 0 0,4 0 0,39 0 0,4 0 983,-45 0 0,0 0 0,0-7 0,21 5-873,-6-5-110,29 7 983,2 0 0,3 0 0,7 0-125,1 0 125,-9 0-25,9 0-318,-1 0-640,-17 0 0,4-6 0,-20 4 0,11-5 0,-9 7 0,20 0 0,-2 0-519,-30 0 519,25 0 0,2 0 0,-7 0 0,3 0 0,10 0 0,0 0 0,0 0 0,11 0 0,2 0 0,-21 0 0,29 0 519,-27 0-519,41 4 0,-5-4 0,9 6 0,-2-5 0,5 2 0,-5-3 0,5 0 0,-6 0 0,4 0 0,-5 0 0,1 0 0,3 0 0,1 0 0,27 46 0,-11-32 0,42 52 0,-33-55 0,25 13 0,-7-16 0,6-8 0,23 2 0,1-20 0,-14 11 0,5 2-492,12-2 0,1 0 285,-6-2 0,5 2-121,2 6 0,8 1 0,0 0 0,-4-3 0,0 1 0,4 0 0,20 1 0,4 1 0,3 1 82,-23-2 0,2 1 0,1 0 0,-2 1 0,-1 0 0,0 2 0,-1 0 0,1-1 0,3-1 0,2-1 0,-2 0 0,-4 1-82,1 2 0,-3 1 0,2-2 0,16-3 0,4-3 0,-8 0-164,0-1 0,-3-1 71,7-2 0,1-2 325,3 1 0,-8-1 96,5-6 0,-13 7 0,-1 0 0,2 1 0,-2-1 0,1 1 983,13 6-540,-30-2 0,6-1-443,23 5 0,-1 0 491,-29-3 1,-1-1-1,31 3 1,2 0-228,-9-3 1,-7 0-265,10 4 491,-13-3 1,-3-1 491,-10 2 0,-8-5-462,19 7-521,-47 0 0,23 0 0,5 0 0,3 0-123,11 0 0,3 0 123,9 0 0,-28 0 0,4 0 0,4 0 0,-1 0 0,23 0 0,-24 0 0,3 0 0,0 0 0,-4 0 0,26 7 0,-23-7 0,-1 1 0,10 12 0,-5-8 0,1 0 0,31 11 0,-26-7 0,2-1 0,-22 1 0,0-1 0,3-3 0,7-1-328,8 1 0,8 1 0,-4-1 156,13 1 1,1-1 171,-5 1 0,6 0 0,-5 2 0,6 1 0,-3 0 0,11-3 0,1-1 0,-33 0 0,1 1 0,0 0 0,2-2 0,1-1 0,0 0 0,-3 1 0,-1-1 0,0 1 0,3 2 0,-1 0 0,2-1 0,8-3 0,1-3 0,-5 2 0,5 4 0,-2-1 216,15-4 1,-10 0-217,-18 0 0,5 0 0,-30-4 0,7 3 0,-18-3 812,29 4-812,15 0 0,-6 0 491,4 0 1,1 0 491,3 0-762,18 0 0,1 0-221,-6 0 0,1 0 0,-1 0 0,-16 0 0,-13 0 0,-6 0 483,-20 0-483,7-3 0,-33 2 0,3-5 0,-67-41 0,-19 1 0,21 17 0,-9-3 0,0 4-492,-22-3 0,-1 4 385,22 10 0,-1 1 0,-3 2 107,-10 2 0,-3 4 0,3 1 0,11 2 0,1 2 0,-1 0-328,-6 2 0,-2 1 0,2 1-164,-24 2 0,2 4 260,2 6 1,-2 2 231,23-8 0,-2 0 0,-2 0 0,-11 2 0,-2 1 0,-2 0-246,17-2 0,-1-1 0,-1 1 0,-1-2 0,-4 1 0,0-2 0,-2 0 0,0 1 0,-6 2 0,-1-1 0,-1 1 0,1-1 31,1-1 1,-1 0 0,2-1-1,4-1 215,-7 0 0,4 0 0,-2 0 0,11 0 0,-4 1 0,2 0 0,5-1 0,1 0 0,5-1 0,0 1-328,-3 2 0,0 0 0,1 0 76,-1 1 1,0-1-1,9 0 768,-32 4-516,16-2 0,4 0 0,6-6 491,2 2 1,3 0 23,16-4-515,-30 0 0,32 0 983,21 0 0,-15 3 0,22-2 0,6 2 0,-2-3 0,7 3 0,-7 1 0,2 1-685,-6 2-298,8-4 0,0 1 0,4 2 0,0 1 0,0 1 0,3 2 0,1 0 0,6-2 0,1 5 0,3-5 0,0 5 0,0-5 0,0-1 0,3-4 0,-12-22 0,4 14 0,-13-17 0,4 18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04:10:43.152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87 310 24575,'23'23'0,"11"4"0,-10-17 0,32 15 0,-36-16 0,57 19 0,-54-21 0,53 20 0,-49-20 0,40 13 0,-41-14 0,30 0 0,-38-6 0,9 0 0,-8 0 0,-10 0 0,10 0 0,-8 0 0,81 0 0,-43 0 0,12 0 0,0 0 0,-9 0 0,8 0 0,21-7 0,-40 5 0,20-6 0,-47 8 0,0 0 0,-3 0 0,8 0 0,50-8 0,-19 6 0,15-2 0,2 0-472,-7 4 472,11 0 0,1 0 0,1 0-492,-18 3 0,4 1 444,-6-4 0,-3 1 48,21 6 0,-5-10 0,0-2-193,-6-3 193,-10 4 0,1-1 0,12-7-470,2 6 1,5 1 469,28-3 0,-24 3 0,0 1 0,22 4-492,-19 0 0,4 0 270,-21 0 0,1 0 222,20 0 0,-1 0 466,-25 0 1,-4 0-467,45 0 0,-32-4 0,-1 0-618,30 2 618,-15-6 0,0-1 0,5 1 0,-26 3 0,0 0 0,16-8 0,10 12 0,2-13 0,11 12 0,0-12 0,0 12 0,-1-5 0,1 7 0,-43 0 0,0 0 0,46 0 0,-42 0 0,2 0 0,-5 0 0,1 0 0,4 0 0,1 0 0,4 0 0,2 0-160,-1 0 0,2 0 160,3 0 0,2 0 0,6 0 0,-3 0 0,-23 0 0,0 0 0,22-4 0,-5 0 0,-9 2 491,-10-2 1,1 0 64,11 4-556,4 0 0,3 0-984,30 0 984,-25-1 0,-1 2 0,23 6 0,-27-6 0,-1 0 0,18 6 0,-28-6 0,-4-2 0,-4 1 808,-11 4-808,8-3 0,-7 8 0,8 0 0,5 0 325,20 7-325,2 0 0,5 2-492,-18 0 0,1 0 265,23-3 1,4 0 226,-1 8 0,1-2 0,1-13 0,-3-4 0,-20 5 0,-1-1 0,6-3 0,-1-2 124,-15-2 1,-3 0-125,-4 3 0,1 0 0,22-3 0,-3-2 0,3 1 0,9 0 0,2 0-984,2 0 734,6 0 0,2 0 250,5 0 0,-23 1 0,6-2 0,4-3 0,-1-1-492,-19 4 0,3 0 458,1-2 0,6 0 1,-10 0 33,30 3 491,-21-4 1,-7 0-309,-21 3-183,52-7 657,-65 8-657,23 0 983,1 0-410,-24 0 410,44 0 0,-46 0-142,9 0-841,-16 0 0,17 0 0,-16 0 0,20 0 0,-31 0 0,21 0 0,-21 0 0,10 0 0,-14 0 0,-4 0 0,10 0 0,-9 0 0,45 0 0,-7 0 0,47 0 0,-38 0 0,23 0 0,-36 0 0,-1 0 0,-12 0 0,-22 0 0,4 0 0,-1-3 0,-3 2 0,6-2 0,8-3 0,-8 4 0,3-7 0,-10 8 0,-9-17 0,-3 2 0,-32-65 0,-8 8-439,17 19 0,-1 0 439,-24-25 0,26 34 0,5 14 0,13 18 0,2 5 0,-2-2 0,0 6 878,2-2-878,-5 5 0,5-2 0,-6 3 0,3 0 0,-8 0 0,6 3 0,-22 3 0,20 2 0,-51 5 0,37-4 0,-19 1 0,-2 3 0,2 6 0,-21-2 0,-4 0 0,-3 5-328,3-7 0,-15 2 0,10-3-164,27-4 0,1-1 447,-12 4 1,-8 0-1,5-2 45,-6-7 0,4 0 0,13 3 0,-1 0-377,-14-6 1,1 0 376,-25 6 0,7-7 0,12 0 0,0 0 0,-14 0 0,24 2 0,5 1 0,20-1 0,7 6 0,13-7 0,-11 2 983,12 0 0,-9-2-94,13 5-889,4-5 0,-10 6 0,-12-6 0,-17 9 0,-24-1 0,-13 6 0,35-10 0,-4-1 0,-13 0 0,-4-1-492,-26-3 0,-4 0 0,7 4 0,1 0 0,5-3 0,1 0 0,1 4 0,8-2 393,-7-3 99,-2 0 0,0 0 0,2 0 0,3 4 0,0 1 0,0-3 0,28 4 0,-4 2 0,-15 2 0,2-1 0,22 0 0,-1 0 0,-26 4 0,-4 1-492,-5-1 0,3 0 343,21-3 1,0-1 148,-29 1 0,0 0-492,27-3 0,-2 1 164,-2-1 0,-7 0 0,3-1 251,-14 0 0,-2 1 77,10 1 0,-5 2 0,6-2 0,-3-3 0,4 0 491,-1 4 1,1 0-466,9 0 1,2 0-27,6-1 0,-1 1 0,-30 4 0,1 1 0,31-5 0,2 0 0,-23 4 0,-1 0 0,10 1 0,6-2 0,-12-2 433,23 1 1,4-1-434,12-5 983,11 0-704,-1-1 704,6-1 0,1-2 0,6 5 0,0-5-642,0 2-341,3-3 0,-3 0 0,-2 0 0,-6 0 0,-15 0 0,-2 0 0,-11 0 0,0 0 0,0 0 0,0 5 0,11-4 0,7 5 0,13-6 0,8 0 0,-3 0 0,3 3 0,-49 5 0,-13 5-492,11-4 0,-6-1 246,-7 1 0,-3 0-246,-5 0 0,-2 1 164,18-2 0,-1 2 0,3-1-164,-10 1 0,0 0 164,4 1 0,-5 2 0,2 0-164,-20 2 0,2-1 0,-5 0 0,-4 1 164,19-2 0,-3-1 0,9 1-164,13-1 0,1 2 164,-10 1 0,-7 1 0,10 0 307,19-3 1,1 1 20,-46 13 0,3-1 0,17-8 0,1 3 0,5 0 784,22-8-784,-16 6 983,47-11 0,6-4 0,2 2 0,-7-2 0,5 0 0,-14 8 0,11-10 0,-22 17 0,1-10-241,-6 7-742,-27 5 0,32-10 0,-43 17 0,26-14 0,-21 7 0,20-13 0,-25 5 0,13-4 0,0 0 0,16-2 0,33-4 0,9-2 0,55-1 0,5 6 0,42-1 0,-25 1 0,-3 1 0,-1 0-285,7-4 0,-3-2 285,-23-1 0,12 0 0,4 0 0,7 0 0,2 0 0,1 0 0,10 0 0,-28 0 0,4 0 0,9 0 0,-1 0-984,32 0 949,-28 1 0,5-2-457,5-3 0,-4-1 307,-26 4 1,0 0-131,28-7 0,-3 0 315,-1 6 0,-8-5 0,1-1 0,18 6 0,-24-3 0,0 1 0,21 4 0,-7 0 0,17 0 0,-16 0 0,4 0-492,-14 4 0,1 0 250,28 1 0,2 0 242,-20-1 0,-3 2 0,2 6 0,2 0 0,8-6 0,2 1 0,-5 6 0,0 0 0,5-7 0,-2-1 0,-8 3 0,-2 0 0,0-7 0,-1 0-157,-15 3 0,-1 0 157,15 0 0,-2 0 0,-14-3 0,-4 0 0,44 7 983,-1-8-808,-53 0-175,9 0 0,3 0-3,24 7 3,-19-6 0,3 0 0,-11 2 0,1 1 0,4 0 0,1 0 0,-5-3 0,-1 0 0,41 6 983,-22-7 0,-23 0 0,-19 0-450,5 0-523,-18 0-10,27 0 742,-11 0-742,0 0 0,12 0 0,-28 0 0,12 0 0,10 0 0,-20 0 0,67 0 0,-55 0 0,35 0 0,-40 0 0,20 0 0,-21 0 0,14 0 0,-20 0 0,32 0 0,-8 0 0,27 6 0,-11 1 0,2 1 0,11 4 0,-17-6 0,2-2 0,25 5 0,-29-5 0,-4 0 0,0-4 0,7 0 0,26 0 0,-2 0 0,13 5-492,-33-4 0,0 0 14,24 4 478,4-4 0,1-2 0,6 1 0,-14 0 0,2 0 0,-25 0 0,-4 0 0,-4 1 0,-1-2 0,39-4 0,-50 3 0,11-3 0,31-3 0,-24 6 0,24-11 0,-42 12 0,8-10 0,-7 9 0,9-9 0,1 10 0,0-6 0,1 0 0,12 5 0,-12-3 0,-1 1 0,10 4 0,3 0 0,10 0 983,-11 0-504,9 0-479,-9 7 0,11-6 0,-11 6 0,-2-7 0,-20 0 0,-12 0 0,-9 0 0,-3 0 0,-3 0 0,5 0 0,9-6 0,-9 5 0,12-8 0,20 8 0,-30-2 0,27 3 0,-40-3 0,0 2 0,6-2 0,4-1 0,7 3 0,-3-3 0,-1 4 0,-6 0 0,0-3 0,0 2 0,0-2 0,0 3 0,-4-3 0,1 2 0,-1-2 0,0 0 0,1 2 0,8-2 0,-10 3 0,7 0 0,-9-3 0,-3-4 0,-12-20 0,-8-17 0,-26-31 0,14 20 0,-4 4 0,20 36 0,5 4 0,-3 4 0,-17-6 0,-7 8 0,-26-7 0,-3 11 0,16-6 0,-29 7 0,16 0 0,-5 0 0,-13 0 0,46 4 0,-36 4 0,37-3 0,-47 9 0,43-9 0,-64 11 0,52-10 0,-34 7 0,21-12 0,-2-1-984,-26 13 898,10-12 1,-2 0-407,26 2 0,-1 1 0,-40-4 0,-2 0 373,28 0 0,0 0 119,-27 0 0,0 0-440,35 0 1,3 0 439,5 0 0,-3 0 0,-23 0 0,0 0 0,-20 0 0,31 0 0,1 0 0,-6 0-1,1 0 1,9 0 970,3 0-970,0 0 983,7 0 0,-7 0-730,-31 0-253,31 0 0,-31 0 0,31 0 0,7 0 983,-7 0-915,10 0-67,1 0-1,9 0 0,-7 0 0,17 0 0,-17 0 0,7 0 0,-9 5 0,-1-3 0,0 9 0,10-10 0,-7 10 0,7-10 0,-9 11 0,-1-6 0,-10 1 0,7 4 0,2-10 0,1 0 0,0 8 0,-28-8 0,57 3 0,-15-4 0,2 0 0,-26 0 0,-3 0 0,-30 0 0,40 4 0,-3 0 0,-14 1 0,-3 0 0,-4 4 0,-2 0-492,4 0 0,-5 0 164,3 1 0,-5-1 0,5 1-164,0 0 0,1 0 164,6-1 0,-5 0 0,7 1-164,1 2 0,5 1 0,1-4 0,0 1 0,-4 2 0,0 1 142,5 0 1,1-1 108,4-3 0,1 0 241,-5 3 0,1 1 0,9-2 0,0 1 0,-10 1 0,1 0 0,9-1 0,-1 1 0,-8 3 0,0 0 0,9-3 0,-1-1 0,-8 1 0,0 0 0,3-1 0,1 0 0,-5-3 0,-2-1 0,-3 0 0,-1 1 0,-1 0 0,-1-1 0,-4 1 0,0 0 491,-1 4 1,1 0-1,5-4 1,0 1-118,-5 7 0,2 0-374,13-4 0,0 0 0,-8 3 0,1 2 491,13-2 1,2 0 252,-48 9-744,13 4 0,10-13 0,0 5 0,0-7 0,0 1 0,0-1 0,0 1 983,0-1-713,0 1-270,-10 7 0,8-6 0,-8 7 0,10-9 0,0 1 0,10 4 702,3-5-702,20 3 983,3-7-485,11 3-306,-11-2-192,7 3 0,-7-4 0,0 1 0,8-2 0,-8 5 0,10-4 0,0 3 0,1-4 0,-1 0 0,6-4 0,1 2 0,9-4 0,1 4 0,3-3 0,3 5 0,4 2 0,0 1 0,4 1 0,-1-6 0,-3 0 0,19-3 0,-9 2 0,29-5 0,-5 2 0,0-3 0,12 0 0,-31 0 0,19 0 0,-25 0 0,16 0 0,-16 0 0,15 0 0,-14 0 0,5 0 0,1 0 0,-4 0 0,13 0 0,38 0 0,-16 0 0,33-6 0,-30 5 0,1-6 0,-1 0 0,3 5 0,35-6 0,-61 8 0,0-4 0,-1 3 0,1-3 0,41 4 0,-21 0 0,33 0 0,-20 0 0,13 0 0,13 0 0,10 0 0,-43 0 0,0 0-975,45 0 975,-40 0 0,1 0 0,0 0 0,1 0 0,0 0 0,2 0 0,7 0 0,1 0 0,-3 0 0,-1 0-492,-1 0 0,2 0 247,3 0 1,0 0 244,-10 0 0,1 0 0,9 0 0,0 0 0,-9 0 0,0 0-388,4 0 0,0 0 388,-6-1 0,1 2 0,4 2 0,1 2 0,-3-4 0,-2 0 0,0 2 0,-1 1 0,-5 0 0,-2 0 0,34-3-58,-13 12 58,-13-12 0,-11 10 0,5-6 0,4 0-788,28 10 788,-18-7 0,1 1 497,27 7-497,-43-12 0,0 1 0,1 2 0,1 0 0,4-6 0,1 0 0,-5 7 0,-1-1 760,31-5-760,-14 5 0,-32-7 0,29 0 59,-24 0-59,16 0 983,-13 0-186,-7 0-797,51 8 974,-41-6-974,38 5 0,-59-7 0,18 0 0,-17 0 0,7 0 0,-1 0 0,-6 0 0,48 0 0,-41 0 0,41 0 0,-39 0 0,11 6 0,10-5 0,-8 5 0,18-6 0,14 0 0,-17 0 0,14 0 0,-31 5 0,10-3 0,12 3 0,24-5-492,-21 0 0,1 0 186,-22 0 0,0 0 306,16 0 0,-5 0 0,-2 0 0,7 0 0,-7-6 0,-1 4 0,19-11 0,-16 11 0,28-12-803,-7 12 803,9-5 0,-9 0 0,7 6 0,-18-6 0,19 7 0,-9 0 0,1 0 0,7 0 0,-8 0 0,11 0 0,0 0 0,0 0 0,-11 0 0,8 0 0,-7 0 0,10 0 0,-44 0 0,2 0 0,4 0 0,3 0 0,9 4 0,3 0 0,4-3 0,1 0-492,-2 4 0,3-1 324,-2-4 0,6 0 1,-7 0 167,1 0 0,-1 0-328,-5 0 0,4 0 0,-8 0 199,-10 0 1,-5 0-15,1 0 0,0 0 143,43 0 0,-11-7 0,8 5 0,-28-10 0,16 11 669,-29-5-669,8 1 983,-20 3 0,-4-3 0,-15 2 0,5 2-171,-11-2-812,10-1 0,-9 3 0,3-3 0,1 4 0,-5 0 0,5 0 0,-6 0 0,0-3 0,0 2 0,-3-2 0,-1 3 0,0 0 0,1 0 0,0-3 0,-1 2 0,-3-2 0,3 3 0,3 0 0,-1 0 0,4 0 0,-5 0 0,0 0 0,2 0 0,-5 0 0,2 0 0,-47-55 0,23 35 0,-40-44 0,38 55 0,-21-3 0,3 11 0,-38-3 0,-4 4-911,-20 0 911,42 4 0,2 0 0,-16-2 0,14 4 0,-1 3 0,-23 8 0,-10-6 0,30 1 0,4-1 0,-3-9 0,5 5 0,2 0 0,6-1 0,-44 2 0,59-4 0,-27-4 0,4 0 911,17 0-911,-43 0 0,46 0 0,-15 0 0,26 3 0,-25-2 0,10 2 0,-14-3 0,13 0 0,10 0 0,-41 0 0,21 0 0,-34 0 0,31 0 0,-10 0 0,-3 0 0,-10 0 0,-10 0-505,8 0 505,-18 0 0,17 0 0,4 0 0,-1 0 0,-16 0 0,16 3 0,1 1 0,-3-2 0,-19 5 0,9-7 0,-11 0 0,12 0 0,-1 0-482,28 0 1,0 0 481,-23-1 0,2 2 0,-5 5 0,10-4 0,0 11-109,0-12 109,10 6 477,3-7-477,10 0 0,-10 0 0,8 0 983,-18 0-983,7 0 0,-20 7 0,7-5 0,-17 5 0,28-7 0,-6 0 117,22 0-117,-1 5 0,-10-3 0,-13 3 0,-13-5-718,-10 0 718,11 0 0,1 0 0,22 0 0,-29 0 0,49 0 0,-24 0 0,24 0 0,16 3 0,-20-2 0,25 2 718,-47-3-718,31 0 0,-31 0 0,41 0 0,-30 0 0,22 4 0,-22-3 0,35 3 0,3-4 0,5 0 0,0 0 0,3 0 0,0 0 0,1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04:10:44.449"/>
    </inkml:context>
    <inkml:brush xml:id="br0">
      <inkml:brushProperty name="width" value="0.35" units="cm"/>
      <inkml:brushProperty name="height" value="0.35" units="cm"/>
      <inkml:brushProperty name="color" value="#E71225"/>
    </inkml:brush>
  </inkml:definitions>
  <inkml:trace contextRef="#ctx0" brushRef="#br0">1 16 24575,'36'0'0,"22"0"0,-32 0 0,62 0 0,-51 0 0,26 1 0,4-2 0,-4-5 0,-7 5 0,2 0-984,25-5 721,-16 5 0,3 2-229,-16 2 0,1 1 363,31 0 1,-4 1 128,-11 8 0,-2-4 0,-53-5 0,-9-4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2D73-2532-A640-A667-27AB4D0D333F}" type="datetimeFigureOut">
              <a:t>29/11/25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FF3D1-0F45-2240-9B47-75654C02E24A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14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23081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6DD0-1837-580F-27E0-C574746D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785DE-4443-3137-49FA-9A47C0E64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12CC0-F8AB-0B77-CC4F-CFC860731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F485-BD9D-A05E-1898-181CDECAF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654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A207-004F-B872-11E5-18C76A047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9F201-92BE-4492-15BB-C05507BE5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8F005-FA00-1B47-FBA2-6714DD29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F7B9F-5702-1B04-8E9D-9B05AD7DE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6364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45F5C-23A5-A76E-D575-C02DBAF9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72AFA-02CF-AF4E-FF81-2F52649D8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550F4-02EB-9062-2FE3-ACDF83DB9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FF86F-16F7-7961-9EFC-69A3CCD51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4337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D537-DD4A-8459-3885-0C131ED7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3C9D3-38BD-63E1-3A18-58A259B81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6B085-8B27-87FD-D206-2A38940B9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6C4E8-9726-1AAA-10A7-421BE273D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07021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BCC5-AE7C-DD8D-115E-607A73EC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3C38D-002E-DA7A-E65A-676D63EA1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0C656-C0A3-A405-93FE-591DDFA4D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BF589-7D21-D61B-5EAF-8A5463016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16435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ABC5-B907-B277-1629-77E615EC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9FE9B-508F-A3F5-F4C7-5AD875ADD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26064-15E4-2A2C-23C3-5561B29AF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153AF-857A-50EB-66DC-2BC319692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92624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1418-CE53-2039-022F-F97DE212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B0436-CF83-A0B8-005A-E866FBCF3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9DCF8-D997-B49D-0E59-9A3A738F3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DFAD-D768-76C8-F49D-C4B0351EE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22585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B70DF-B5D2-87D7-5ED8-5E8B70EF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3F005-461F-980F-2D5D-387F3C6D9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BA1AF-5FD3-61CD-3977-F1D828687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5FFDA-C502-B26F-C597-CFAB84A59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58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ED85-6B7B-F802-A749-0B97289D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48924-F601-A738-98AC-E502FDA5A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0ECA8-A230-8A46-A799-945FE5D16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DB050-D9D0-342C-86D4-010F30312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87126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9553-7A4A-7E5B-14E7-B67518C9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192D5-79B0-4AE9-06E0-138CC906D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16DAB-4048-1C75-4071-CAE9EA0DC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8F881-CBE3-8E30-ECC8-419B5DB69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6292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ACE14-9535-58AA-16CA-3BD9CBBE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F4470-5791-1FA8-2A47-3CECA8F1A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05FAB-63A8-D3AB-B2D2-34C8CC1B9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237CA-680F-A9F9-F90B-1A5F4A0A4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6010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E5F8-A697-A7FE-20BB-C6A01DF0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F2DD1-A6B2-54B7-AD4F-E549A9E7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2471A-01D4-E4E3-4310-A90FB512D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5289F-90EE-FC84-3ED4-53919B3F7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40524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67DF-EFB7-19A2-90D7-A09A1731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82DAD-E9F7-5C3D-9C58-4DB0D8830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96576-7502-78C4-E355-2BC4F87B8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B0875-214C-6B74-2A6D-2557E2796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88542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D514-E264-523E-2305-9485A5A8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703A1-8899-9D2E-6EE8-72A788B30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BEEB7-AF63-764E-E2D3-243BF39A8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257F2-228A-97D7-650D-9F489094C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88330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3343-DF31-2799-F611-A27A6169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BA8D8-9F89-2F1C-B46B-A301EC3FC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722A8-28C1-B3D5-1857-3AC3BFDA6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9074F-ED0D-1421-537E-92B9EC60B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7027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61624-B3BA-DA33-6B3C-FA4B63F6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FFCEC-C0CE-46FA-24B4-FE8AB7FFD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F2509-4CF2-D742-DCEC-55FBDE5B7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C91D5-9331-39F3-B237-3B1EB7D3D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3790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E053-F883-FAF4-7B79-29AF0FBB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242F8-D05E-34B5-06DF-C45226379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355F9-B6A0-C72E-1A98-CF5080286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4B3E3-2BDF-E6DD-F82B-553A3BF22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98661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9CA-B297-F0E2-8C41-E7ABF549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D4EBC-FDB5-A578-2E09-668715DD9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4779B-A531-D005-B602-1B04FD699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75AE4-84BB-A5BE-7F66-C3AA07F52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88506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6E408-EA7A-0831-AF12-1309363B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1C509-0692-01A2-4452-584CBE03D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12201-4616-5E5F-19F5-751DF6392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856B7-3B6C-3F92-C4B5-D2F33BEB2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80877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2DE10-9CD0-BD3C-C931-E04E6072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E6087-0CC6-7B10-2293-CDE3E6E69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B8166-9C24-63B2-D8E7-DE77D9CB7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BDC81-1B02-B8AB-0D45-F09BC6490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631921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2087-2AE6-7483-043D-82BC39C6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481A1-095D-927B-AE0D-932AD808A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615E1-B4C8-5BC6-3EC8-A45DE501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B8E70-E4D4-0BB7-EDD5-F477ACDE2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07741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DFC49-9A62-E308-9542-67032F25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BEA2A-5565-4DF6-C553-7292C5A91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B337E-BF6E-33FE-8796-5113B5D3C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1C9C9-BF76-FBBF-37CF-DF91B9820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71467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442E-4E6D-93CB-097B-A1C07D67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804BC-4C60-AB13-0013-624E7CA76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0AE05-95A1-1EE1-F64F-3AB130D5E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26417-9456-52BE-2DFC-C138CEAF6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15344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1D2C-CCBA-5DD2-20C0-2A5A482B1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A1882-47EE-B1D3-4436-6EE09E2DB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F709A-E4FB-5D31-6A0F-D15262D45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45B12-9D20-AB0B-D62A-7C5F27405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FF3D1-0F45-2240-9B47-75654C02E24A}" type="slidenum">
              <a:t>26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20200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49E1-0E79-E426-382D-1B1213C50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42DB0-874D-573A-FAF5-E1E1B504C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BD1B-AB8B-B662-20BA-8EFCDD66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332DA-B328-C938-C5CC-150A884B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092F4-C033-8786-943E-2AE1C327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7693-B66D-3FF6-66FB-B2B66B9B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8C97-B2D4-9D9C-F7A8-115F22C5A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C4265-6111-645E-966E-B831FDA6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E0A0A-A8A5-760E-E5D5-68A445A8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C847C-376C-028A-DCDA-F438CA4C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8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1A4A-1448-BFB4-783B-B383569C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B3B29-C6AF-4859-0D81-048A8D8E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660D-702B-4436-92F0-7E362647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1AB1F-50DC-799D-662D-6ABE6F9C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C0759-C06B-BD43-A867-64E4943C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B286-E109-DF56-3354-9EBB9B5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A1BC-FD2E-EC48-7F3D-EAE382EF6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1FB9B-4CC0-59F3-79CE-50BDB1CF5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D12A-6B6F-D96F-E37E-60E80B0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B1D1D-9984-1BE0-A9AE-482E21A1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9D570-A79C-057C-6355-694323D92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2E31-2F30-2FBC-B963-E9A07AEB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CD35A-8B39-BC77-3C19-54035D89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08F13-7339-18A8-8571-F9F2D867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57706-1749-9278-F728-58B990AE4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4423B-8211-534A-22EC-BE8E0E770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9B804-1DE5-9C35-6F81-3A293D1A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D4FF6-84CE-0494-D968-CE07AA6D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68B0D-5839-7A38-CE68-9BEFDA69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6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FDC7-1509-15E3-FC6B-805EA76B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55E65-38EA-9E43-0C6D-EB82CBCB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C6B55-0201-1312-335A-069E8331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A86EF-5BE7-951E-E1F1-DB496365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77714-1AE4-D06D-041E-70C6F3BE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B493B-9D46-0485-1C7C-EC89D1B9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092-CD68-93A5-D410-D8D9F0F3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8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8FCC-59F7-002F-887A-3AE9E3CA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3BF3-66ED-D5F7-4D10-42A1711B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EEA8-D320-6867-9BA6-758966E3F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5B38-62A1-CE82-8A74-5434C0A4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5D93-06AF-21CA-460C-74E6E8B2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5CCB2-2362-5C44-3188-75821D57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F888-87D6-FE2D-6CB5-C363685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4AE296-04DC-6316-72BF-93486EDBC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E4AC3-BDF1-C463-09B8-B7AACAA77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8EDC2-B5DC-02FD-C84A-A77A922D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FCE8-2ECF-C3F9-9FBA-7159C1FE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1A29-C80D-1CF9-8B56-52DE889E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2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605A-C9D9-3FEE-4AD7-93E29ECE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40FCE-C444-FED9-4D9B-911BEFE9A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9C4A-29FB-8709-12DA-C4B70DE8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6E77-31D8-44C9-8C00-C85B1FBD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131BB-31B3-265D-7085-74DC5991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7958B-44E0-1781-BCCB-A1EADD44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EE1AC-BA82-4227-EF6E-CD4C94528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4FCB6-CEB8-F8B1-0ACF-D57EE7B3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4267-9C54-4B02-8EEA-5CA89141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CB251-E39D-B765-D0D9-DD43E8D3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4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09D87-B60C-2F4C-DA19-BB04307F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74F2-0FF1-114D-5529-1A4E2366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AB11-252C-AF3A-1868-D64F46A9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8DE05-51EE-4692-B197-877FA1DAAAED}" type="datetimeFigureOut">
              <a:rPr lang="en-US" smtClean="0"/>
              <a:t>11/29/25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987AE-9E20-DF1B-0ECB-89583BCE6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54B6-F244-E0B6-9D65-0E3B11C54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2391D-08EA-4D13-AA34-90E6B065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0.png"/><Relationship Id="rId18" Type="http://schemas.openxmlformats.org/officeDocument/2006/relationships/customXml" Target="../ink/ink12.xml"/><Relationship Id="rId3" Type="http://schemas.openxmlformats.org/officeDocument/2006/relationships/image" Target="../media/image6.png"/><Relationship Id="rId7" Type="http://schemas.openxmlformats.org/officeDocument/2006/relationships/customXml" Target="../ink/ink6.xml"/><Relationship Id="rId12" Type="http://schemas.openxmlformats.org/officeDocument/2006/relationships/customXml" Target="../ink/ink9.xm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5" Type="http://schemas.openxmlformats.org/officeDocument/2006/relationships/image" Target="../media/image11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4" Type="http://schemas.openxmlformats.org/officeDocument/2006/relationships/customXml" Target="../ink/ink4.xml"/><Relationship Id="rId9" Type="http://schemas.openxmlformats.org/officeDocument/2006/relationships/customXml" Target="../ink/ink8.xml"/><Relationship Id="rId14" Type="http://schemas.openxmlformats.org/officeDocument/2006/relationships/customXml" Target="../ink/ink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customXml" Target="../ink/ink1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customXml" Target="../ink/ink14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2DBD-CB83-55BD-128C-2C66E4779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Java SE 17 –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8 – Lambdas and Functional Interface</a:t>
            </a:r>
          </a:p>
        </p:txBody>
      </p:sp>
    </p:spTree>
    <p:extLst>
      <p:ext uri="{BB962C8B-B14F-4D97-AF65-F5344CB8AC3E}">
        <p14:creationId xmlns:p14="http://schemas.microsoft.com/office/powerpoint/2010/main" val="243732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D8BC4-D539-661E-8A88-53AF6C208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A13038-CAB8-FCA0-CDE8-65E40C2F10A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- We can understand Lambda as ... in a ... class</a:t>
            </a:r>
          </a:p>
          <a:p>
            <a:pPr algn="l"/>
            <a:r>
              <a:rPr lang="en-US" sz="1800">
                <a:sym typeface="Wingdings" pitchFamily="2" charset="2"/>
              </a:rPr>
              <a:t>- Note: We can only use Lambda with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1,2,3,4)</a:t>
            </a:r>
          </a:p>
          <a:p>
            <a:pPr algn="l"/>
            <a:r>
              <a:rPr lang="en-US" sz="1800">
                <a:sym typeface="Wingdings" pitchFamily="2" charset="2"/>
              </a:rPr>
              <a:t>- Deferred execution is ...</a:t>
            </a:r>
          </a:p>
          <a:p>
            <a:pPr algn="l"/>
            <a:r>
              <a:rPr lang="en-US" sz="1800">
                <a:sym typeface="Wingdings" pitchFamily="2" charset="2"/>
              </a:rPr>
              <a:t>- ... syntax and ... syntax can be ...</a:t>
            </a:r>
          </a:p>
          <a:p>
            <a:pPr algn="l"/>
            <a:r>
              <a:rPr lang="en-US" sz="1800">
                <a:sym typeface="Wingdings" pitchFamily="2" charset="2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A027BC-087B-1D0B-57E3-36175DA5F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655791"/>
            <a:ext cx="4699000" cy="115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2A1570-3546-47C3-FA67-1022C885A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4059015"/>
            <a:ext cx="5740400" cy="2451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08DC14-A6AD-13F0-3FC8-909E50029B50}"/>
                  </a:ext>
                </a:extLst>
              </p14:cNvPr>
              <p14:cNvContentPartPr/>
              <p14:nvPr/>
            </p14:nvContentPartPr>
            <p14:xfrm>
              <a:off x="3773731" y="4376020"/>
              <a:ext cx="1502280" cy="11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08DC14-A6AD-13F0-3FC8-909E50029B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0731" y="4313380"/>
                <a:ext cx="16279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583A35-94F1-2E94-6FA7-C9FD340E0712}"/>
                  </a:ext>
                </a:extLst>
              </p14:cNvPr>
              <p14:cNvContentPartPr/>
              <p14:nvPr/>
            </p14:nvContentPartPr>
            <p14:xfrm>
              <a:off x="7720411" y="4293220"/>
              <a:ext cx="609480" cy="114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583A35-94F1-2E94-6FA7-C9FD340E071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57411" y="4230220"/>
                <a:ext cx="7351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1680E22-8066-F462-094D-725900FB5740}"/>
                  </a:ext>
                </a:extLst>
              </p14:cNvPr>
              <p14:cNvContentPartPr/>
              <p14:nvPr/>
            </p14:nvContentPartPr>
            <p14:xfrm>
              <a:off x="4796851" y="6126340"/>
              <a:ext cx="491760" cy="6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1680E22-8066-F462-094D-725900FB57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33851" y="6063340"/>
                <a:ext cx="617400" cy="1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544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D15F-0986-2679-86A9-5CE9659A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E0CEF1-CE8C-040F-A869-94B641138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D2CCCEE-8F1F-E60D-951B-9BCE10650D54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F9BB30-1E5B-DBB3-EF66-539093CB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820738"/>
            <a:ext cx="7772400" cy="31089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1069DEF-7107-2852-7966-359309A1CCC7}"/>
                  </a:ext>
                </a:extLst>
              </p14:cNvPr>
              <p14:cNvContentPartPr/>
              <p14:nvPr/>
            </p14:nvContentPartPr>
            <p14:xfrm>
              <a:off x="6992851" y="165334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1069DEF-7107-2852-7966-359309A1CC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9851" y="15903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3BD8182-715F-0454-4F48-A5D483B63480}"/>
                  </a:ext>
                </a:extLst>
              </p14:cNvPr>
              <p14:cNvContentPartPr/>
              <p14:nvPr/>
            </p14:nvContentPartPr>
            <p14:xfrm>
              <a:off x="6996811" y="209614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3BD8182-715F-0454-4F48-A5D483B634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4171" y="20331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FC49687-9370-BE8D-9956-49C28B48F512}"/>
                  </a:ext>
                </a:extLst>
              </p14:cNvPr>
              <p14:cNvContentPartPr/>
              <p14:nvPr/>
            </p14:nvContentPartPr>
            <p14:xfrm>
              <a:off x="6994291" y="254146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FC49687-9370-BE8D-9956-49C28B48F5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1651" y="24784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194D8FD-7E13-9DE6-28D1-CE4D94463358}"/>
                  </a:ext>
                </a:extLst>
              </p14:cNvPr>
              <p14:cNvContentPartPr/>
              <p14:nvPr/>
            </p14:nvContentPartPr>
            <p14:xfrm>
              <a:off x="7015891" y="296662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194D8FD-7E13-9DE6-28D1-CE4D944633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53251" y="29036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82491F0-A1F5-A369-4498-F52D3073A4D5}"/>
                  </a:ext>
                </a:extLst>
              </p14:cNvPr>
              <p14:cNvContentPartPr/>
              <p14:nvPr/>
            </p14:nvContentPartPr>
            <p14:xfrm>
              <a:off x="7004371" y="3424540"/>
              <a:ext cx="154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82491F0-A1F5-A369-4498-F52D3073A4D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41371" y="3361540"/>
                <a:ext cx="14112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D776977-8C1C-70C4-0A50-063B9754A3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7784" y="3787302"/>
            <a:ext cx="7772400" cy="25607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B886B10-4B22-BB1B-9B3E-F977B8A5E523}"/>
                  </a:ext>
                </a:extLst>
              </p14:cNvPr>
              <p14:cNvContentPartPr/>
              <p14:nvPr/>
            </p14:nvContentPartPr>
            <p14:xfrm>
              <a:off x="6309211" y="4573300"/>
              <a:ext cx="2256840" cy="105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B886B10-4B22-BB1B-9B3E-F977B8A5E5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46211" y="4510660"/>
                <a:ext cx="23824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BF8FDB6-68D3-BC8F-3354-9415451D2CE2}"/>
                  </a:ext>
                </a:extLst>
              </p14:cNvPr>
              <p14:cNvContentPartPr/>
              <p14:nvPr/>
            </p14:nvContentPartPr>
            <p14:xfrm>
              <a:off x="6323251" y="5057140"/>
              <a:ext cx="1958400" cy="52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BF8FDB6-68D3-BC8F-3354-9415451D2CE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60611" y="4994500"/>
                <a:ext cx="20840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33BDEB9-CFD7-384E-3FFB-858FA0A3E895}"/>
                  </a:ext>
                </a:extLst>
              </p14:cNvPr>
              <p14:cNvContentPartPr/>
              <p14:nvPr/>
            </p14:nvContentPartPr>
            <p14:xfrm>
              <a:off x="6275371" y="5485540"/>
              <a:ext cx="2620800" cy="42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33BDEB9-CFD7-384E-3FFB-858FA0A3E8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12731" y="5422540"/>
                <a:ext cx="27464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94BE700-4AF4-12CC-79B5-EC6BD5748A0A}"/>
                  </a:ext>
                </a:extLst>
              </p14:cNvPr>
              <p14:cNvContentPartPr/>
              <p14:nvPr/>
            </p14:nvContentPartPr>
            <p14:xfrm>
              <a:off x="6397771" y="5891980"/>
              <a:ext cx="2192760" cy="134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94BE700-4AF4-12CC-79B5-EC6BD5748A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34771" y="5828980"/>
                <a:ext cx="2318400" cy="2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97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0214-2841-BAB6-F227-1D483B63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907C95-7E63-0753-7F26-BB5CF46A7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70DEF2B-87FC-EE54-9B9C-798FDC10489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Assigning Lambdas to var</a:t>
            </a:r>
          </a:p>
          <a:p>
            <a:pPr algn="l"/>
            <a:r>
              <a:rPr lang="en-US" sz="1800">
                <a:sym typeface="Wingdings" pitchFamily="2" charset="2"/>
              </a:rPr>
              <a:t>- We ... assign ... to var because ... lambda needs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Coding Functional Interface</a:t>
            </a:r>
          </a:p>
          <a:p>
            <a:pPr algn="l"/>
            <a:r>
              <a:rPr lang="en-US" sz="1800">
                <a:sym typeface="Wingdings" pitchFamily="2" charset="2"/>
              </a:rPr>
              <a:t>- As we know that we can only use ... with ...</a:t>
            </a:r>
          </a:p>
          <a:p>
            <a:pPr algn="l"/>
            <a:r>
              <a:rPr lang="en-US" sz="1800">
                <a:sym typeface="Wingdings" pitchFamily="2" charset="2"/>
              </a:rPr>
              <a:t>- ... is offically called ... (... only has ...)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Defining a Functional Interface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5)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The annotation ... will ... that this interface will ... If the interface doesn't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6)</a:t>
            </a:r>
          </a:p>
          <a:p>
            <a:pPr algn="l"/>
            <a:r>
              <a:rPr lang="en-US" sz="1800">
                <a:sym typeface="Wingdings" pitchFamily="2" charset="2"/>
              </a:rPr>
              <a:t>- Java includes the ... some ... however not ...</a:t>
            </a:r>
          </a:p>
          <a:p>
            <a:pPr algn="l"/>
            <a:r>
              <a:rPr lang="en-US" sz="1800">
                <a:sym typeface="Wingdings" pitchFamily="2" charset="2"/>
              </a:rPr>
              <a:t>– An interface without ... doesn't mean ... Remember that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7)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9573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3FF5-ED84-5A2D-C115-D479FCD9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61B99F-9A6E-F94F-82E2-CE0B6CC87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88D0E7C-F542-3BCD-318A-95CB61FE0C19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Adding object methods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- There is a rule in ... that if a ... declares ... that is the same ... =&gt; that ... won't be considered as ... interface</a:t>
            </a:r>
          </a:p>
          <a:p>
            <a:pPr algn="l"/>
            <a:r>
              <a:rPr lang="en-US" sz="1800">
                <a:sym typeface="Wingdings" pitchFamily="2" charset="2"/>
              </a:rPr>
              <a:t>- Note: JLS allows ... from ... class to ... from ... interface... with some rules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- However, JLS also points out that if the ... is from ... class =&gt; another rule must be satisfied which is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8)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9F7DB2-497C-2BE9-53CC-8A253692C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484" y="1245529"/>
            <a:ext cx="41910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6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867F1-25BC-03B6-4155-63184E1B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BBB6CC-79E7-D8B9-1A9E-C4B7FDCC6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509B0BD-6416-4C46-D58A-3E5CCBDF71E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Using Method Reference</a:t>
            </a:r>
          </a:p>
          <a:p>
            <a:pPr algn="l"/>
            <a:r>
              <a:rPr lang="en-US" sz="1800">
                <a:sym typeface="Wingdings" pitchFamily="2" charset="2"/>
              </a:rPr>
              <a:t>- Method Reference is ...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9)</a:t>
            </a:r>
          </a:p>
          <a:p>
            <a:pPr algn="l"/>
            <a:r>
              <a:rPr lang="en-US" sz="1800">
                <a:sym typeface="Wingdings" pitchFamily="2" charset="2"/>
              </a:rPr>
              <a:t>- However, that syntax is ..., therefore, we can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10)</a:t>
            </a:r>
          </a:p>
          <a:p>
            <a:pPr algn="l"/>
            <a:r>
              <a:rPr lang="en-US" sz="1800">
                <a:sym typeface="Wingdings" pitchFamily="2" charset="2"/>
              </a:rPr>
              <a:t>- The colons are used for ...</a:t>
            </a:r>
          </a:p>
          <a:p>
            <a:pPr algn="l"/>
            <a:r>
              <a:rPr lang="en-US" sz="1800">
                <a:sym typeface="Wingdings" pitchFamily="2" charset="2"/>
              </a:rPr>
              <a:t>– There are ... types of Method Reference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r>
              <a:rPr lang="en-US" sz="1800">
                <a:sym typeface="Wingdings" pitchFamily="2" charset="2"/>
              </a:rPr>
              <a:t>+)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Calling static method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11)</a:t>
            </a:r>
          </a:p>
          <a:p>
            <a:pPr algn="l"/>
            <a:r>
              <a:rPr lang="en-US" sz="1800">
                <a:sym typeface="Wingdings" pitchFamily="2" charset="2"/>
              </a:rPr>
              <a:t>- How does Java know to pick ..., it is because the ... in ... class ...</a:t>
            </a:r>
          </a:p>
        </p:txBody>
      </p:sp>
    </p:spTree>
    <p:extLst>
      <p:ext uri="{BB962C8B-B14F-4D97-AF65-F5344CB8AC3E}">
        <p14:creationId xmlns:p14="http://schemas.microsoft.com/office/powerpoint/2010/main" val="148364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0794-FF7D-4157-C06D-F1E93BD8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B41C2-D233-3DA3-4BEA-6D63111F7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49025E-6A75-8CD5-CCE7-703F1133387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>
                <a:sym typeface="Wingdings" pitchFamily="2" charset="2"/>
              </a:rPr>
              <a:t>Calling Instance methods on a particular object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12)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13)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14)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Calling instance methods on a parameter</a:t>
            </a:r>
          </a:p>
          <a:p>
            <a:pPr algn="l"/>
            <a:r>
              <a:rPr lang="en-US" sz="1800">
                <a:sym typeface="Wingdings" pitchFamily="2" charset="2"/>
              </a:rPr>
              <a:t>- In this section, we will use ... with ... in ... interface ....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(code illustration snippet 15)</a:t>
            </a:r>
          </a:p>
          <a:p>
            <a:pPr algn="l"/>
            <a:r>
              <a:rPr lang="en-US" sz="1800">
                <a:sym typeface="Wingdings" pitchFamily="2" charset="2"/>
              </a:rPr>
              <a:t>- Also we can combine ...</a:t>
            </a:r>
          </a:p>
          <a:p>
            <a:pPr algn="l"/>
            <a:r>
              <a:rPr lang="en-US" sz="1800">
                <a:sym typeface="Wingdings" pitchFamily="2" charset="2"/>
              </a:rPr>
              <a:t>- The first ... will be ... and the second ... will be ... </a:t>
            </a:r>
          </a:p>
        </p:txBody>
      </p:sp>
    </p:spTree>
    <p:extLst>
      <p:ext uri="{BB962C8B-B14F-4D97-AF65-F5344CB8AC3E}">
        <p14:creationId xmlns:p14="http://schemas.microsoft.com/office/powerpoint/2010/main" val="395609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4F73-7CBD-28E3-432B-3D6052EC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21260B-6D35-8E4B-6131-BCE69B3A3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4808FB-3189-2A09-A3B9-55F9879CB7AD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ym typeface="Wingdings" pitchFamily="2" charset="2"/>
              </a:rPr>
              <a:t>(code illustration snippet 16)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Calling Constructor</a:t>
            </a:r>
          </a:p>
          <a:p>
            <a:pPr algn="l"/>
            <a:r>
              <a:rPr lang="en-US" sz="1800">
                <a:sym typeface="Wingdings" pitchFamily="2" charset="2"/>
              </a:rPr>
              <a:t>- ... reference is a special ... because instead of using ... it uses ... and it ... instead of ... 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17) </a:t>
            </a:r>
          </a:p>
          <a:p>
            <a:pPr algn="l"/>
            <a:r>
              <a:rPr lang="en-US" sz="1800">
                <a:sym typeface="Wingdings" pitchFamily="2" charset="2"/>
              </a:rPr>
              <a:t>- If the ... method has ... =&gt; ... reference will ... it</a:t>
            </a:r>
          </a:p>
          <a:p>
            <a:pPr algn="l"/>
            <a:r>
              <a:rPr lang="en-US" sz="1800">
                <a:sym typeface="Wingdings" pitchFamily="2" charset="2"/>
              </a:rPr>
              <a:t>(code illustration snippet 18) </a:t>
            </a:r>
          </a:p>
          <a:p>
            <a:pPr algn="l"/>
            <a:endParaRPr lang="en-US" sz="180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B64F8B-0B72-EB2B-CEFA-267A5F57A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344" y="3635513"/>
            <a:ext cx="6893312" cy="30049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A9B7D6-ED3D-AD73-F39D-E21089F86A68}"/>
                  </a:ext>
                </a:extLst>
              </p14:cNvPr>
              <p14:cNvContentPartPr/>
              <p14:nvPr/>
            </p14:nvContentPartPr>
            <p14:xfrm>
              <a:off x="5305531" y="4622620"/>
              <a:ext cx="4057920" cy="1819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A9B7D6-ED3D-AD73-F39D-E21089F86A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2891" y="4559980"/>
                <a:ext cx="4183560" cy="19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02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7EAB3-461D-D23D-8D4C-473A47863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3801C0-E801-7F7A-4C30-A49A73FA7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448D501-D2C4-FD82-A678-85679569D8B9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ym typeface="Wingdings" pitchFamily="2" charset="2"/>
              </a:rPr>
              <a:t>Working with built-in functional interfaces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Sometime it will be … for us to … lambda …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Luckily most of them ….</a:t>
            </a:r>
          </a:p>
          <a:p>
            <a:pPr algn="l"/>
            <a:r>
              <a:rPr lang="en-US" sz="1800" dirty="0">
                <a:sym typeface="Wingdings" pitchFamily="2" charset="2"/>
              </a:rPr>
              <a:t>– Some of the core … has been … in package …. </a:t>
            </a:r>
            <a:r>
              <a:rPr lang="en-US" sz="1800">
                <a:sym typeface="Wingdings" pitchFamily="2" charset="2"/>
              </a:rPr>
              <a:t>We will talk about ... in the next chapter but for now we will understand this:</a:t>
            </a:r>
          </a:p>
          <a:p>
            <a:pPr algn="l"/>
            <a:endParaRPr lang="en-US" sz="1800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T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U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 b="1">
                <a:sym typeface="Wingdings" pitchFamily="2" charset="2"/>
              </a:rPr>
              <a:t>R</a:t>
            </a:r>
          </a:p>
          <a:p>
            <a:pPr algn="l"/>
            <a:endParaRPr lang="en-US" sz="1800" b="1">
              <a:sym typeface="Wingdings" pitchFamily="2" charset="2"/>
            </a:endParaRPr>
          </a:p>
          <a:p>
            <a:pPr algn="l"/>
            <a:r>
              <a:rPr lang="en-US" sz="1800">
                <a:sym typeface="Wingdings" pitchFamily="2" charset="2"/>
              </a:rPr>
              <a:t> </a:t>
            </a:r>
            <a:endParaRPr lang="en-US" sz="1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507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4EDE0-CF14-5515-8CF5-F100CB0F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B36F4-6420-C67F-B1E1-3C8EE40DF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4EA407E-F600-E95F-3227-0A230078C3BB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8400B3-AA93-2930-C4B1-C82BE930A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520700"/>
            <a:ext cx="7772400" cy="3411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A22B14-B113-0E59-A51A-74C491C2E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784" y="3983987"/>
            <a:ext cx="7772400" cy="2053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2BBDEF-4756-21DA-9EAD-592A8929E1F0}"/>
                  </a:ext>
                </a:extLst>
              </p14:cNvPr>
              <p14:cNvContentPartPr/>
              <p14:nvPr/>
            </p14:nvContentPartPr>
            <p14:xfrm>
              <a:off x="3974070" y="1234132"/>
              <a:ext cx="4514760" cy="2379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2BBDEF-4756-21DA-9EAD-592A8929E1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11070" y="1171132"/>
                <a:ext cx="4640400" cy="25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6240B1-45CB-E8B7-794B-FF2AAB977661}"/>
                  </a:ext>
                </a:extLst>
              </p14:cNvPr>
              <p14:cNvContentPartPr/>
              <p14:nvPr/>
            </p14:nvContentPartPr>
            <p14:xfrm>
              <a:off x="4164510" y="4667812"/>
              <a:ext cx="4285800" cy="1049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6240B1-45CB-E8B7-794B-FF2AAB9776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01870" y="4605172"/>
                <a:ext cx="4411440" cy="11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D89C3C8-72F3-BEB5-E2C0-2B229A33D013}"/>
                  </a:ext>
                </a:extLst>
              </p14:cNvPr>
              <p14:cNvContentPartPr/>
              <p14:nvPr/>
            </p14:nvContentPartPr>
            <p14:xfrm>
              <a:off x="5811510" y="3560452"/>
              <a:ext cx="439200" cy="16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D89C3C8-72F3-BEB5-E2C0-2B229A33D0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48870" y="3497812"/>
                <a:ext cx="564840" cy="1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840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5ED1-9CF7-A012-2CA4-FBC22E79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4D3805-7D3D-35CD-10EF-298EAE43E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F999EEC-92A4-DE01-4E78-2C65B9DC856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- For the exam, we have to ...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We are not usually ... variable ... define it and ...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b="1" dirty="0">
                <a:sym typeface="Wingdings" pitchFamily="2" charset="2"/>
              </a:rPr>
              <a:t>Implementing Supplier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We use Supplier when ... with no ...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19)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Supplier is used to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20,21)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... print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22)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That string has a meaning, ... is a ..., ... is a ... and the ... sign is a ...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6C58F2-FDB6-1E96-6A7E-8C8F21BC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984" y="2730500"/>
            <a:ext cx="4064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3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B27A-383E-E15F-FE1D-5E49E309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64D5BE-444B-9C86-D573-A10073B8B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D4E73A5-30FB-0696-D1D1-C7D748FFBCA8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ym typeface="Wingdings" pitchFamily="2" charset="2"/>
              </a:rPr>
              <a:t>Implementing Consumer and BiConsumer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 We use Consumer when we ... but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BiConsumer is ...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B1493-09B5-4D3A-844C-A9559B06F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3896"/>
            <a:ext cx="6577988" cy="46203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28F968-853A-715A-CC14-EB7699C89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149" y="1923896"/>
            <a:ext cx="5719905" cy="46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3CBC1-DEBB-863F-9172-43284456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FAA2D7-6E01-E1B2-2611-63FF87208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01BB7E0-79D5-CEDF-E648-944E9BB669E0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(code illustration snippet 23,24,25)</a:t>
            </a:r>
          </a:p>
          <a:p>
            <a:pPr algn="l"/>
            <a:endParaRPr lang="en-US" sz="1800" b="1" dirty="0">
              <a:sym typeface="Wingdings" pitchFamily="2" charset="2"/>
            </a:endParaRPr>
          </a:p>
          <a:p>
            <a:pPr algn="l"/>
            <a:r>
              <a:rPr lang="en-US" sz="1800" b="1" dirty="0">
                <a:sym typeface="Wingdings" pitchFamily="2" charset="2"/>
              </a:rPr>
              <a:t>Implementing Predicate and BiPredicate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Predicate is used to ... and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– BiPredicate is ...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28C5D-60BA-DFB9-207B-7DF5216BC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750" y="2559586"/>
            <a:ext cx="5270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6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DADF-141F-8EC7-7D59-94335E3D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666010-144D-D135-6928-203805099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E42BBF-D4BC-AFED-A9A8-5F47A38CA59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(code illustration snippet 26,27)</a:t>
            </a:r>
          </a:p>
          <a:p>
            <a:pPr algn="l"/>
            <a:r>
              <a:rPr lang="en-US" sz="1800" b="1" dirty="0">
                <a:sym typeface="Wingdings" pitchFamily="2" charset="2"/>
              </a:rPr>
              <a:t>Implementing Function and BiFunction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Function is used to ... that may have different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BiFunction is used to ...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6D66F-9529-ECCD-D533-ADCCB8654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0" y="2405062"/>
            <a:ext cx="51562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6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7A0B-1211-9DC5-7774-161B6F63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55BD12-FA66-CA06-EAA2-C9A74F90D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5640E47-6E74-6F26-8E4B-290D1217A86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(code illustration snippet 28,29)</a:t>
            </a:r>
          </a:p>
          <a:p>
            <a:pPr algn="l"/>
            <a:r>
              <a:rPr lang="en-US" sz="1800" b="1" dirty="0">
                <a:sym typeface="Wingdings" pitchFamily="2" charset="2"/>
              </a:rPr>
              <a:t>Implementing UnaryOperator and BinaryOperator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UnaryOperator and BinaryOperator are a ... where they require ... same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– UnaryOperator will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– BinaryOperator will ...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BF158-7FC7-E225-6DB7-7B6DF5BC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2780342"/>
            <a:ext cx="7772400" cy="281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1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7CD8-8C1C-B6CC-D474-639FA5F69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0C3943-C824-4D25-90B1-9EBA8CD6D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BD19A6-B3CE-260B-1E91-9D2E5EBF49B5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30, 31)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b="1" dirty="0">
                <a:sym typeface="Wingdings" pitchFamily="2" charset="2"/>
              </a:rPr>
              <a:t>Checking Functional Interface</a:t>
            </a:r>
          </a:p>
          <a:p>
            <a:pPr algn="l"/>
            <a:r>
              <a:rPr lang="en-US" sz="1800" dirty="0">
                <a:sym typeface="Wingdings" pitchFamily="2" charset="2"/>
              </a:rPr>
              <a:t>(answer the following questions)</a:t>
            </a:r>
          </a:p>
          <a:p>
            <a:pPr algn="l"/>
            <a:r>
              <a:rPr lang="en-US" sz="1800" dirty="0">
                <a:sym typeface="Wingdings" pitchFamily="2" charset="2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28670B-98AD-F6B6-E9BD-54334C227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765" y="1389273"/>
            <a:ext cx="5118100" cy="110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E2D92-1F17-9D0D-C4CC-D2B9E23E8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" y="4656730"/>
            <a:ext cx="7772400" cy="156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3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BE0F-39F7-D11C-0AA9-497B048D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B972F3-DF5A-CF57-82F6-6FA1194CE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C0D118-11DE-C9DD-9459-2FB7B90F103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-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E40619-2E6C-9441-99CE-FAECC968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1155543"/>
            <a:ext cx="7772400" cy="16604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85F060-B6F7-335F-9D38-229AA778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" y="3382807"/>
            <a:ext cx="7772400" cy="131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7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DC70-3026-C608-65CB-539EA40F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C92A8-391C-4EBB-07F8-505121ED7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93C5AA-57E2-1B8F-36F8-4A45FA090B0F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ym typeface="Wingdings" pitchFamily="2" charset="2"/>
              </a:rPr>
              <a:t>Using convenience Methods on Functional Interface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Usually, Functional ... has ... however, they have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– These methods are used to ... or ... the interface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32,33,34,35)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With Function, it uses ... as a ... for ... =&gt; We have to make sure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36)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0AA3EB-139A-7935-3128-79F114E0B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1896908"/>
            <a:ext cx="7772400" cy="3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12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C7B3-371A-FAEA-F675-72617423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711FB6-B548-AE0B-75BF-952C2937E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C66247-3F27-2E7F-5B3E-C747CB2819C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ym typeface="Wingdings" pitchFamily="2" charset="2"/>
              </a:rPr>
              <a:t>Learning the Functional Interfaces for Primitives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We also have some ... for ... These ... Stream ... Optional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Most of these ... and there is one for ...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37)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3DF5A-2D43-1505-2FAD-70514282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0" y="2009661"/>
            <a:ext cx="65405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D062B-76D7-01C8-33D0-FCCD6CA0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6224CF-122E-970E-9993-A36F313E5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96AE64-9035-E7CB-83DC-678D40F91806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D61527-B1A1-6CF1-4835-9E122C323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520700"/>
            <a:ext cx="7772400" cy="456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4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30D3-88A9-22D8-E766-18B6A219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F5CC63-DC3C-4C0C-1526-51A27730F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90BF4BF-3C91-47FF-2E62-69EB3950AF0C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CF8BC9-0167-4165-EF51-420E73FD6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739170"/>
            <a:ext cx="7772400" cy="30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75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4630-0907-3E7F-A034-A2DD1B87C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515776-630B-7721-3574-5AA5D6AA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80EAE71-BC49-695C-A0FD-A77CAA271639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- ... are disappeared from ... interface ... except.. This is because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b="1" dirty="0">
                <a:sym typeface="Wingdings" pitchFamily="2" charset="2"/>
              </a:rPr>
              <a:t>Working with Variables in Lambdas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Now we will talk about ... 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Variables appear in ... places ..., ..., and ...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72172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E776-8835-E5AC-558A-78B12BF5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1645D1-98D4-D3B6-E91D-A5AD20505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CD8288A-A4C6-3AB1-AB6B-853D118F3D78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699C07-EDEA-CFAC-32F1-B29B699D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784" y="802991"/>
            <a:ext cx="7772400" cy="523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19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56EEF-A464-7F03-6072-97F019FA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B45B2C-B24D-7EDC-BFAA-C7F0156D7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63CB9C5-99E7-DBA2-9BAB-91F2C2955B22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- There are some differences in ... However, Function still has ...</a:t>
            </a:r>
            <a:endParaRPr lang="en-US" sz="1800" b="1" dirty="0">
              <a:sym typeface="Wingdings" pitchFamily="2" charset="2"/>
            </a:endParaRPr>
          </a:p>
          <a:p>
            <a:pPr algn="l"/>
            <a:endParaRPr lang="en-US" sz="1800" b="1" dirty="0">
              <a:sym typeface="Wingdings" pitchFamily="2" charset="2"/>
            </a:endParaRPr>
          </a:p>
          <a:p>
            <a:pPr algn="l"/>
            <a:r>
              <a:rPr lang="en-US" sz="1800" b="1" dirty="0">
                <a:sym typeface="Wingdings" pitchFamily="2" charset="2"/>
              </a:rPr>
              <a:t>Listing Parameters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We already know that ... can be ommited. Now we also know that ... 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38)</a:t>
            </a:r>
          </a:p>
          <a:p>
            <a:pPr algn="l"/>
            <a:r>
              <a:rPr lang="en-US" sz="1800" dirty="0">
                <a:sym typeface="Wingdings" pitchFamily="2" charset="2"/>
              </a:rPr>
              <a:t>(answer the following question)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17EBC7-39D1-DAC3-DB3B-AEB3CF5A8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429000"/>
            <a:ext cx="7772400" cy="1839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875C6-9050-F338-319D-F15548097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484" y="5041783"/>
            <a:ext cx="64770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40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BF2E-850E-C2B3-0F0E-76981008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D2E670-2AC0-6E82-9539-3647B8CB7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F5F15B0-C09F-CFB2-7205-6F44688DBCE3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ym typeface="Wingdings" pitchFamily="2" charset="2"/>
              </a:rPr>
              <a:t>-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dirty="0">
                <a:sym typeface="Wingdings" pitchFamily="2" charset="2"/>
              </a:rPr>
              <a:t>- Because ... is like normal ... =&gt; we can use ... on it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39)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However, lambda requires ... format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40)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3629D5-4A05-7B68-8D02-A9CE4353B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31212"/>
            <a:ext cx="7772400" cy="1378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CC463F-5F48-FAE2-3A7E-9E860DC1F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534" y="4538662"/>
            <a:ext cx="46609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73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E4EE-936F-D7E5-BC1B-ECA917B7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917567-8429-5C5F-BADF-8B2CD06AE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" y="217488"/>
            <a:ext cx="11223171" cy="303212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/>
              <a:t>Revision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07B77C-B595-3E3B-5839-B72ACD2428FA}"/>
              </a:ext>
            </a:extLst>
          </p:cNvPr>
          <p:cNvSpPr txBox="1">
            <a:spLocks/>
          </p:cNvSpPr>
          <p:nvPr/>
        </p:nvSpPr>
        <p:spPr>
          <a:xfrm>
            <a:off x="0" y="820738"/>
            <a:ext cx="12192000" cy="6037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ym typeface="Wingdings" pitchFamily="2" charset="2"/>
              </a:rPr>
              <a:t>Using local variables inside a lambda body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ym typeface="Wingdings" pitchFamily="2" charset="2"/>
              </a:rPr>
              <a:t>Lambda expression usually ... but it still allows us to ...</a:t>
            </a: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marL="285750" indent="-285750" algn="l">
              <a:buFontTx/>
              <a:buChar char="-"/>
            </a:pPr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dirty="0">
                <a:sym typeface="Wingdings" pitchFamily="2" charset="2"/>
              </a:rPr>
              <a:t>(code illustration snippet 40)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In general, we should keep ... because long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In the book, there is a special example about method reference (code illustration snippet 41)</a:t>
            </a:r>
          </a:p>
          <a:p>
            <a:pPr algn="l"/>
            <a:endParaRPr lang="en-US" sz="1800" dirty="0">
              <a:sym typeface="Wingdings" pitchFamily="2" charset="2"/>
            </a:endParaRPr>
          </a:p>
          <a:p>
            <a:pPr algn="l"/>
            <a:r>
              <a:rPr lang="en-US" sz="1800" b="1" dirty="0">
                <a:sym typeface="Wingdings" pitchFamily="2" charset="2"/>
              </a:rPr>
              <a:t>Referencing variables from the lambda body</a:t>
            </a:r>
          </a:p>
          <a:p>
            <a:pPr algn="l"/>
            <a:r>
              <a:rPr lang="en-US" sz="1800" dirty="0">
                <a:sym typeface="Wingdings" pitchFamily="2" charset="2"/>
              </a:rPr>
              <a:t>- Lambda body can access .... All variables like ... and ... is ... but ... must be ...</a:t>
            </a:r>
          </a:p>
          <a:p>
            <a:pPr algn="l"/>
            <a:r>
              <a:rPr lang="en-US" sz="1800" dirty="0">
                <a:sym typeface="Wingdings" pitchFamily="2" charset="2"/>
              </a:rPr>
              <a:t>(code illustration 42,43)</a:t>
            </a:r>
          </a:p>
          <a:p>
            <a:pPr algn="l"/>
            <a:endParaRPr lang="en-US" sz="1800" dirty="0">
              <a:sym typeface="Wingdings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FA0992-5E7F-7F22-EC7F-9D5A35E7C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034" y="1639830"/>
            <a:ext cx="73279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14341</TotalTime>
  <Words>1028</Words>
  <Application>Microsoft Macintosh PowerPoint</Application>
  <PresentationFormat>Widescreen</PresentationFormat>
  <Paragraphs>251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 Theme</vt:lpstr>
      <vt:lpstr>Java SE 17 –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Dinh Vinh Mai</dc:creator>
  <cp:lastModifiedBy>Mai Dinh Vinh  (S.CECS)</cp:lastModifiedBy>
  <cp:revision>35</cp:revision>
  <dcterms:created xsi:type="dcterms:W3CDTF">2024-07-05T03:43:45Z</dcterms:created>
  <dcterms:modified xsi:type="dcterms:W3CDTF">2025-12-01T14:34:15Z</dcterms:modified>
</cp:coreProperties>
</file>