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notesSlides/notesSlide3.xml" ContentType="application/vnd.openxmlformats-officedocument.presentationml.notesSlide+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notesSlides/notesSlide21.xml" ContentType="application/vnd.openxmlformats-officedocument.presentationml.notesSlide+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2"/>
  </p:notesMasterIdLst>
  <p:sldIdLst>
    <p:sldId id="256"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5CD2C29-6869-4EB9-A262-397E95AA9D5D}">
          <p14:sldIdLst>
            <p14:sldId id="256"/>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AF12651-E492-4749-A948-8FB040B70964}" v="10997" dt="2024-07-11T23:31:06.50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862" autoAdjust="0"/>
    <p:restoredTop sz="92233"/>
  </p:normalViewPr>
  <p:slideViewPr>
    <p:cSldViewPr snapToGrid="0">
      <p:cViewPr varScale="1">
        <p:scale>
          <a:sx n="115" d="100"/>
          <a:sy n="115" d="100"/>
        </p:scale>
        <p:origin x="648"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inh Vinh Mai" userId="b8e4a559-41e0-4141-8dc1-330451d69615" providerId="ADAL" clId="{9AF12651-E492-4749-A948-8FB040B70964}"/>
    <pc:docChg chg="undo custSel addSld delSld modSld sldOrd addSection delSection modSection">
      <pc:chgData name="Dinh Vinh Mai" userId="b8e4a559-41e0-4141-8dc1-330451d69615" providerId="ADAL" clId="{9AF12651-E492-4749-A948-8FB040B70964}" dt="2024-07-11T23:31:06.508" v="15304" actId="20577"/>
      <pc:docMkLst>
        <pc:docMk/>
      </pc:docMkLst>
      <pc:sldChg chg="del">
        <pc:chgData name="Dinh Vinh Mai" userId="b8e4a559-41e0-4141-8dc1-330451d69615" providerId="ADAL" clId="{9AF12651-E492-4749-A948-8FB040B70964}" dt="2024-07-11T01:41:42.792" v="0" actId="47"/>
        <pc:sldMkLst>
          <pc:docMk/>
          <pc:sldMk cId="217268900" sldId="256"/>
        </pc:sldMkLst>
      </pc:sldChg>
      <pc:sldChg chg="modSp new mod">
        <pc:chgData name="Dinh Vinh Mai" userId="b8e4a559-41e0-4141-8dc1-330451d69615" providerId="ADAL" clId="{9AF12651-E492-4749-A948-8FB040B70964}" dt="2024-07-11T01:42:31.374" v="77" actId="20577"/>
        <pc:sldMkLst>
          <pc:docMk/>
          <pc:sldMk cId="2437323191" sldId="256"/>
        </pc:sldMkLst>
        <pc:spChg chg="mod">
          <ac:chgData name="Dinh Vinh Mai" userId="b8e4a559-41e0-4141-8dc1-330451d69615" providerId="ADAL" clId="{9AF12651-E492-4749-A948-8FB040B70964}" dt="2024-07-11T01:41:58.931" v="44" actId="20577"/>
          <ac:spMkLst>
            <pc:docMk/>
            <pc:sldMk cId="2437323191" sldId="256"/>
            <ac:spMk id="2" creationId="{5F432DBD-CB83-55BD-128C-2C66E47798F8}"/>
          </ac:spMkLst>
        </pc:spChg>
        <pc:spChg chg="mod">
          <ac:chgData name="Dinh Vinh Mai" userId="b8e4a559-41e0-4141-8dc1-330451d69615" providerId="ADAL" clId="{9AF12651-E492-4749-A948-8FB040B70964}" dt="2024-07-11T01:42:31.374" v="77" actId="20577"/>
          <ac:spMkLst>
            <pc:docMk/>
            <pc:sldMk cId="2437323191" sldId="256"/>
            <ac:spMk id="3" creationId="{96DD8BC4-D539-661E-8A88-53AF6C208F93}"/>
          </ac:spMkLst>
        </pc:spChg>
      </pc:sldChg>
      <pc:sldChg chg="addSp delSp modSp add del mod">
        <pc:chgData name="Dinh Vinh Mai" userId="b8e4a559-41e0-4141-8dc1-330451d69615" providerId="ADAL" clId="{9AF12651-E492-4749-A948-8FB040B70964}" dt="2024-07-11T01:48:04.827" v="216" actId="47"/>
        <pc:sldMkLst>
          <pc:docMk/>
          <pc:sldMk cId="1145363845" sldId="257"/>
        </pc:sldMkLst>
        <pc:spChg chg="del mod">
          <ac:chgData name="Dinh Vinh Mai" userId="b8e4a559-41e0-4141-8dc1-330451d69615" providerId="ADAL" clId="{9AF12651-E492-4749-A948-8FB040B70964}" dt="2024-07-11T01:44:11.394" v="80" actId="478"/>
          <ac:spMkLst>
            <pc:docMk/>
            <pc:sldMk cId="1145363845" sldId="257"/>
            <ac:spMk id="2" creationId="{5F432DBD-CB83-55BD-128C-2C66E47798F8}"/>
          </ac:spMkLst>
        </pc:spChg>
        <pc:spChg chg="mod">
          <ac:chgData name="Dinh Vinh Mai" userId="b8e4a559-41e0-4141-8dc1-330451d69615" providerId="ADAL" clId="{9AF12651-E492-4749-A948-8FB040B70964}" dt="2024-07-11T01:46:05.600" v="116" actId="1076"/>
          <ac:spMkLst>
            <pc:docMk/>
            <pc:sldMk cId="1145363845" sldId="257"/>
            <ac:spMk id="3" creationId="{96DD8BC4-D539-661E-8A88-53AF6C208F93}"/>
          </ac:spMkLst>
        </pc:spChg>
        <pc:spChg chg="add del mod">
          <ac:chgData name="Dinh Vinh Mai" userId="b8e4a559-41e0-4141-8dc1-330451d69615" providerId="ADAL" clId="{9AF12651-E492-4749-A948-8FB040B70964}" dt="2024-07-11T01:47:56.554" v="215" actId="478"/>
          <ac:spMkLst>
            <pc:docMk/>
            <pc:sldMk cId="1145363845" sldId="257"/>
            <ac:spMk id="4" creationId="{BBA13038-CAB8-FCA0-CDE8-65E40C2F10A3}"/>
          </ac:spMkLst>
        </pc:spChg>
      </pc:sldChg>
      <pc:sldChg chg="del">
        <pc:chgData name="Dinh Vinh Mai" userId="b8e4a559-41e0-4141-8dc1-330451d69615" providerId="ADAL" clId="{9AF12651-E492-4749-A948-8FB040B70964}" dt="2024-07-11T01:41:42.792" v="0" actId="47"/>
        <pc:sldMkLst>
          <pc:docMk/>
          <pc:sldMk cId="3564134708" sldId="257"/>
        </pc:sldMkLst>
      </pc:sldChg>
      <pc:sldChg chg="modSp add mod modAnim">
        <pc:chgData name="Dinh Vinh Mai" userId="b8e4a559-41e0-4141-8dc1-330451d69615" providerId="ADAL" clId="{9AF12651-E492-4749-A948-8FB040B70964}" dt="2024-07-11T02:13:51.984" v="3027"/>
        <pc:sldMkLst>
          <pc:docMk/>
          <pc:sldMk cId="715447292" sldId="258"/>
        </pc:sldMkLst>
        <pc:spChg chg="mod">
          <ac:chgData name="Dinh Vinh Mai" userId="b8e4a559-41e0-4141-8dc1-330451d69615" providerId="ADAL" clId="{9AF12651-E492-4749-A948-8FB040B70964}" dt="2024-07-11T02:13:26.874" v="3021" actId="20577"/>
          <ac:spMkLst>
            <pc:docMk/>
            <pc:sldMk cId="715447292" sldId="258"/>
            <ac:spMk id="4" creationId="{BBA13038-CAB8-FCA0-CDE8-65E40C2F10A3}"/>
          </ac:spMkLst>
        </pc:spChg>
      </pc:sldChg>
      <pc:sldChg chg="del">
        <pc:chgData name="Dinh Vinh Mai" userId="b8e4a559-41e0-4141-8dc1-330451d69615" providerId="ADAL" clId="{9AF12651-E492-4749-A948-8FB040B70964}" dt="2024-07-11T01:41:42.792" v="0" actId="47"/>
        <pc:sldMkLst>
          <pc:docMk/>
          <pc:sldMk cId="1315607852" sldId="258"/>
        </pc:sldMkLst>
      </pc:sldChg>
      <pc:sldChg chg="del">
        <pc:chgData name="Dinh Vinh Mai" userId="b8e4a559-41e0-4141-8dc1-330451d69615" providerId="ADAL" clId="{9AF12651-E492-4749-A948-8FB040B70964}" dt="2024-07-11T01:41:42.792" v="0" actId="47"/>
        <pc:sldMkLst>
          <pc:docMk/>
          <pc:sldMk cId="1400435694" sldId="259"/>
        </pc:sldMkLst>
      </pc:sldChg>
      <pc:sldChg chg="modSp add modAnim">
        <pc:chgData name="Dinh Vinh Mai" userId="b8e4a559-41e0-4141-8dc1-330451d69615" providerId="ADAL" clId="{9AF12651-E492-4749-A948-8FB040B70964}" dt="2024-07-11T08:30:39.020" v="5812"/>
        <pc:sldMkLst>
          <pc:docMk/>
          <pc:sldMk cId="2078495021" sldId="259"/>
        </pc:sldMkLst>
        <pc:spChg chg="mod">
          <ac:chgData name="Dinh Vinh Mai" userId="b8e4a559-41e0-4141-8dc1-330451d69615" providerId="ADAL" clId="{9AF12651-E492-4749-A948-8FB040B70964}" dt="2024-07-11T08:30:19.371" v="5808" actId="20577"/>
          <ac:spMkLst>
            <pc:docMk/>
            <pc:sldMk cId="2078495021" sldId="259"/>
            <ac:spMk id="4" creationId="{BBA13038-CAB8-FCA0-CDE8-65E40C2F10A3}"/>
          </ac:spMkLst>
        </pc:spChg>
      </pc:sldChg>
      <pc:sldChg chg="addSp modSp add mod modAnim">
        <pc:chgData name="Dinh Vinh Mai" userId="b8e4a559-41e0-4141-8dc1-330451d69615" providerId="ADAL" clId="{9AF12651-E492-4749-A948-8FB040B70964}" dt="2024-07-11T08:44:30.109" v="6044" actId="14100"/>
        <pc:sldMkLst>
          <pc:docMk/>
          <pc:sldMk cId="114777668" sldId="260"/>
        </pc:sldMkLst>
        <pc:spChg chg="mod">
          <ac:chgData name="Dinh Vinh Mai" userId="b8e4a559-41e0-4141-8dc1-330451d69615" providerId="ADAL" clId="{9AF12651-E492-4749-A948-8FB040B70964}" dt="2024-07-11T08:33:51.742" v="5824" actId="1076"/>
          <ac:spMkLst>
            <pc:docMk/>
            <pc:sldMk cId="114777668" sldId="260"/>
            <ac:spMk id="3" creationId="{96DD8BC4-D539-661E-8A88-53AF6C208F93}"/>
          </ac:spMkLst>
        </pc:spChg>
        <pc:spChg chg="mod">
          <ac:chgData name="Dinh Vinh Mai" userId="b8e4a559-41e0-4141-8dc1-330451d69615" providerId="ADAL" clId="{9AF12651-E492-4749-A948-8FB040B70964}" dt="2024-07-11T08:32:24.252" v="5814" actId="20577"/>
          <ac:spMkLst>
            <pc:docMk/>
            <pc:sldMk cId="114777668" sldId="260"/>
            <ac:spMk id="4" creationId="{BBA13038-CAB8-FCA0-CDE8-65E40C2F10A3}"/>
          </ac:spMkLst>
        </pc:spChg>
        <pc:spChg chg="add mod">
          <ac:chgData name="Dinh Vinh Mai" userId="b8e4a559-41e0-4141-8dc1-330451d69615" providerId="ADAL" clId="{9AF12651-E492-4749-A948-8FB040B70964}" dt="2024-07-11T08:44:24.609" v="6040" actId="14100"/>
          <ac:spMkLst>
            <pc:docMk/>
            <pc:sldMk cId="114777668" sldId="260"/>
            <ac:spMk id="6" creationId="{4914E028-BBB3-509D-27BD-0D7E14D586F4}"/>
          </ac:spMkLst>
        </pc:spChg>
        <pc:picChg chg="add mod">
          <ac:chgData name="Dinh Vinh Mai" userId="b8e4a559-41e0-4141-8dc1-330451d69615" providerId="ADAL" clId="{9AF12651-E492-4749-A948-8FB040B70964}" dt="2024-07-11T08:44:30.109" v="6044" actId="14100"/>
          <ac:picMkLst>
            <pc:docMk/>
            <pc:sldMk cId="114777668" sldId="260"/>
            <ac:picMk id="5" creationId="{85C0B44A-39CB-36E8-9FE5-05418ECC25C9}"/>
          </ac:picMkLst>
        </pc:picChg>
      </pc:sldChg>
      <pc:sldChg chg="del">
        <pc:chgData name="Dinh Vinh Mai" userId="b8e4a559-41e0-4141-8dc1-330451d69615" providerId="ADAL" clId="{9AF12651-E492-4749-A948-8FB040B70964}" dt="2024-07-11T01:41:42.792" v="0" actId="47"/>
        <pc:sldMkLst>
          <pc:docMk/>
          <pc:sldMk cId="1028437802" sldId="260"/>
        </pc:sldMkLst>
      </pc:sldChg>
      <pc:sldChg chg="del">
        <pc:chgData name="Dinh Vinh Mai" userId="b8e4a559-41e0-4141-8dc1-330451d69615" providerId="ADAL" clId="{9AF12651-E492-4749-A948-8FB040B70964}" dt="2024-07-11T01:41:42.792" v="0" actId="47"/>
        <pc:sldMkLst>
          <pc:docMk/>
          <pc:sldMk cId="315264614" sldId="261"/>
        </pc:sldMkLst>
      </pc:sldChg>
      <pc:sldChg chg="addSp delSp modSp add mod">
        <pc:chgData name="Dinh Vinh Mai" userId="b8e4a559-41e0-4141-8dc1-330451d69615" providerId="ADAL" clId="{9AF12651-E492-4749-A948-8FB040B70964}" dt="2024-07-11T08:56:12.775" v="7015" actId="5793"/>
        <pc:sldMkLst>
          <pc:docMk/>
          <pc:sldMk cId="646613574" sldId="261"/>
        </pc:sldMkLst>
        <pc:spChg chg="mod">
          <ac:chgData name="Dinh Vinh Mai" userId="b8e4a559-41e0-4141-8dc1-330451d69615" providerId="ADAL" clId="{9AF12651-E492-4749-A948-8FB040B70964}" dt="2024-07-11T08:56:12.775" v="7015" actId="5793"/>
          <ac:spMkLst>
            <pc:docMk/>
            <pc:sldMk cId="646613574" sldId="261"/>
            <ac:spMk id="6" creationId="{4914E028-BBB3-509D-27BD-0D7E14D586F4}"/>
          </ac:spMkLst>
        </pc:spChg>
        <pc:picChg chg="del">
          <ac:chgData name="Dinh Vinh Mai" userId="b8e4a559-41e0-4141-8dc1-330451d69615" providerId="ADAL" clId="{9AF12651-E492-4749-A948-8FB040B70964}" dt="2024-07-11T08:44:57.780" v="6049" actId="478"/>
          <ac:picMkLst>
            <pc:docMk/>
            <pc:sldMk cId="646613574" sldId="261"/>
            <ac:picMk id="5" creationId="{85C0B44A-39CB-36E8-9FE5-05418ECC25C9}"/>
          </ac:picMkLst>
        </pc:picChg>
        <pc:picChg chg="add mod">
          <ac:chgData name="Dinh Vinh Mai" userId="b8e4a559-41e0-4141-8dc1-330451d69615" providerId="ADAL" clId="{9AF12651-E492-4749-A948-8FB040B70964}" dt="2024-07-11T08:45:06.295" v="6054" actId="1076"/>
          <ac:picMkLst>
            <pc:docMk/>
            <pc:sldMk cId="646613574" sldId="261"/>
            <ac:picMk id="7" creationId="{DEB481D6-5356-0DD2-3F6F-3A03A44D641A}"/>
          </ac:picMkLst>
        </pc:picChg>
      </pc:sldChg>
      <pc:sldChg chg="del">
        <pc:chgData name="Dinh Vinh Mai" userId="b8e4a559-41e0-4141-8dc1-330451d69615" providerId="ADAL" clId="{9AF12651-E492-4749-A948-8FB040B70964}" dt="2024-07-11T01:41:42.792" v="0" actId="47"/>
        <pc:sldMkLst>
          <pc:docMk/>
          <pc:sldMk cId="2377540471" sldId="262"/>
        </pc:sldMkLst>
      </pc:sldChg>
      <pc:sldChg chg="addSp modSp add mod ord modAnim">
        <pc:chgData name="Dinh Vinh Mai" userId="b8e4a559-41e0-4141-8dc1-330451d69615" providerId="ADAL" clId="{9AF12651-E492-4749-A948-8FB040B70964}" dt="2024-07-11T22:49:23.115" v="11711" actId="20577"/>
        <pc:sldMkLst>
          <pc:docMk/>
          <pc:sldMk cId="2729605296" sldId="262"/>
        </pc:sldMkLst>
        <pc:spChg chg="add mod">
          <ac:chgData name="Dinh Vinh Mai" userId="b8e4a559-41e0-4141-8dc1-330451d69615" providerId="ADAL" clId="{9AF12651-E492-4749-A948-8FB040B70964}" dt="2024-07-11T22:49:23.115" v="11711" actId="20577"/>
          <ac:spMkLst>
            <pc:docMk/>
            <pc:sldMk cId="2729605296" sldId="262"/>
            <ac:spMk id="2" creationId="{98D47709-0A78-AACC-5CCE-FD59A7D17E27}"/>
          </ac:spMkLst>
        </pc:spChg>
        <pc:spChg chg="mod">
          <ac:chgData name="Dinh Vinh Mai" userId="b8e4a559-41e0-4141-8dc1-330451d69615" providerId="ADAL" clId="{9AF12651-E492-4749-A948-8FB040B70964}" dt="2024-07-11T09:05:22.824" v="7310" actId="20577"/>
          <ac:spMkLst>
            <pc:docMk/>
            <pc:sldMk cId="2729605296" sldId="262"/>
            <ac:spMk id="3" creationId="{96DD8BC4-D539-661E-8A88-53AF6C208F93}"/>
          </ac:spMkLst>
        </pc:spChg>
        <pc:spChg chg="mod">
          <ac:chgData name="Dinh Vinh Mai" userId="b8e4a559-41e0-4141-8dc1-330451d69615" providerId="ADAL" clId="{9AF12651-E492-4749-A948-8FB040B70964}" dt="2024-07-11T09:05:04.583" v="7283" actId="20577"/>
          <ac:spMkLst>
            <pc:docMk/>
            <pc:sldMk cId="2729605296" sldId="262"/>
            <ac:spMk id="4" creationId="{BBA13038-CAB8-FCA0-CDE8-65E40C2F10A3}"/>
          </ac:spMkLst>
        </pc:spChg>
      </pc:sldChg>
      <pc:sldChg chg="del">
        <pc:chgData name="Dinh Vinh Mai" userId="b8e4a559-41e0-4141-8dc1-330451d69615" providerId="ADAL" clId="{9AF12651-E492-4749-A948-8FB040B70964}" dt="2024-07-11T01:41:42.792" v="0" actId="47"/>
        <pc:sldMkLst>
          <pc:docMk/>
          <pc:sldMk cId="1501040282" sldId="263"/>
        </pc:sldMkLst>
      </pc:sldChg>
      <pc:sldChg chg="add ord">
        <pc:chgData name="Dinh Vinh Mai" userId="b8e4a559-41e0-4141-8dc1-330451d69615" providerId="ADAL" clId="{9AF12651-E492-4749-A948-8FB040B70964}" dt="2024-07-11T22:49:33.159" v="11713"/>
        <pc:sldMkLst>
          <pc:docMk/>
          <pc:sldMk cId="2236708295" sldId="263"/>
        </pc:sldMkLst>
      </pc:sldChg>
      <pc:sldChg chg="add del ord">
        <pc:chgData name="Dinh Vinh Mai" userId="b8e4a559-41e0-4141-8dc1-330451d69615" providerId="ADAL" clId="{9AF12651-E492-4749-A948-8FB040B70964}" dt="2024-07-11T09:05:35.894" v="7314" actId="47"/>
        <pc:sldMkLst>
          <pc:docMk/>
          <pc:sldMk cId="2960663922" sldId="263"/>
        </pc:sldMkLst>
      </pc:sldChg>
      <pc:sldChg chg="modSp add modAnim">
        <pc:chgData name="Dinh Vinh Mai" userId="b8e4a559-41e0-4141-8dc1-330451d69615" providerId="ADAL" clId="{9AF12651-E492-4749-A948-8FB040B70964}" dt="2024-07-11T23:16:27.961" v="14529" actId="207"/>
        <pc:sldMkLst>
          <pc:docMk/>
          <pc:sldMk cId="193709571" sldId="264"/>
        </pc:sldMkLst>
        <pc:spChg chg="mod">
          <ac:chgData name="Dinh Vinh Mai" userId="b8e4a559-41e0-4141-8dc1-330451d69615" providerId="ADAL" clId="{9AF12651-E492-4749-A948-8FB040B70964}" dt="2024-07-11T23:16:27.961" v="14529" actId="207"/>
          <ac:spMkLst>
            <pc:docMk/>
            <pc:sldMk cId="193709571" sldId="264"/>
            <ac:spMk id="2" creationId="{98D47709-0A78-AACC-5CCE-FD59A7D17E27}"/>
          </ac:spMkLst>
        </pc:spChg>
      </pc:sldChg>
      <pc:sldChg chg="del">
        <pc:chgData name="Dinh Vinh Mai" userId="b8e4a559-41e0-4141-8dc1-330451d69615" providerId="ADAL" clId="{9AF12651-E492-4749-A948-8FB040B70964}" dt="2024-07-11T01:41:42.792" v="0" actId="47"/>
        <pc:sldMkLst>
          <pc:docMk/>
          <pc:sldMk cId="364621379" sldId="264"/>
        </pc:sldMkLst>
      </pc:sldChg>
      <pc:sldChg chg="modSp add mod modAnim">
        <pc:chgData name="Dinh Vinh Mai" userId="b8e4a559-41e0-4141-8dc1-330451d69615" providerId="ADAL" clId="{9AF12651-E492-4749-A948-8FB040B70964}" dt="2024-07-11T23:31:06.508" v="15304" actId="20577"/>
        <pc:sldMkLst>
          <pc:docMk/>
          <pc:sldMk cId="3978505155" sldId="265"/>
        </pc:sldMkLst>
        <pc:spChg chg="mod">
          <ac:chgData name="Dinh Vinh Mai" userId="b8e4a559-41e0-4141-8dc1-330451d69615" providerId="ADAL" clId="{9AF12651-E492-4749-A948-8FB040B70964}" dt="2024-07-11T23:31:06.508" v="15304" actId="20577"/>
          <ac:spMkLst>
            <pc:docMk/>
            <pc:sldMk cId="3978505155" sldId="265"/>
            <ac:spMk id="2" creationId="{98D47709-0A78-AACC-5CCE-FD59A7D17E27}"/>
          </ac:spMkLst>
        </pc:spChg>
        <pc:spChg chg="mod">
          <ac:chgData name="Dinh Vinh Mai" userId="b8e4a559-41e0-4141-8dc1-330451d69615" providerId="ADAL" clId="{9AF12651-E492-4749-A948-8FB040B70964}" dt="2024-07-11T23:21:20.391" v="14574" actId="20577"/>
          <ac:spMkLst>
            <pc:docMk/>
            <pc:sldMk cId="3978505155" sldId="265"/>
            <ac:spMk id="3" creationId="{96DD8BC4-D539-661E-8A88-53AF6C208F93}"/>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0T17:53:02.844"/>
    </inkml:context>
    <inkml:brush xml:id="br0">
      <inkml:brushProperty name="width" value="0.35" units="cm"/>
      <inkml:brushProperty name="height" value="0.35" units="cm"/>
      <inkml:brushProperty name="color" value="#E71225"/>
    </inkml:brush>
  </inkml:definitions>
  <inkml:trace contextRef="#ctx0" brushRef="#br0">1 0 24575,'34'4'0,"44"4"0,-36-3 0,50 9 0,-50-12 0,37 4 0,-34-6 0,37-6 0,-9 4-704,14-4 704,10 6-492,-39 0 0,2 0 183,2 0 0,-1 0 309,-10-1 0,0 2-445,16 2 1,0 2 444,-15-5 0,-1 2-192,0 2 0,0 0 192,8-4 0,-5 0 0,-9 0 0,24 5 602,-49-3-602,26 3 983,-34-5-423,33 0 420,-30 0-980,12 0 454,-8 4-454,-6-3 0,3 3 0,-5-4 0,-4 0 0,3 0 0,-2 0 0,2 0 0,3 0 0,-4 0 0,7 0 0,-5 0 0,0 0 0,2 0 0,-5 0 0,6 0 0,-3 0 0,3 0 0,6 0 0,1 0 0,16 6 0,-7-5 0,7 5 0,-10-6 0,-6 0 0,-4 0 0,-7 0 0,0 0 0,-2 0 0,6 0 0,2 0 0,0 0 0,20 0 0,-18 0 0,28 0 0,-31-3 0,21 2 0,-27-2 0,10-1 0,-11 4 0,2-4 0,3 4 0,-4 0 0,7 0 0,-5 0 0,19 0 0,-6 0 0,14 0 0,-11 0 0,10 0 0,-7 0 0,28 0 0,-26-4 0,10 3 0,-22-3 0,-6 4 0,6 0 0,1 0 0,16 0 0,3 0 0,-9 0 0,-1 0 0,-22 0 0,5-3 0,-5-1 0,2 0 0,0 1 0,-2 3 0,2-3 0,0 2 0,-2-2 0,2 3 0,0 0 0,7 0 0,4 0 0,6 0 0,0 0 0,52 8 0,-7 1 0,9 1 0,-30-3 0,-40-7 0,-1 0 0,-3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0T17:53:05.476"/>
    </inkml:context>
    <inkml:brush xml:id="br0">
      <inkml:brushProperty name="width" value="0.35" units="cm"/>
      <inkml:brushProperty name="height" value="0.35" units="cm"/>
      <inkml:brushProperty name="color" value="#E71225"/>
    </inkml:brush>
  </inkml:definitions>
  <inkml:trace contextRef="#ctx0" brushRef="#br0">231 81 24575,'56'3'0,"-7"1"0,5-1 0,5 2-492,-2 0 0,2 0 0,24 1 0,2-1 0,-22-1 0,0 0 245,21-3 0,-1-2 247,-23-3 0,-1 0 0,7 0 0,2-1 0,5 0 0,0 1 0,-5 0 0,1 1 0,15 2 0,2 2 0,0-1 0,-4 0 0,-12 0 0,-6 0 0,23 0 983,-19-6-887,-38 5 469,-2-8-565,-9 8 0,-11-2 0,11 3 983,-9 0-164,14 0-819,-11 0 0,3 0 0,14 6 0,-18-5 0,14 5 0,-19-6 0,0 0 0,9 0 0,-4 0 0,8 0 0,-6 3 0,0-2 0,1 2 0,-4-3 0,-1 0 0,-3 0 0,3 0 0,1 0 0,3 0 0,6 4 0,12 2 0,-3 0 0,19 5 0,-24-10 0,3 5 0,-17-6 0,0 0 0,-2 0 0,5 0 0,-2 0 0,0 0 0,0 0 0,-4 0 0,-3-13 0,-1 7 0,-3-11 0,12 13 0,-6 1 0,13 3 0,-3 0 0,6-4 0,-4 0 0,-2-4 0,-9 1 0,0-1 0,-3 1 0,-1-3 0,-10 2 0,-23-2 0,5 2 0,-71 4 0,45 0 0,0 3 0,0 2 0,-3-1 0,4 3 0,-2 2 0,-9 2 0,-31 8 0,52-8 0,-50 7 0,29-6 0,10-3 0,-3 0 0,-30 1-492,-9-5 0,-6-2 0,26 1 0,2 0 422,-18 0 0,7 0-252,4 0 322,63 0 0,-2 0 0,-2 0 0,6 0 0,-7 0 983,-10 0 0,6 0-519,-14 0-464,-41 0 0,29 0-354,-10 0 1,-4 0 353,-15 0 0,3 0 0,-3 0 0,47 0 0,-47 0 0,44 0 0,-23 0 0,-22 0 0,40 0 0,-20 0 0,-1 0 0,24 0 707,-32 0-707,48 0 0,-15 0 0,21 0 0,-12 0 0,20 0 0,3-3 0,-9 2 0,-1-6 0,-2 6 0,0-3 0,9 4 0,0 0 0,0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0T17:53:07.215"/>
    </inkml:context>
    <inkml:brush xml:id="br0">
      <inkml:brushProperty name="width" value="0.35" units="cm"/>
      <inkml:brushProperty name="height" value="0.35" units="cm"/>
      <inkml:brushProperty name="color" value="#E71225"/>
    </inkml:brush>
  </inkml:definitions>
  <inkml:trace contextRef="#ctx0" brushRef="#br0">1 1 24575,'56'3'0,"0"1"0,33-2 0,3 5 0,-26-7 0,18 0 0,-10 0 0,20 0-984,6 0 927,-36 0 0,3 0-435,-1 0 0,2 0 368,5 0 1,-2 0 123,-15-1 0,1 2 0,15 3 0,3 0 0,-6-3 0,-2 0 0,-3 6 0,1 1 0,17-7 0,-7 0-146,-14 5 146,39-6 0,-74 0 0,21 0 759,-35 0-759,23 6 983,-20-5-416,21 9-401,17-9-166,-8 8 0,36-7 0,-28 0 0,-1 1 0,22-3 0,-22 3 0,-1 0 0,9-2 0,-26 5 0,12-6 0,-34 0 0,5 0 0,2 0 0,-10 0 0,10 0 0,-8 0 0,0 0 0,18 0 0,-14 0 0,21 4 0,17-3 0,-8 3 0,26-4 0,-10 0 0,-10 4 0,3 0 0,40-2 0,-34 2 0,-2 0-759,26-4 759,-20 0 0,17-7 0,-36 5 0,4-8 0,-33 9 0,-6-2 0,-2 3 0,6 0 759,-7 0-759,4 0 0,5 0 0,-7 0 0,16 0 0,-16 0 0,7 0 0,-9 0 0,0 0 0,6 0 0,15 0 0,20 0 0,25 0 0,24 0-492,-38 3 0,3 2 166,4 0 1,2 0 325,0 0 0,-3 0 0,-12 0 0,-6-2 0,16-6 0,-34 2 0,-18-5 0,0 5 0,-4-5 0,2 5 0,-1-2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0T17:53:09.151"/>
    </inkml:context>
    <inkml:brush xml:id="br0">
      <inkml:brushProperty name="width" value="0.35" units="cm"/>
      <inkml:brushProperty name="height" value="0.35" units="cm"/>
      <inkml:brushProperty name="color" value="#E71225"/>
    </inkml:brush>
  </inkml:definitions>
  <inkml:trace contextRef="#ctx0" brushRef="#br0">0 1 24575,'72'17'0,"25"3"0,-47-18 0,13 5 0,16-14 0,-44 5 0,44-12 0,-47 13 0,16-6 0,41 7 0,-26 0-492,24 0 0,5 0 81,8 0 411,-20 0 0,0 0 0,19 0 0,-18 0 0,-2 0 0,11 0 0,-21 0 0,-5 0-172,-21 0 172,46 0 0,-51 0 0,25 0 0,-38 0 0,7 0 0,-3 0 0,19 0 0,-8 0 0,52 0 0,-41 0 0,38 6 983,-59-5-585,28 5-398,5 1 0,24 2-545,-1 6 545,9-6 0,-9 5 0,11-13 0,-10 7 0,-3-8 0,-11 0 0,-25 0 0,-8 0 0,-26 0 0,-3 0 0,0 0 731,4 0-731,-5 0 0,9 3 0,-3-2 0,26 8 0,1-7 0,7 4 0,-18-3 0,-6-2 0,-5 2 0,6-3 0,31 0 0,-23 0 0,17 0 0,-32 0 0,-9 0 0,-1 0 0,-3 0 0,3 0 0,-2 0 0,5 0 0,-2 0 0,0 0 0,8 0 0,-6 0 0,3 0 0,24 0 0,-16 0 0,18 0 0,4 0 0,-25 0 0,25 0 0,-34 0 0,4 0 0,0 0 0,-3 0 0,6 0 0,-4 0 0,4 0 0,3 0 0,5 0 0,10 0 0,3 0 0,10 0 0,1 0 0,-20 0 0,-2 0 0,-18-3 0,0 2 0,-1-2 0,-3 3 0,4-3 0,5-2 0,-3 1 0,2 0 0,-7 4 0,11-7 0,-6 5 0,7-5 0,-10 7 0,-6-3 0,-1-1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0T17:59:01.565"/>
    </inkml:context>
    <inkml:brush xml:id="br0">
      <inkml:brushProperty name="width" value="0.35" units="cm"/>
      <inkml:brushProperty name="height" value="0.35" units="cm"/>
      <inkml:brushProperty name="color" value="#E71225"/>
    </inkml:brush>
  </inkml:definitions>
  <inkml:trace contextRef="#ctx0" brushRef="#br0">1 0 20680,'46'7'0,"-1"3"983,-24-9-121,1 3-203,-6-4-659,-6 0 339,-3 0-339,4 6 983,-4-5-914,0 9-69,3-6 0,-2 3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0T17:59:03.146"/>
    </inkml:context>
    <inkml:brush xml:id="br0">
      <inkml:brushProperty name="width" value="0.35" units="cm"/>
      <inkml:brushProperty name="height" value="0.35" units="cm"/>
      <inkml:brushProperty name="color" value="#E71225"/>
    </inkml:brush>
  </inkml:definitions>
  <inkml:trace contextRef="#ctx0" brushRef="#br0">1 180 24575,'48'21'0,"0"0"0,43 7 0,-38-8 0,2-1 0,8-4 0,2-2-492,-8-4 0,1 0 0,17 4 0,2-1 0,0-6 0,1-2 0,7 1 0,1 0 328,-7 0 1,2-1 163,12-3 0,-3-2 0,-24-3 0,-3 0 149,4 0 0,-3 0-149,31-6-21,-22-3 21,-9 6 928,-3-1-928,-11 2 0,-16 6 983,2 0 0,-15 0 0,-3 0-900,7 0-57,-7 0-26,4 0 0,3 0 0,-9 0 0,4 0 0,-1 0 0,-3 0 0,10 0 0,-14-3 0,7 2 0,-11-5 0,11-3 0,-7 4 0,5-6 0,-4 4 0,14-4 0,-12 0 0,15 2 0,-22 1 0,2 1 0,0 3 0,7-3 0,-2 6 0,5-3 0,-9 1 0,3 2 0,-10-5 0,-31 5 0,-46-10 0,-5 2 0,-11 0-328,24 0 0,-1-2 0,-3 1 0,-12 1 0,-4-1 0,0 0 0,1-2 0,0-2 0,3 2 36,-14 1 1,1 1-37,16 0 0,-3 0 0,4 1-164,-17 4 0,1 0 330,21 0 0,-3-2 0,4 2 162,-11 4 0,4 0-299,1-4 1,7 1 298,1 4 0,-2 0 0,39 0 983,15 0 0,13 0 0,32 15 0,36 5 0,13 5-736,-4-7 1,1-2-248,13 1 0,-21-7 0,4-1 0,1-1 0,-3-1 0,32-5 0,-13 3 0,-6-1 0,-26-7 0,33-4 0,-70-1 0,18-2 0,-15 2 0,0 3 0,5-3 983,-10 7-790,0-3-193,-2 4 0,-7 0 0,4 0 0,60 16 0,-17-3 0,7 4-492,24 6 0,7 2 164,-21-6 0,4 1 0,2 0 0,13 2 0,3 1 0,-5-2 282,-19-6 0,-3-1 0,-1 0 46,32 6 0,-15-4 0,-30-9 0,-53-7 0,-3 0 0,-3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0T17:59:04.055"/>
    </inkml:context>
    <inkml:brush xml:id="br0">
      <inkml:brushProperty name="width" value="0.35" units="cm"/>
      <inkml:brushProperty name="height" value="0.35" units="cm"/>
      <inkml:brushProperty name="color" value="#E71225"/>
    </inkml:brush>
  </inkml:definitions>
  <inkml:trace contextRef="#ctx0" brushRef="#br0">1 0 24575,'26'3'0,"-1"-2"0,23 2 0,12 5-492,16-7 0,8-1 0,-17 4 0,0-1 0,20-2 0,2-2 0,-7 1 0,-2 0 0,-5 0 0,0 0 0,11 0 0,-4 0 0,-29 0 0,-4 0-492,30 0 532,-61-3 452,-2 2 983,-9-2 0,0 3-656,3-3 1,1-1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0T17:59:05.246"/>
    </inkml:context>
    <inkml:brush xml:id="br0">
      <inkml:brushProperty name="width" value="0.35" units="cm"/>
      <inkml:brushProperty name="height" value="0.35" units="cm"/>
      <inkml:brushProperty name="color" value="#E71225"/>
    </inkml:brush>
  </inkml:definitions>
  <inkml:trace contextRef="#ctx0" brushRef="#br0">1 1 24575,'64'12'0,"4"-3"0,-18-2 0,-7-5 0,46 12 0,-31-6 0,37 1 0,-11-2-984,2-7 932,11 7 52,-43-6 0,0 0 0,2 3 0,-2-1 0,25-3-32,-23 0 1,-2 0 31,4 0 0,16 0 0,-16 0 0,-34 0 0,12 0 0,-20-3 769,3 2-769,-8-2 330,3 3-330,-6 0 0,2 0 0,3-3 0,-4 2 0,4-5 0,-3 5 0,17-2 0,-12 3 0,15-4 0,-19 4 0,0-7 0,-1 3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0T17:59:10.872"/>
    </inkml:context>
    <inkml:brush xml:id="br0">
      <inkml:brushProperty name="width" value="0.35" units="cm"/>
      <inkml:brushProperty name="height" value="0.35" units="cm"/>
      <inkml:brushProperty name="color" value="#E71225"/>
    </inkml:brush>
  </inkml:definitions>
  <inkml:trace contextRef="#ctx0" brushRef="#br0">1 166 24575,'59'5'0,"-7"-1"0,-3 0 0,5 0 0,-3-3 0,0 0 0,5 3 0,1 0-419,13-3 1,-3-2 418,4-5 0,-4 2 0,0-1 0,-7-9 0,12 5 0,1 1 0,-10-6 0,9 8 0,0 2 0,-1-1 0,24-1 0,-37 6 0,-3-1 0,8-11 0,-11 11 0,-1 1-18,-1-6 18,42-2 0,-21 6 0,24-11 0,-34 11 0,-5-1 0,1 1 0,19 2 0,-11 0 0,-4 0 0,-8 0 0,5 0 0,-34 0 0,7 0 0,-20 0 624,-1 0-624,-3 0 231,3 0-231,1 0 0,3 0 0,0 0 0,6 0 0,12 0 0,8 0 0,10 0 0,-10-5 0,-8 4 0,-16-3 0,-9 1 0,0 2 0,-23-22 0,15 18 0,-16-15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0T17:59:07.078"/>
    </inkml:context>
    <inkml:brush xml:id="br0">
      <inkml:brushProperty name="width" value="0.35" units="cm"/>
      <inkml:brushProperty name="height" value="0.35" units="cm"/>
      <inkml:brushProperty name="color" value="#E71225"/>
    </inkml:brush>
  </inkml:definitions>
  <inkml:trace contextRef="#ctx0" brushRef="#br0">1 225 24575,'58'-14'0,"-2"1"0,16-2 0,14 8-492,-27-1 0,3 1 0,9 6 0,2 0 0,5-7 0,1-1 0,10 8 0,1 0 0,0-7 0,1-1 319,-23 5 1,1 1 0,-4-1 172,6-1 0,0 0 37,-4-1 0,3-1 1,-8 2-38,27 3 0,-26-3 0,8-1 0,-5 0 0,1 0 0,-3 1 0,5 0 0,-1-1-269,-16-1 0,-2 0 269,42 6 0,-31-10 0,1 9 0,-1 2 983,-2-5-403,22 5-580,1 0 983,-34 0 0,30 0-706,-6 0-277,-14 0 983,23 5-636,-20-3-347,-8 3-9,7 0 0,4-1 9,22-2 0,-21 2 0,-1 0 0,20-4 0,-10 0 0,-11 0 0,-2 0 0,-11-5 0,42-5-404,-21 3 404,-18 2 0,-1 2 0,22 3 0,10 0 0,3 0-492,-34 0 0,1 0 368,46 0 124,-42 0 0,2 0 0,-5-1 0,0 2 0,-1 2 0,2 1 0,3-3 0,0-1 0,-5 4 0,2 0 0,9 0 0,1 0 0,0-4 0,2 2-492,8 6 0,2 0 340,1-7 0,0 0 152,4 7 0,2 1-492,3-8 0,2 0 0,0 3 0,1 0 409,4-4 1,1 0 82,1 0 0,-2 0 0,-3 0 0,-3 0-395,-9 0 0,-3 0 395,-4 0 0,-4 0 0,-13 0 0,-2 0 0,5 0 0,0 0 0,41 0 0,-37 0 0,2 0 0,-9-1 0,1 2 0,13 3 0,1 0 61,-9-3 0,0 0-61,3 3 0,1 0 0,-6-4 0,0 0 0,1 0 0,-1 0 0,-4 0 0,-2 0 0,0 0 0,0 0 0,43-7 0,-44 6 0,1 0 0,46-6 0,-47 6 0,1 2 0,0-1 0,0 0 0,45 0 0,-39 0 0,-2 0 0,31 0 0,-35 0 0,-3 0 0,15-6 983,5 5-318,-31-9 318,8 3 0,-24 2 0,12-1-241,-15 2 241,16 3-959,14-3-24,2 4 0,-2 0 0,0 0 0,-1 0 0,40 0 0,-19-8 0,-23 3 0,20-4 0,-41 5 0,11-2 0,11 5 0,4 1-734,24-6 734,-12 5 0,6 2-492,11 3 0,-4 1 263,-25-4 1,-1 0 228,34 4 0,-4-1-844,-5-4 844,-10 0 0,2 0 0,18 0 0,-30 0 0,1 0 0,-4 0 0,-5 0 0,12 0 0,31 0 0,-52 0 649,7 0-649,-7 0 0,13 0 0,8 0-492,5 4 0,7 1 344,-2 0 1,7 2 0,-2 1 147,-5 1 0,-2 2 0,1-1 0,5 1 0,1-1 0,-4 0 0,20 0 0,-3-1-385,2 0 0,-3-1 385,-18-7 0,-4 0 0,-4 0 0,-6-1 0,7-1 0,-24-9 0,-20 6 983,-8 0 0,0 1 0,0 0 0,-1 2-772,-2-2 0,2 3 1</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0T17:59:08.224"/>
    </inkml:context>
    <inkml:brush xml:id="br0">
      <inkml:brushProperty name="width" value="0.35" units="cm"/>
      <inkml:brushProperty name="height" value="0.35" units="cm"/>
      <inkml:brushProperty name="color" value="#E71225"/>
    </inkml:brush>
  </inkml:definitions>
  <inkml:trace contextRef="#ctx0" brushRef="#br0">0 34 24575,'22'15'0,"-4"-2"0,-5-9 0,-2-1 0,9 1 0,22-3 0,32 11 0,-11-7 0,5 0-492,-6 0 0,4 0 164,6-1 0,7-1 0,-4-1-164,10-2 0,1 0 164,-5 0 0,7 0 0,-3 0 0,-8 0 0,-2 0 0,2 0 0,9 0 0,2 0 0,0 0 0,3 0 0,1 0 0,1 0 0,6-3 0,2-1 0,-5 1 0,-19 2 0,-4 1 0,3-1 0,20-2 0,3-1 0,-2 2 0,-17 1 0,-2 2 0,0-1 0,-3 0 0,-1 0 0,2 0 0,13 0 0,3 0 0,-5 0-164,15 0 0,-4 0 331,-9 0 1,0 0 160,-17 0 0,2 0 0,-10 0 0,23 0 491,-2 0 1,-2 0 103,-9 0-104,-19 0 1,2 0-11,38 0 502,-24 0 0,11 0 0,-14 0 0,-22 0 0,14 0 0,-12 0 0,13-7 0,-16 5 0,7-9 0,-26 7 0,-11-4-741,42-4-242,-28 3 0,23 1 0,-35 1 0,-4 6 0,-5-5 0,6 5 0,-4-2 0,1 3 0,3-3 0,-6 2 0,5-2 0,-2 3 0,3 0 0,-3 0 0,-1-4 0,-3 4 0,33-4 0,-16 4 0,18 0 0,-23 0 0,-14 0 0,1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0T17:59:09.840"/>
    </inkml:context>
    <inkml:brush xml:id="br0">
      <inkml:brushProperty name="width" value="0.35" units="cm"/>
      <inkml:brushProperty name="height" value="0.35" units="cm"/>
      <inkml:brushProperty name="color" value="#E71225"/>
    </inkml:brush>
  </inkml:definitions>
  <inkml:trace contextRef="#ctx0" brushRef="#br0">2758 588 24575,'-53'-8'0,"0"0"0,-14 2 0,-6-1-328,2-4 0,-6-3 0,-1 2 0,2 4 0,0 2 0,-6-2 82,0-3 0,-6-3 0,-1 1 0,4 2-82,-8 1 0,2 2 0,-6 1 131,19 0 0,-7 0 1,-1 1-1,2 0 0,5 1-131,-18 0 0,5 3 0,0 0 82,15 1 0,-1 1 0,1 0 0,7 1-246,-25-2 0,9 2 0,16 2 0,8 0 327,-11-1 165,37 7 983,27-5 0,75 4-604,7-4 112,-5-1 1,7-2-1,6 0 1,4-2-479,-16-1 1,3-1 0,2-1-14,1 1 0,2 0 0,4-2-246,1-1 0,5-2 0,2 0 0,-3 0 0,-7 0 0,-3 0 0,2-1 0,2 1 0,14 0 0,4 0 0,1 0 0,-2-1 0,-6 0 0,-3-2 0,1 1 0,0 1 110,3 2 0,0 2 1,1 0-1,-2-2 136,-3-2 0,-1-2 0,0 1 0,0 1 0,2 2 0,1 2 0,-1 0 0,-3-2-328,15-5 0,-4-2 0,-3 2 58,-11 3 0,-2 3 0,-6-1 51,2-3 0,-10 0 219,9-1 983,-55 10-258,-19-2-725,-71 10 0,-15 3 491,23-3 1,-3 2-1,1 3 1,-2 1-1,-20 2 1,-4-1-1,2 0 1,-4 0-820,12-1 0,-5 1 0,0-3 280,5-3 0,0-1 0,-2 0-280,-8 3 0,-3 1 0,0-3 0,-2-3 0,0-2 0,4 0 0,17 1 0,4-1 0,-2 0 44,-8 0 0,-2 0 0,8-1 284,5-1 0,4 0 0,-11 7 0,6 0 983,0-7-637,43 6-346,84-7 0,24-1 0,15 2-322,-25 1 1,4 1-1,6 1 322,-8-1 0,6 2 0,3-1 0,2 1 0,-2-1-151,-1 1 0,0 0 1,0 0-1,0-1 1,2 1 150,4-1 0,0 1 0,2-1 0,0 0 0,0 0-197,7 1 0,1-1 1,1 0-1,-1 0 0,-1-1 0,-7-2 0,-1 0 1,0-2-1,0 1 0,0 1 104,4 1 0,2 0 0,0 0 0,-3 0 0,-2 0 93,5-2 0,-3 0 0,-2 0 0,-2 0-226,-6 0 1,1 0 0,-5 0-1,-9 0 226,14 0 0,-13 0 983,8 0 0,-67 0 0,-89 15 0,26 2 0,-22 5-54,-5 14-929,23-14 491,-5-1 1,-4 0 491,-29 3-492,24-10 1,0-2-1,20-6 1,1-3-1,-5 1 1,0 0-356,-32 2 847,28-4 0,23 1-434,35-3-549,24-15 0,-5 9 0,48-27 0,-38 20 0,20-6 0,1 0 0,-12 7 0,30-8 0,1 7 983,-37 4-980,29 0-3,-59 0 0,-1 7 0,-83-29-984,-14 8 831,16 2 1,-8-3-176,16 4 0,-3 0 0,1 2-164,-22 1 0,1 0 164,23 1 0,0-1 0,3 4-164,-13 6 0,9 3 373,-11-4 119,29 14 0,71 7 0,64 21 0,-21-20 0,8-2-328,0 1 0,6 0 0,0-3 124,-4-5 0,0-2 0,3-1 204,15 3 0,3-1 0,1-4-126,-4-4 1,1-3 0,2 0 125,-12 2 0,4 0 0,-1-1 0,-2-1 0,13-5 0,-3-2 0,3-1 0,-12 3 0,4 0 0,-3-1 0,-6 0 0,-6-3 0,-5-1 0,-3 1 26,28-5 1,-12 0-27,-7-8 0,-65 8 0,-30-5 0,-23-4 0,2 13 0,-6 3-31,-7 5 0,-6 3 31,-26 0 0,-7 4 0,0 8 0,-1 5 491,6 2 1,3 2-199,11 1 0,5 5-611,17 7 1,4 1 317,4-7 0,0 0 0,-7 11 0,-1 2 0,2-8 0,-1-2 0,-6 6 0,1-1-282,9-8 0,4-2 282,-20 12 983,31-14 0,29-8 0,8-6 0,30-9 0,-8-2 0,22-6 0,3 1-909,-14 2-74,14 3 0,1-4 0,-25 9 0,17-4 0,-35 9 0,4-2 0,-2 14 0,4-8 0,20 17 0,3-12 0,16 6 0,-22-11 0,-5-2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0T17:59:11.494"/>
    </inkml:context>
    <inkml:brush xml:id="br0">
      <inkml:brushProperty name="width" value="0.35" units="cm"/>
      <inkml:brushProperty name="height" value="0.35" units="cm"/>
      <inkml:brushProperty name="color" value="#E71225"/>
    </inkml:brush>
  </inkml:definitions>
  <inkml:trace contextRef="#ctx0" brushRef="#br0">1 15 24575,'22'-4'0,"-5"-2"0,-8 5 0,18-2 0,-2 3 0,15 0 0,-13 0 0,11 0 0,-14 0 0,32 0 0,-19 5 0,34 3 0,-7 0 0,9 5 0,-26-12 0,-9 6 0,-28-7 0,-6-3 0,-1-1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0T17:59:15.027"/>
    </inkml:context>
    <inkml:brush xml:id="br0">
      <inkml:brushProperty name="width" value="0.35" units="cm"/>
      <inkml:brushProperty name="height" value="0.35" units="cm"/>
      <inkml:brushProperty name="color" value="#E71225"/>
    </inkml:brush>
  </inkml:definitions>
  <inkml:trace contextRef="#ctx0" brushRef="#br0">478 183 8191,'-67'-32'0,"0"-1"0,8 6 0,3 2 983,-25-6 0,24 12 0,41 11 0,-20 4 0,21 0 0,-8 8 0,48 17 0,15 7 0,40 19-492,-24-21 1,6-2-1,15 0 1,4-3-1,4-1 1,3-2-1,0-3 1,2-3-820,-18-4 0,3-2 0,-4-1 219,9 1 1,0-1 108,-12-1 0,4 0 0,-5-3-492,8-8 0,-6-2 430,-5 4 0,-4-2 62,21-14 0,-14 2 983,-43 5-278,13-3 278,-19 8 0,1 1 0,-8 8 0,0-4-689,8 4-294,-9 0 0,5 0 0,-4 0 0,-4 0 0,7 0 0,-6 0 0,-57-20 0,5 8 0,-6-3 0,-7 0 0,-4 10 0,3 2 0,-17-4 0,-10 7 0,68 0 0,4 3 0,8-2 0,-1 2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0T17:59:14.120"/>
    </inkml:context>
    <inkml:brush xml:id="br0">
      <inkml:brushProperty name="width" value="0.35" units="cm"/>
      <inkml:brushProperty name="height" value="0.35" units="cm"/>
      <inkml:brushProperty name="color" value="#E71225"/>
    </inkml:brush>
  </inkml:definitions>
  <inkml:trace contextRef="#ctx0" brushRef="#br0">1 134 24575,'83'18'0,"-8"-7"0,19-4-984,3 0 492,-38-5 0,3-2 26,9 4 0,2 0 466,5-3 0,2-2 0,8 1 0,2 0-492,0 0 0,1 0 164,-25 0 0,2 1 0,0-2 256,1-1 1,1-2-1,-4 1 72,10 2 0,0 0 0,26-3 0,-5-1 0,3 5 0,-34 2 0,9 2 0,-3-1 0,12 2 0,-3 1 0,0 2 0,1 2-87,17-1 1,-9 0 86,-14 6-218,-20-10 1,1-1 217,25 10 0,-24-7 0,23 2 0,-29-1 0,-1-2 0,12-4 0,29 6 0,-13-8 0,-31 0 983,23 0-793,-33 0 793,-11 0 0,31 0 0,-23 0 0,33-5-397,-44 3-586,6-3 0,-16 2 0,0 2 0,1-6 0,15 1 0,-6 1 0,13 0 0,0-1 0,-7 5 0,28-5 0,-15 6 0,28 0 0,2 0 0,14-7-492,-34 6 0,2 0-375,44-6 867,-44 3 0,-2 1 0,23 1 0,-5-11 0,-40 8 0,-8-4 0,-17 2 0,-5 0 983,-1-7-115,-1 2-868,-2-2 0,0 0 0,-1 6 0,-12 1 0,7 1 0,-27 5 0,5-2 0,-40 3 0,26 0 0,-55 0-984,42 0 795,-14 4 1,-4 1 188,-10-3 0,20 0 0,-9 2 0,6-2-492,7-2 0,-3 0 164,-22 1 0,-13-1 0,6-1-164,2-3 0,-2 0 443,14 1 0,-9 1 0,0-1 0,8-1 49,-14-5 0,-1-1-246,12 6 0,-11 2 0,1 0 0,12-1-246,-4-6 0,2 2 246,9 5 0,-8 2 0,0 0 0,11-1-246,-5-3 0,4 0 138,-23 4 1,-2 0 353,9 1 0,5-2 0,27-2 0,1 0 0,-18 2 0,1 0 295,18-2 1,4 0-296,-20 3 0,-21 0 0,52 0 983,-18-7 0,31 5 0,-19-4 0,24 6 0,-5 0 0,0 0 0,-31-7 0,13 5-286,-16-5-697,13 7 0,24 0 0,-12 0 0,20 0 0,-4 0 0,9 3 0,-8-2 0,13 5 0,-9-5 0,14 8 0,-2 5 0,6-2 0,-3 7 0,4-8 0,-4 3 0,-6 16 0,1-12 0,-7 29 0,0-23 0,-2 23 0,-3-17 0,1 7 0,-11-5 0,7-4 0,-5-2 0,3-4 0,0-6 0,-5 2 0,0 0 0,-10-2 0,13 0 0,-12-1 0,20-4 0,-4 4 0,9-7 0,1-1 0,6-1 0,-3 4 0,3-4 0,0 10 0,1-8 0,6 3 0,1 2 0,3-5 0,3 2 0,-2-3 0,11-3 0,31-1 0,-16-3 0,35 0 0,-18 0 0,0 0 0,26 0 0,-14 1 0,0-2-984,21-6 983,-20-2 0,1-1 1,32-8 0,-43 6 0,-3 1 0,7-2 0,-28 3 0,28-9 0,-32 11 0,21-5 0,-26 13 983,6 0-980,21 0-3,-6 6 0,29 2 0,24 7 0,-34-7 0,12 0 0,-56-8 0,-10-3 0,-42 17 0,19-14 0,-36 18 0,-11-9 0,3 2 0,-3 1 0,13-4 0,0 1 0,-11 1 0,7 2 0,17 2 0,10-4 0,5 3 0,2-6 0,9-3 0,7-1 0,5-3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0T17:59:15.897"/>
    </inkml:context>
    <inkml:brush xml:id="br0">
      <inkml:brushProperty name="width" value="0.35" units="cm"/>
      <inkml:brushProperty name="height" value="0.35" units="cm"/>
      <inkml:brushProperty name="color" value="#E71225"/>
    </inkml:brush>
  </inkml:definitions>
  <inkml:trace contextRef="#ctx0" brushRef="#br0">1 15 24575,'61'61'0,"1"-10"0,-13-12 0,-17-23 0,-2 4 0,-20-23 0,-2-1 0,5-6 0,-5 5 0,2-5 0,1 6 0,0-3 0,3 0 0,-3 3 0,-1 1 0,-3 3 0,3-3 0,-2-1 0,2-3 0,0-1 0,28-2 0,-12 1 0,32 1 0,-18-1 0,0 7 0,18-10 0,-34 7 0,12-2 0,-29 1 0,-3 2 0,-1-10 0,-3 6 0,0-6 0,-3 7 0,-1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0T17:59:16.992"/>
    </inkml:context>
    <inkml:brush xml:id="br0">
      <inkml:brushProperty name="width" value="0.35" units="cm"/>
      <inkml:brushProperty name="height" value="0.35" units="cm"/>
      <inkml:brushProperty name="color" value="#E71225"/>
    </inkml:brush>
  </inkml:definitions>
  <inkml:trace contextRef="#ctx0" brushRef="#br0">1525 177 24575,'-32'-13'0,"-8"-1"0,-21-6 0,-36 3-492,42 1 0,-3 0 0,-18 6 0,0 0 0,18-2 0,0-1 71,-16 3 1,-1 2 420,14 3 0,-2 1 0,-35-2 0,-1 4-492,30 9 0,2 0 176,-11-6 0,6 2 316,1 17 0,36-16 0,5 3 983,19-4-799,4 0 0,4 1 1</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0T17:59:17.705"/>
    </inkml:context>
    <inkml:brush xml:id="br0">
      <inkml:brushProperty name="width" value="0.35" units="cm"/>
      <inkml:brushProperty name="height" value="0.35" units="cm"/>
      <inkml:brushProperty name="color" value="#E71225"/>
    </inkml:brush>
  </inkml:definitions>
  <inkml:trace contextRef="#ctx0" brushRef="#br0">0 103 24575,'30'-4'0,"3"0"0,-12 4 0,6 0 0,52 0 0,-18 0 0,-11-3 0,5 0-492,14 3 0,-2-2-44,23-11 536,-20 9 0,-4 0 0,-2-10 369,17-1-369,-41 4 0,10 0 0,-39 7 0,0 1 0,-4 0 0,0-1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0T17:59:18.334"/>
    </inkml:context>
    <inkml:brush xml:id="br0">
      <inkml:brushProperty name="width" value="0.35" units="cm"/>
      <inkml:brushProperty name="height" value="0.35" units="cm"/>
      <inkml:brushProperty name="color" value="#E71225"/>
    </inkml:brush>
  </inkml:definitions>
  <inkml:trace contextRef="#ctx0" brushRef="#br0">1 103 24575,'31'-4'0,"10"1"0,-1-3 0,11 5 0,-1-10 0,11 3 0,-19-4 0,16-6 0,-40 8 0,4-6 0,-22 9 0,0 3 0,0 1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0T17:59:19.594"/>
    </inkml:context>
    <inkml:brush xml:id="br0">
      <inkml:brushProperty name="width" value="0.35" units="cm"/>
      <inkml:brushProperty name="height" value="0.35" units="cm"/>
      <inkml:brushProperty name="color" value="#E71225"/>
    </inkml:brush>
  </inkml:definitions>
  <inkml:trace contextRef="#ctx0" brushRef="#br0">1356 212 8191,'70'23'0,"1"-1"0,5 5 983,-1-7 0,-75-19 0,-4 2 0,-29-3 0,0 5 0,-7-3 0,4 7 0,20-5 0,-1 4 0,10-1 0,1-3 0,-5-4 0,-37-22 0,-37-11-1475,-2 3 0,-12-4 463,27 8 0,-2-1 1,-3 2 28,-13 1 0,-4 3 0,2 0 0,6 0 0,1 0 0,4 4 0,-15 5 0,8 4 0,25 5 0,8 1 0,2 3 0,40 7 0,6-5 0,37 24 0,31 5 0,-15-10 0,4 0-388,8 0 0,5-2 388,22-1 0,3-2 491,-11-2 1,1-2-137,13-1 0,-4-4-355,7 0 0,-16-13 0,-63 3 0,8-6 0,-17 4 858,-5-3-858,-9-16 983,5 12-49,-11-11-934,6 15 0,-41-18 0,9 5 0,-33-10 0,33 18 0,11 6 0,16 3 0,13-1 0,31 26 0,-15-12 0,41 37 0,2 3 0,-9-13 0,25 23 0,-53-47 0,4 6 0,-22-19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1T05:27:23.187"/>
    </inkml:context>
    <inkml:brush xml:id="br0">
      <inkml:brushProperty name="width" value="0.35" units="cm"/>
      <inkml:brushProperty name="height" value="0.35" units="cm"/>
      <inkml:brushProperty name="color" value="#E71225"/>
    </inkml:brush>
  </inkml:definitions>
  <inkml:trace contextRef="#ctx0" brushRef="#br0">4 29 24575,'11'23'0,"0"-4"0,3-12 0,16-3 0,25-1 0,21-3-492,-18 0 0,2 0 224,-10 0 1,2 0-225,32 0 0,3 0 336,-22 4 1,1 0 155,20-2 0,4-2 0,8 4 0,0 0-492,-14 1 0,0-1 164,-14-4 0,2 0 0,-4 2 64,13 6 1,-5 0-60,-1-7 1,-5 0 322,19 7 664,1-1-664,-38-6 983,1 6-536,6-2-447,-9-3 983,-13 6 0,19-7 0,-37 2-339,37 4-377,-35-6-267,67 14 0,-46-13 0,40 11 0,10-4 0,-32-1 0,22 0 0,-53-5 0,-10-2 0,-11 2 0,2-3 0,0 0 0,-2 0 0,-44 0 0,-25 0 0,-38 0-492,34 3 0,-9 2 470,-6 1 1,-9 0 0,5 1-471,-9 3 0,-1 1 164,3 1 0,-6 1 0,3-2 0,18-3 0,3-2 0,2 1 254,-25 8 0,-2-2-254,14-8 0,-3-3 0,3 2 0,14 2 0,2 0 0,1-1-143,-32-4 0,4 0 15,25 4 0,3-1 456,-3-4 0,6 0 674,6 0-674,-13 0 983,42 0 0,13 0 0,6 0 0,2 0 0,-6 3 0,3-2 0,-9 6-568,-1-6-415,-37 10 0,23-5 0,-23 2 0,20 1 0,20-4 0,-7 1 0,24 1 0,13 5 0,-2-3 0,39 9 0,-21-13 0,40 1 0,-35-6 0,25 0 0,24 0 0,-11 0 0,-19 0 0,1 0-984,31 0 643,-2 4 0,7 1-151,-7 0 0,6 1 246,-18 0 0,7 2 0,1 0 0,-4 0-82,4-1 0,-4 0 0,3 1 0,15 2 0,3 0 0,-4-1 0,-17-1 0,-2-2 0,0 0 0,0-2 0,0 0 0,-1-1-84,26 2 0,-3-2 412,-14-2 0,-2-2-386,-6 1 1,-3 0 385,-12 0 0,-4 0 845,24 0-845,12 0 0,-23 0 983,0 0 0,12 0 0,-51 0 0,30 0 0,-42 0 0,20-4 0,-26 3 0,7-3-527,-9 4-456,3-3 0,1 2 0,0-2 0,-1 3 0,-3 0 0,9-4 0,-3 3 0,6-3 0,-4 1 0,4 2 0,13-13 0,-8 8 0,3-6 0,-17 5 0,-3 7 0,0-7 0,-3-3 0,-4-2 0,-18-16 0,-15-2 0,-13-3 0,0 13 0,-4 1-600,-32-10 600,20 14 0,-4 2-492,1 0 0,-1 2 0,-6 1 0,-3 2 0,-14 2 0,-1 1 0,3 0 0,4 2 0,14 2 0,1 2 218,-6-1 1,1 0 273,16 0 0,1 0 0,-17 0 0,2 0-188,18 0 0,3 0 188,-9 0 0,5 0 0,9 0 424,-24 0-424,48 0 983,-5-3 0,28 2 0,42-2 0,37 11-492,-21-7 1,5 0-984,6 3 0,2 0 459,15-4 0,0 0 33,-18 0 0,2 0 0,26-4 0,-2-1 0,-40 1 0,-5-1 0,5 1 0,-6-2 0,-8-4 0,-26 10 0,-5-3 0,-4 3 0,3 0 983,-2 0 0,2-4-795,31-2-188,-16-3 0,48-4 0,22-1-492,-31 9 0,8 1 164,-4 1 0,5 0 0,-1 1-64,22 2 0,0 0 392,7 0 0,-2 0 0,-19 1 0,-5-2-440,-12-2 1,-3-1 439,-5 3 0,-3 0 0,22-6 0,-13 7 0,-1 0 0,-17 0 983,15 0 0,-28 0 0,7 0-301,-16 0-682,-4 0 0,-10-3 0,2 2 0,2-5 0,1 5 0,31-9 0,-9 8 0,16-8 0,-2 9 0,-8-3 0,41-4 0,-33 6 0,31-6 0,-39 8 0,10 0 0,15-4 0,5 0-984,22 1 759,-8-1 0,2-1 225,14 5 0,-3-6 0,-13 4 0,-37-4 0,-10 6 0,-26 0 0,-4 0 0,3 0 983,-2 0-532,11 0-451,-1 0 0,30 0 0,-16 0 0,36 0 0,-15 0 0,-6 0 0,20-7 0,-46 6 0,46-6 0,-40 7 0,52-7 0,-50 5 0,22-5 0,-21 7 0,-12 0 0,12-3 0,0 2 0,-6-2 0,14 3 0,-1 0 0,34 0 0,-13 0 0,14 0 0,-25 0 0,-7 0 0,11 0 0,3 0 0,5 0-876,27 0 876,-16 0 0,-1 0 0,18 0 0,-3 0 0,-10 0 0,-21 0 0,5 0 0,-38 0 0,10-4 0,-22 4 876,5-4-876,4 0 0,-2 3 0,11-3 0,-10 4 0,19 0 0,-11 0 0,8 0 0,-15 0 0,2 0 0,-7 0 0,5 0 0,2 0 0,-1 0 0,19 0 0,22 4 0,6 1-984,17 4 864,14 0 0,-3 1 120,-36-2 0,23 1 0,-70-9 0,-3 0 0,3 0 0,-2 0 983,5 0-742,-5 0-241,2 0 0,0 0 0,7 0 0,-1 0 0,20 0 0,-18 0 0,9 0 0,-8 0 0,-10 0 0,7 0 0,-9 0 0,3-4 0,1 4 0,9-4 0,-4 4 0,9-4 0,7 3 0,18-9 0,-13 5 0,4-2 0,-30 3 0,-1 4 0,-3-3 0,-41-5 0,5 3 0,-20-2 0,13 15 0,-19 9 0,-11 9-492,10-13 0,-8 0 2,-16 4 1,-5 0 489,19-9 0,-3-2 0,-4 1-328,-18 5 0,-4 2 0,-2-1 82,22-5 0,0 0 0,-1 0 0,0 0 0,-5 0 0,-1 0 0,0 0 0,4 0-82,-9 2 0,3 0 0,-2-1 207,9-3 0,-3-1 0,-1 0 1,3-1 120,-14 3 0,2 0 0,-1-1 0,2-1 0,-1-1 0,-4-1 0,8 0 0,-5 0 0,1-1 0,11-1 0,-12 0 0,1-2 0,11 1 0,-10 0 0,1 0 0,10 0 0,-6 0 0,3 0 0,-7 0 0,-6 0 0,5 0-492,-2 0 0,6 0 272,9 0 1,2 0 112,3 0 1,8 0 106,18 0 983,-7 0-644,26 4 644,5-3 0,-17 3 0,-2-4 0,-31 0 0,-16 0-543,32 0 0,0 0-440,-35 0 0,38 0 0,2 0 0,-6 0 0,1 0 0,9 0 0,31 0 0,-21 0 0,24-3 901,-5 2-901,7-2 0,-1 0 0,-26-4 0,10-2 0,-31-4 0,-24-1 0,11 6 0,-24-5 0,34 11 0,-20-11 0,33 11 0,-15-6 0,43 8 0,9 0 0,0 0 0,7 10 0,19-4 0,2 4 0,39-14 0,18-13-492,-21 4 0,6-2 0,20-3 0,7-1 164,-21 6 0,3 0 0,4 1 0,17-2 0,6 0 0,4 1 82,-10 4 0,3 1 0,2 1 0,-1-1 0,-6 0 0,-1 0 0,1 0 0,2 2 0,9-1 0,3 2 0,-1 0 0,-5 0-82,5 1 0,-5 1 0,1-1 0,3-2 0,0-1 0,-3 2 0,-10 0 0,-2 2 0,-2-1 0,-5 1 0,-1-1 0,-1 0 0,-2 1 0,0 0 0,-6 0 142,3 3 1,-1 0 185,29 4 0,3 1 0,-12 0 0,-2 1 0,1 3 0,3 1 0,-13-4 0,5 0 0,0 1 0,-3 2 0,0 0 0,2-1 0,16-2 0,3-3 0,-3 1 0,-12 2 0,-3 0 0,-4-1 0,20-4 0,-7-2 0,-13 1 0,-8 0 0,8 0 491,-20 0 1,-7 0 491,-31 0 0,-1 0 0,10 0 0,-6 0 0,34 0 0,-16 0 0,19-6 0,-11 5 0,-10-5 0,-2 6 0,-1 0-600,-13 0-383,33 0 0,11 0 0,11 0-492,-4 0 0,7 0 0,-6 0 0,0 0 286,0 0 0,1 0 206,16 0 0,-8 0-550,-11 0 550,-16 0 0,-3 0 0,-13 0 0,-3 0 0,-20 0 0,-11 0 983,2 0 0,0-6-19,-5 1-964,-11-18 0,-1 9 0,-18-11 0,15 13 0,-14 0 0,14 7 0,-6 1 0,9 4 0,-9-4 0,3 3 0,-3-3 0,2 4 0,6 0 0,-5 0 0,5 0 0,-2 3 0,-1-2 0,0 2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1T05:27:25.847"/>
    </inkml:context>
    <inkml:brush xml:id="br0">
      <inkml:brushProperty name="width" value="0.35" units="cm"/>
      <inkml:brushProperty name="height" value="0.35" units="cm"/>
      <inkml:brushProperty name="color" value="#E71225"/>
    </inkml:brush>
  </inkml:definitions>
  <inkml:trace contextRef="#ctx0" brushRef="#br0">0 264 24575,'29'-7'0,"-3"0"0,-11 3 0,25 1 0,-3 3 0,20-1 0,10 2-492,-10 3 0,4 0 0,35 1 0,7 1 164,-33 0 0,2 1 0,1-1 0,13 1 0,2 0 0,1-1 0,3 1 0,0 0 0,2 0 0,6 0 0,2 0 0,-7-1 0,-26-2 0,-4-1 0,3 1 0,13 2 0,3 1 0,-5-2-164,11-3 0,-4-2 0,-5 4 0,3 1 231,-9-2 0,4 0 0,-2 0 261,23 3 0,0 0 0,-31-3 0,2 1 0,4 0-328,22 2 0,5 1 0,-10-2-45,-11-4 1,1 0 372,-11 3 0,8 2 0,1-1 0,-8-1 0,12-3 0,-3 0 327,-11 2 1,4 1 0,0-2-187,-1-1 1,0-1 0,-4-1 349,2 2 1,-1-2-1,27-2 1,1-1-481,-16-1 1,-4 0-12,-23 0 0,0 0 0,17-3 0,5 0 300,10 7 0,-3 0-300,-28-2 0,3-1 0,19 3 0,9 2 0,-8-1 0,-16 0 0,0 0 197,21 0 1,12 0 0,-8 0-198,-12 1 0,0-2 0,11-4 0,10-2 0,-11 1 0,-16 5 0,-4-2 0,19-9 0,1-1 0,-9 3 0,-5 0 491,-17 1 1,0 0-383,22-6 0,6 3-109,15 6 0,-2 3-369,-20-2 1,1 2 368,-5 2 0,6 2 0,0-1-328,-2 0 0,0 0 0,3 0 183,9 0 0,4-1 0,-2 2 145,-2 1 0,0 2 0,-1-2 0,-3-1 0,1-1 0,-3 1 0,-3 2 0,-1 1 0,-4-2-209,12-5 1,1-3 208,3 1 0,5-2 0,-9-1-82,-16-1 1,-4-1 81,20-3 0,-1-1 0,-20 1 0,-2 0 0,5-1 0,0 0 0,-4 3 0,-2 1 491,-6 1 1,-6 2-32,0 3 523,-18 3 0,-7-3 0,-4 4 0,17 0 0,-9 0 0,29 0 0,-25 4-10,25-3-973,-18 8 0,10-7 0,0 9 0,-15-10 0,-11 2 0,-25-7 0,-50-25 0,0 13 0,-2-2 0,-5 2-492,7 11 0,-9 1 295,-15-1 0,-21-3 1,-10 1-1,2 0 0,13 2-131,-1 2 0,7 2 0,-9-2 164,14 0 0,-10-2 0,-5 0 0,0 0 0,3 1 0,9 1-82,-4 2 0,5 1 0,5 1 0,0-1-82,-14 0 0,3 0 0,-4 0 82,10 0 0,-5-1 0,2 1 0,3 1-82,-5 2 0,4 0 0,1 0 0,0-2 0,1-2 0,5 3-164,-7 6 0,3 0 0,-7-8 0,6 1 230,-11 13 262,32-13 0,2 0 983,-2 9 0,-7-4 0,43-1 0,-45 8 0,-18-12 0,6 6 0,-12-7-492,31 0 1,1 0 491,-18 0-1311,10 0 0,-14 0 0,4 0-164,-13 0 0,2 0 164,22 0 0,-2 0 0,-2 0 0,-15 0 0,-2 0 0,8 0-164,12 0 0,-1 0 308,-19 0 0,-10 0 1,8 0-309,16 0 0,-2 0 246,7 0 0,-11 0 0,1 0 0,9 0 59,-6 0 1,-1 0-82,-16 0 0,-9 0 1,12 0 267,25 0 0,3 0 0,-8 0 0,-5 0 0,10 0 0,-18 0 0,13 0 0,-2 0 491,15 0 1,3 0-1,-2 1 1,-2-2-312,-30-2 1,-1-2 85,25 0 1,-1-1-267,-27-3 0,-3-1 0,7 4 0,0 2 0,-3-1 0,3 1 0,18 4 0,2 0 0,-11 0 0,3 0 491,19 0 1,3 0-1,4 0 1,-1 0-457,-12 0 1,5 0 947,11 0 0,-52 0 0,71 0-956,-28 0 956,41 3-42,-4-2 42,0 2-942,5 0-8,-5-2-33,-21 2 0,20-3 0,-25 0 0,3 7 0,11-5 0,-16 4 0,21-6 0,6 3 0,-26 4 0,26-2 0,-25 2 0,30-4 0,-9-2 0,9 2 0,-4 0 0,6-2 0,-1 5 0,4-5 0,1 5 0,0-2 0,2 0 0,-3-1 0,1 0 0,-1-2 0,-9 2 0,-1 1 0,-6-3 0,-11 3 0,8-4 0,-17 0 0,17 4 0,-8 1 0,11 4 0,-10 7 0,19-9 0,-4 4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1T05:27:27.611"/>
    </inkml:context>
    <inkml:brush xml:id="br0">
      <inkml:brushProperty name="width" value="0.35" units="cm"/>
      <inkml:brushProperty name="height" value="0.35" units="cm"/>
      <inkml:brushProperty name="color" value="#E71225"/>
    </inkml:brush>
  </inkml:definitions>
  <inkml:trace contextRef="#ctx0" brushRef="#br0">0 76 24575,'32'4'0,"-1"0"0,17 1 0,-5-2 0,8-3 0,-4 0 0,-7 0 0,31 0 0,-3 0 0,4 0-492,-12 1 0,3-2 219,28-3 0,1 0-219,-24 3 0,-2 0 89,9-3 0,5 0 75,1 3 0,6 1 0,-3 1-164,11 3 0,1 0 164,-9-1 0,4 0 0,-6 2 225,4 4 0,0 1 103,0-6 0,7-2 0,-5 2 0,-22 2 0,-3 0 0,3-1-328,22-3 0,4-3 0,-8 2-79,0 3 1,-6 0 406,-1-3 0,-3-2 0,-4 1 0,-1 0 0,-3 1 0,3-2 0,27-3 0,-1-1 0,-28 4 0,-1 0-34,28-4 1,-2 1 33,-39 3 0,-2 2 0,11-1 0,1 0 0,0 0 0,2 0 0,8-1 0,2 2 0,1 3 0,0 0-169,4-3 1,2 0 168,4 3 0,0 0 0,-4-3 0,0-2 0,-1 1 0,0 0 0,-1 0 0,-1 0 0,2 0 0,0 0 0,6 0 0,1 0 0,5 4 0,0 1 0,-1-4 0,1 0 0,-28 2 0,-1 0 0,0-1 283,30-1 0,1-2-283,-28 2 0,2-2 0,-2 1 0,23 0 0,-2 0 0,0 1 0,-4-2 491,-18 1 1,-4 0-445,-9 1 1,-5-2 935,23 1-903,18 0-80,-44 0 0,31 0 983,-39 0 0,20 0-981,-8 1 1,2-2-3,30 1 0,-31 0 0,-1 0 983,19 0 0,-28 0 0,15 0-75,-18 0-908,10-5 0,0 3 0,0 0 0,3-1-415,31 3 415,-25 0 0,0 0 0,35 0 0,3 0 0,3 0 0,-46-1 0,0 2 0,42 6 0,-9-5 0,-13 5 0,-3-7 0,-8 0 0,21 0 0,3 0 0,-34 0 0,1 0-492,0 0 0,2 0 165,31 0 0,-1 0 327,-28 0 0,-3 0-460,17 0 1,-7 0 459,-15 0 0,-12 0 0,-17 0 487,-1 0-487,-6 0 983,0-3-367,0 2 367,0-2-936,1 3-47,-1 0 0,0 0 0,0 0 0,-3 0 0,-1 0 0,-26-20 0,-19 1 0,-36-18 0,19 19 0,-4 3 0,-5 1 0,-1 1 0,-5 3 0,0 2-492,8 3 0,-3 2 0,-22 3 0,-2 0 436,14 0 1,-1 0 55,6 0 0,-5 0 0,1 0 0,-25 0 0,1 0 0,-4 4 0,3 1 0,16-5 0,0 2 0,-11 6 0,1 1 0,16-9 0,-2 2 0,-20 11 0,1-1 0,25-10 0,1 1 0,-23 14 0,5 0 0,0-13 0,-1 8 0,-2 1 0,29-7 0,3-1 0,-10 0 0,2 0-372,-29 3 372,38-7 0,1-2 0,-7 1-492,-19 0 0,-2 0 250,8 0 242,19 0 0,-2 0 0,1 0 0,3 0-169,-19 0 169,21 0 0,1 0 0,-19 0 0,-24 0 0,13 0 0,29 0 0,1 0 0,-22 0 0,-10-7-6,-13 5 6,11-10 0,-1-1 0,29 10 0,0 1 35,-24-7 0,6 0-35,13 9 983,2 0-747,21 0-55,8 0-181,7 0 983,9 0 0,-4 0-567,6 0-416,2 0 0,2 0 0,3 0 0,-40 0 0,21 0 0,-20 0 0,34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1T05:27:28.901"/>
    </inkml:context>
    <inkml:brush xml:id="br0">
      <inkml:brushProperty name="width" value="0.35" units="cm"/>
      <inkml:brushProperty name="height" value="0.35" units="cm"/>
      <inkml:brushProperty name="color" value="#E71225"/>
    </inkml:brush>
  </inkml:definitions>
  <inkml:trace contextRef="#ctx0" brushRef="#br0">1 75 24575,'76'-7'0,"21"6"0,-37-7 0,1 1-492,-10 6 0,3 0 0,37-7 0,7-1 0,-10 3 0,0 0 0,4 1 0,4-1 164,-10 2 0,4 1 0,-8 1-164,-8 2 0,1 0 164,18 0 0,10 0 0,-7 0 261,-9 0 1,1 0 66,-13 0 0,8 0 0,0 0 0,-9 0 0,15 0 0,-2 0 0,6 0 0,7 0 0,-12 0 0,-23 0 0,-4 0-353,30 0 0,-4 0 353,3 0 849,-14 0-849,3 0 983,-47 0 0,36 0 0,-35 0 0,56 0 0,-41 0-324,44 0-149,2 0-510,-23 0 0,-21 0 0,3 0 0,0 0 0,-1 0 0,32 0 0,-30 0 0,-3 0 0,10 0 0,31 0 0,-31 0 0,21 0 234,-35 0-234,-17 0 0,7 0 0,1 0 0,-18 0 0,7 0 560,-20 0-560,0 0 0,3 0 0,-2 0 0,2 0 0,0 0 0,-2 0 0,2 0 0,-54 41 0,36-31 0,-39 31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1T05:27:29.900"/>
    </inkml:context>
    <inkml:brush xml:id="br0">
      <inkml:brushProperty name="width" value="0.35" units="cm"/>
      <inkml:brushProperty name="height" value="0.35" units="cm"/>
      <inkml:brushProperty name="color" value="#E71225"/>
    </inkml:brush>
  </inkml:definitions>
  <inkml:trace contextRef="#ctx0" brushRef="#br0">1 53 24575,'77'-8'0,"21"1"0,-39 6 0,3 2 0,10-1 0,3 0-492,-2-4 0,1 0 0,-4 4 0,1-2 0,15-6 0,1 0 0,-10 6 0,1 2 164,-10-3 0,4-1 0,-2 2 107,26 1 0,0 2 221,-25-1 0,3 0 0,-4 0 0,12 0 0,1 0 0,-10 0 0,4 0 0,-4 0 0,10 0 0,-1 0 0,-8 0 0,4 0 0,-4 0 0,8 0 0,-1 0 0,17 0 0,-5 0-95,4 0 95,-13 0 0,0 0 0,-30 0 0,-3 0 0,49 0-69,-31 0 69,-1 0 0,-20 0 0,14-1 0,-1 2 0,-10 3 0,38-3 0,-18 10 0,-23-9 983,21 6-533,-48-8 533,25 0 0,-25 0 0,25 0 0,-24 0-822,5 0-161,62 0 0,-25 6-235,-7-5 1,1 0 234,16 5 0,0 1 0,-11-5 0,-22 4 0,-14-6 0,-23 0 0,-1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1T05:27:36.033"/>
    </inkml:context>
    <inkml:brush xml:id="br0">
      <inkml:brushProperty name="width" value="0.35" units="cm"/>
      <inkml:brushProperty name="height" value="0.35" units="cm"/>
      <inkml:brushProperty name="color" value="#E71225"/>
    </inkml:brush>
  </inkml:definitions>
  <inkml:trace contextRef="#ctx0" brushRef="#br0">240 195 24575,'72'12'0,"21"-6"0,-29 2 0,6 0-492,16-3 0,4 0 0,5 4 0,4 1 164,-22-3 0,3 0 0,2-1 0,7 1 0,2 0 0,1-1 0,5-2 0,1 0 0,-4 0 0,-15 1 0,-2 2 0,3-2 82,-4-4 0,4-1 0,0 0 0,-3 1-62,9 1 1,-3 1 0,0 0 307,-1-3 0,0-1 0,3 2-328,15 1 0,2 2 0,-5-1 0,-22-2 0,-5-1 0,1 1 0,0 2 0,1 1 0,-3-2-164,24-2 0,-5 0 408,-15 4 0,-7 1 781,21-3-697,-13 2 0,-4 0 0,-12 2 0,7-2 0,4 2 0,-16 1 0,-1 1 491,9 0 1,2 1-157,10 4 1,0 0-336,-9-3 0,-2-1 0,-5 1 0,2-1 0,21 1 0,-5-4 0,-12-3 491,10 5 1,-2 0 491,-10-6-492,-3 2 1,-3 0 491,-10-4 0,55 0 0,-63 0 0,42 0-406,3 0 269,-11 0-846,-20 0 0,3 0 0,5-4 0,-2 0 0,27 1 0,-26 0 0,-1-2 0,27-2-224,-20 2 1,1 0 223,32-5 0,-33 2 0,-2 1-424,12 5 424,10-11 0,-8 11 0,8-12 0,-20 9 0,-2 0 0,15-4 0,-19 5 0,-3 0 0,-5-2 510,0 5-510,1-5 983,9 6-809,4 0-174,3 0 0,2 0 0,21 0 0,-1 0 0,11 0-328,-31 0 0,3 0 0,-1 0 0,3 0 0,-1 0 0,1 0 0,-2-2 0,1 0 0,-3-1-164,26-1 0,-14-2-492,-18-2 76,25-5 908,-41 6 0,-21 1 0,19 0 983,-30 6 0,3 0 0,-4-4 0,15 4 0,-6-4 0,13 0-590,-10 3-393,42-3 0,-22-1 0,45 3 0,-18-3-492,-6 4 0,3 2 0,-17-1 0,2 0 294,13 0 0,7 0 0,-8 0-281,-16 0 0,-2 0 479,37 0 0,-6 0 0,-28 0 0,5 0 0,-48 0 0,-3 0 983,0-10 0,-6 1 0,-32-21-412,-26-12-571,-30 0-492,28 15 0,-3 4 210,-4 8 1,-2 3-211,-9-3 0,-4 3 0,-12 6 0,-3 2 164,29 1 0,0 0 0,-3 1 0,-12 1 0,-3 1 0,2 1 0,12-1 0,2 0 0,-3 0 89,-23 0 0,-4 0 0,-2 0-7,24 0 0,-2 0 0,1 0 0,0 0-82,-20 0 0,0 0 0,0 0 82,20-2 0,-2-1 0,2 1 0,4 0-82,0 2 0,5 0 0,-1-2 254,2-3 1,0-2 0,0 2 73,-4 3 0,0 3 0,0-3 0,-1-3 0,0-2 0,4 2 293,-8 4 0,2 0-293,-15-4 0,1 1 0,25 3 0,2 2 0,0 2 0,-2 1 0,-16-4 0,3 1 0,-18 6 0,10-3 0,-1 0 0,33-3 0,-1 0 0,-11 5 0,-8 1 0,9-2 0,13-4 0,-1 0 0,-16 2 0,-8 0 0,10 0 0,-23-3 0,21-1 0,-1 2 0,14 3 0,5 0 0,-22-2 983,-20 6 0,21-8 0,26 4 0,-13-3 0,20 3 0,8-4 0,-59 0 0,38 0 0,-41 0 0,42 5-499,-11-3-44,8 3-440,-18 2 0,-24 2-832,24 6 832,3-7 0,2 1 0,5 4 0,11-5 0,-3 0 0,0 4 0,1 0 0,-32 5 0,32-5 0,-2 0 0,1 0 0,4 0 0,-12 3-177,-31 2 177,31-5 0,9-6 0,-1-2 0,-32 5 0,28-4 0,-1-2 0,-26-3-984,-14 0 539,-1 0-47,9 0 0,-1 0 0,28 0 0,0 0 0,-30 4 0,2 0 232,29-3 0,3 0 260,-2 2 0,1 1 0,5 0 0,0 0 0,1-4 0,0 1 0,-6 7 0,2 0 132,-13-6-132,-8 10 983,58-11-802,-5 6 802,10-6 0,-1 7 0,7-8 0,3 3-301,-3 1-682,-1 0 0,-4 3 0,-25 3 0,-44 12 0,-7 3 0,12-5 0,-12 2 0,17-1 0,64-15 0,3-5 0,-3 2 0,2-3 0,-11 4 0,9-3 0,-15 7 0,13-7 0,-24 8 0,17-4 0,-48 9 0,38-6 0,-60 8 0,54-11 0,-54 10 0,60-13 0,-28 5 0,41-4 0,-1-2 0,13 2 0,38-3 0,20 0 0,11 0 0,1 0 0,5 0-328,-1-1 0,6 1 0,0 1 0,-2 1 0,1 2 0,1-1 0,10-2 0,2-1 0,3 1 82,-12 3 0,3 1 0,0 1 0,-4-3-82,7-1 0,-4-2 0,5 1 82,-5 0 0,5 2 0,0-1 0,-3 1-82,7 0 0,-4 1 0,0-2 171,-3-1 1,0 0-1,0 0 157,12 2 0,1 1 0,-8-2 0,-8-6 0,-3-1-440,20 5 1,-5-2 439,-34-2 0,-6 0 0,30-2 0,-48 5 983,2-5 0,-20 6 0,20 0 0,-13 0 0,25 0 0,-8 0 0,11 0 0,9 0-610,4 0-373,20 0 0,-35 0 0,39 0 0,-28 0 0,6 0 0,34 0 0,-52 0 0,7 0 0,2 0 0,1 0-317,9 0 0,0 0 317,-3 0 0,-14 0 0,2 0 0,40 0 0,-31 0 0,21 0 0,7 0 0,-49 0 0,39 0 0,0-16 0,-28 12 0,-1-4 0,2 0 0,12 8 0,20-7-492,-6 2 0,4-1 132,-25 2 1,1-1 359,23-3 0,-2 0 0,16-1 0,-40 1 0,13-5 0,-44 12 580,7-5-580,-1 0 0,-12 5 0,39-11 983,-37 10-209,27-4-774,-5 6 0,-10 0 0,10-4 0,-16 4 0,16-10 0,-16 8 0,31-10 0,-42 11 0,8-8 0,-20 2 0,-3-1 0,-20-26 0,-11 5 0,-28-9 0,-8 10 0,20 20 0,-31 2 0,7-2 0,3 6-434,13-2 0,-1 0 434,-33 4 0,38 0 0,-1 0 0,0 0 0,-1 0 0,-10 0 0,0 0-984,-34 0 692,33 0 1,-8 0 0,5 0-201,6 0 0,-1 0 164,-11 0 0,-8 0 0,9 0 159,15 0 0,1 0-102,-24 0 0,3 0 271,0 0 0,19 0 0,1 0 0,-14 0 0,-22 0 558,43 0-558,-21 0 983,31 0-347,-11 0 347,46 0 0,3 0 0,28 0-669,36 0-314,0-2 0,14-1 0,3 0 0,7 2 0,3 1 0,4-1-246,-11-1 0,3 0 0,1-1 0,1 2 0,-1 0 0,-1 1 0,4 0 0,8 1 105,-16-1 1,7 0-1,5 0 1,1 0-1,1 0 1,-3 0-1,-4 0-56,15-2 0,-6 0 1,0 0-1,2-1 0,4 2 56,-11 0 1,6 1-1,2 0 1,1 0-1,-3 0 1,-5-1-1,-7 0-105,16-1 0,-8 0 0,-5-1 0,-1 1 0,-8 0 0,-2-1 0,-2 1 0,-5 0-82,1-2 0,-5 1 0,-2 0-164,28-2 0,-12-2-492,-16-3 0,-38 9 1967,-16-2 0,-11-1 0,-33-9 0,-12 0-492,-33-3 1,-17 1-165,27 7 1,-2 2 0,-5 0-354,4 1 1,-5 0-1,-1 1 1,-2 0 25,-7 1 0,-1 0 0,-2 1 0,-1 1-246,-3 0 0,-1 1 0,-2 1 0,-2-1 49,10 0 0,-2-1 1,-1 1-1,-1 0 0,2 1 0,2 0 0,0 1 1,0 0-1,1 1 0,-1-2 0,-1 0 0,-1-1 1,0 0-1,0 1 0,3 0 0,5 0 0,2 1 1,1 0-1,-1 0 0,-1 0 0,-8 0 0,-2 0 1,-1 0-1,3-1 0,3 2-49,-1-1 0,5 1 0,0 0 0,0 0 0,-7-1 0,-3 1 0,5 0 0,13 0-246,5 4 0,9-1 1475,-34-5-139,77 3-844,10-1 0,4 1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1T05:27:30.966"/>
    </inkml:context>
    <inkml:brush xml:id="br0">
      <inkml:brushProperty name="width" value="0.35" units="cm"/>
      <inkml:brushProperty name="height" value="0.35" units="cm"/>
      <inkml:brushProperty name="color" value="#E71225"/>
    </inkml:brush>
  </inkml:definitions>
  <inkml:trace contextRef="#ctx0" brushRef="#br0">0 1 24575,'49'0'0,"42"0"0,-19 0-492,-16 0 0,3 0-439,38 0 439,-15-1 0,9 2 164,-19 1 0,2 2 0,1-1 0,-4-3 0,0 0 0,2 2 42,5 3 1,1 2 0,3-1 285,9-2 0,3 0 0,-4-1 0,-15 1 0,-2-1 0,7 1-197,-1 0 0,9 0 1,3 1-1,-2-2 0,-10 0-131,3-2 0,-9-1 0,5 2 156,-1 1 0,4 3 0,0-1 0,-2-1 172,13-3 0,-2-1 0,-7 1-492,7 3 0,-1 0 237,-3-3 0,5-1 1,-11-1 128,-25 1 1,-3 0 125,30 0 0,-6 0 983,-15 0-492,1 0 1,-4 0-455,-20 0 946,30 0 0,-30 0 0,-14 0 0,3 0 0,-8 0 0,-7 0 0,8 0 0,-6 0-472,6 0-511,-4 0 0,9 0 0,-4 0 0,17 0 0,33 8 0,-23-6 0,15 5 0,-47-7 0,-5 0 0,-4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1T05:27:32.074"/>
    </inkml:context>
    <inkml:brush xml:id="br0">
      <inkml:brushProperty name="width" value="0.35" units="cm"/>
      <inkml:brushProperty name="height" value="0.35" units="cm"/>
      <inkml:brushProperty name="color" value="#E71225"/>
    </inkml:brush>
  </inkml:definitions>
  <inkml:trace contextRef="#ctx0" brushRef="#br0">1 122 24575,'77'-4'0,"-15"-2"0,6 0 0,4 5 0,5 0-328,-9-1 0,5-2 0,2 1 0,10 0 0,3 0 0,-2 0 0,-10 2 0,-2 1 0,2-1 0,16-4 0,3-2 0,-6 1-164,7 1 0,-3-1 164,-26 0 0,1 0 0,-4-1-164,10-2 0,-4 0 0,-3 3 0,-3 2 245,-8-1 0,-2 2 1230,43 3-138,-23 0 138,-29 0 0,-15 0 0,-19 0 0,2 0 0,-5 0 0,6 0-343,-4 0-640,5 0 0,-4 0 0,-1 3 0,-3 1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1T05:27:39.162"/>
    </inkml:context>
    <inkml:brush xml:id="br0">
      <inkml:brushProperty name="width" value="0.35" units="cm"/>
      <inkml:brushProperty name="height" value="0.35" units="cm"/>
      <inkml:brushProperty name="color" value="#E71225"/>
    </inkml:brush>
  </inkml:definitions>
  <inkml:trace contextRef="#ctx0" brushRef="#br0">0 171 24575,'42'-15'0,"-19"7"0,7 2 0,-22 6 0,2 0 0,3-3 0,25-5 0,-8 4 0,28-9 0,-18 6 0,10 0 0,1-4 0,-11 5 0,8-6 0,-9 7 0,54-17 0,-22 18 0,23-12 0,-23 9 0,-7 6 0,9-6 0,1 7 0,0 0 0,-1 0 0,-9 0 0,-14 0 0,-13 0 0,-10 0 0,0-4 0,0 3 0,11-3 0,12 4 0,9 0 0,8 0-492,4 0 0,0 0 352,-1 0 0,-1 0 140,7 0 0,-7 0 0,-1 0 0,0 0 0,-30 0 0,-28 0 0,-3 0 0,3 0 0,1 0 983,0 3-702,-1-2-281,-3 2 0,3 0 0,1 1 0,20 11 0,-13-6 0,12 10 0,-22-12 0,-2 4 0,-12-1 0,1-3 0,-5 0 0,-6 1 0,3-4 0,-4 0 0,10 3 0,1-7 0,-1 10 0,-1-9 0,-11 14 0,9-13 0,-9 9 0,11-10 0,-5 2 0,2 0 0,-4-2 0,1 2 0,-6 1 0,-12-3 0,3 7 0,-19-2 0,-24 15 0,14-6 0,-24 7-328,31-6 0,0 0 328,-23 2 0,10 0 0,2-2 0,6-4 0,4-1 0,26-6 0,10 1 0,-9-1 0,12-1 0,-3 0 0,9-4 0,0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1T05:27:40.099"/>
    </inkml:context>
    <inkml:brush xml:id="br0">
      <inkml:brushProperty name="width" value="0.35" units="cm"/>
      <inkml:brushProperty name="height" value="0.35" units="cm"/>
      <inkml:brushProperty name="color" value="#E71225"/>
    </inkml:brush>
  </inkml:definitions>
  <inkml:trace contextRef="#ctx0" brushRef="#br0">0 136 24575,'19'-19'0,"-3"5"0,-9 8 0,36 2 0,13-7 0,6 2 0,-8 0 0,2 2-799,26 1 799,-27-2 0,0 1 0,29 0 0,-39-4 0,-15 4 0,-19 4 0,-4 0 0,-4-1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04:31.625"/>
    </inkml:context>
    <inkml:brush xml:id="br0">
      <inkml:brushProperty name="width" value="0.35" units="cm"/>
      <inkml:brushProperty name="height" value="0.35" units="cm"/>
      <inkml:brushProperty name="color" value="#E71225"/>
    </inkml:brush>
  </inkml:definitions>
  <inkml:trace contextRef="#ctx0" brushRef="#br0">1 0 24575,'48'22'0,"6"-1"0,17-8 0,-3 1 0,-1-5 0,3-1-984,24 1 917,-29-1 1,-1-1 66,22-5 0,9 5 0,2-7-984,2 0 928,-40 0 0,0 0 56,-3 0 0,-2 0 0,36 0-54,-33 4 0,-1 0 54,22-2 0,9 6 0,5-1 0,-53-5 0,49 5 0,-59-7 516,40 0-516,-40 0 983,0 0-856,-5 0 568,-11 0-695,4 0 0,2 0 0,-10 0 0,10 0 0,-11 0 0,11 0 0,-10-4 0,10 4 0,-11-3 0,5-1 0,-2 4 0,30-17 0,-20 14 0,25-14 0,-30 16 0,9-7 0,-4 7 0,6-7 0,-5 3 0,3 1 0,-9-3 0,9 7 0,-3-8 0,5 7 0,10-8 0,-7 7 0,17-3 0,-17 1 0,18 3 0,-19-8 0,9 8 0,-11-7 0,-6 7 0,-1-6 0,-9 6 0,2-2 0,-5 0 0,2 2 0,3-2 0,-1 3 0,21 6 0,-9-1 0,8 2 0,-12-3 0,-6-4 0,6 0 0,-5 0 0,5 0 0,0 0 0,1 4 0,6-3 0,11 3 0,-18-4 0,4 0 0,-21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04:33.071"/>
    </inkml:context>
    <inkml:brush xml:id="br0">
      <inkml:brushProperty name="width" value="0.35" units="cm"/>
      <inkml:brushProperty name="height" value="0.35" units="cm"/>
      <inkml:brushProperty name="color" value="#E71225"/>
    </inkml:brush>
  </inkml:definitions>
  <inkml:trace contextRef="#ctx0" brushRef="#br0">0 5 24575,'30'7'0,"-3"-4"0,-13 1 0,16-4 0,-6 0 0,14 0 0,-11 0 0,41 0 0,-20 0 0,34 0 0,-22 0 0,4 0 0,9 6-492,-10-5 0,0 0 284,24 5 208,-24-5 0,0-2 0,21 1-530,3 0 530,10 0 0,0 0 0,0 0 0,-1 0 0,1 0 0,-10-6 0,7 4 0,-7-5 0,-34 3 0,1 1 0,46 1 0,-41-2 0,0 0-984,40 4 492,-45 0 0,0 0-492,43 0 449,-11 0 535,-2 0 0,-10 0 431,0 0-431,-1 0 0,12 0 0,1 0 0,-33 0 0,2 0-492,-1 0 0,2 0 485,4 0 0,0 0 7,1 4 0,-1 0 0,-3-3 0,-4 0 983,23 6 0,3-7 0,-52-3 0,13 2-441,-29-2-542,3 3 983,-7-3-664,7 2-319,-3-2 0,0 3 0,2 0 0,-5 0 0,2 0 0,3 0 0,-4 0 0,8 0 0,-6 0 0,3 0 0,0 0 0,6 0 0,-5 0 0,5 0 0,0 0 0,1 0 0,6 0 0,-5 0 0,-3 0 0,-4 0 0,-1 0 0,0 0 0,0 3 0,0-2 0,-3 2 0,3 0 0,-3-2 0,0 2 0,-1-3 0,-29 13 0,17-10 0,-20 9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04:34.183"/>
    </inkml:context>
    <inkml:brush xml:id="br0">
      <inkml:brushProperty name="width" value="0.35" units="cm"/>
      <inkml:brushProperty name="height" value="0.35" units="cm"/>
      <inkml:brushProperty name="color" value="#E71225"/>
    </inkml:brush>
  </inkml:definitions>
  <inkml:trace contextRef="#ctx0" brushRef="#br0">1 18 24575,'11'23'0,"-1"0"0,0-16 0,1 4 0,9-4 0,64 14 0,0-13-426,-30 1 0,2-1 426,7-7 0,-2-2-984,10 1 947,6 0 0,3 0 37,17 0 0,-33-2 0,9-1 0,-8-1 0,-9 0 0,1-1-328,18-1 0,9-1 0,-9 0-164,-17-2 0,-1 1 0,26 3 0,4-1 0,-5-2 0,-4 0 0,-10 3 0,-2 0 323,2-2 0,-2-1 169,-6 4 0,-10-1 909,-21-2-909,38 6 983,-48-5 0,17 5 0,-24-2 0,23 3 0,-23 0 0,44 0-622,-39 0-361,61 7 0,-39-5 0,32 10 0,-36-10 0,21 3 0,-19 1 0,34-5 0,-34 5 0,20-6 0,-33 0 0,23 0 0,-23 0 0,23 0 0,-32 0 0,14 0 0,-21 0 0,11 0 0,-7 0 0,8 0 0,0 0 0,1 0 0,1 0 0,-3 0 0,1 0 0,-7 0 0,3 0 0,-6 3 0,-2-2 0,5 2 0,-2 0 0,9 2 0,1 3 0,6 1 0,-9-4 0,-5 2 0,-13-3 0,-4 3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04:35.720"/>
    </inkml:context>
    <inkml:brush xml:id="br0">
      <inkml:brushProperty name="width" value="0.35" units="cm"/>
      <inkml:brushProperty name="height" value="0.35" units="cm"/>
      <inkml:brushProperty name="color" value="#E71225"/>
    </inkml:brush>
  </inkml:definitions>
  <inkml:trace contextRef="#ctx0" brushRef="#br0">1 0 24575,'33'14'0,"12"-6"0,20 3 0,-16-6 0,2 0 0,-1 0 0,3 0 0,34 0 0,4-2-492,-13-3 0,-1 0 0,9 0 0,1 0 0,-6 0 0,-2 0 0,-1 0 0,-4 0 475,-20 0 1,3 0-71,44 0 0,-3 0 87,-9 0 0,-21 0 0,1 0 0,-14 0 0,-5 0 0,21 0 950,5 0-950,-40 0 0,-24 0 0,4 0 983,-9 0-1,4 0 1,-4 0-738,12 0-245,20 0 0,4 5 0,38 4 0,-28 2 0,2 2-256,-3-4 1,1 0 255,8 1 0,-4-1 0,6 2 0,-15-10 0,-27 3 0,-1-4 0,-9 0 0,-1-3 511,-3 2-511,7-2 0,-9-1 0,11 4 0,-12-4 0,10 1 0,-6 2 0,5-2 0,4-1 0,-5 3 0,4-6 0,0 2 0,-4 1 0,8 0 0,-9 1 0,18 2 0,-14-5 0,16 5 0,-17-2 0,0 0 0,16-4 0,-12 3 0,13-5 0,-17 8 0,6-2 0,-5 0 0,11 2 0,26-2 0,-17 3 0,54 0 0,-54 0 0,54 0 0,-13 0 0,3 0 0,3 0 0,-1 0 0,-33 0 0,31 0 0,-55 0 0,3-4 0,-17 4 0,-3-4 0,3 4 0,-2 0 0,2 0 0,4 0 0,-6 0 0,6 0 0,-7 0 0,3-3 0,6 3 0,-3-4 0,12 4 0,-13-3 0,13 2 0,-9-2 0,10 3 0,5 0 0,-10-3 0,5 2 0,-19-2 0,0 3 0,3-3 0,1-1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04:36.581"/>
    </inkml:context>
    <inkml:brush xml:id="br0">
      <inkml:brushProperty name="width" value="0.35" units="cm"/>
      <inkml:brushProperty name="height" value="0.35" units="cm"/>
      <inkml:brushProperty name="color" value="#E71225"/>
    </inkml:brush>
  </inkml:definitions>
  <inkml:trace contextRef="#ctx0" brushRef="#br0">0 75 24575,'28'20'0,"62"1"0,-26-15 0,-3-1 0,3-1-984,34-4 802,-44 3 1,2 1 181,5-3 0,-2 0 0,20 7 0,21-15 0,-34-2 0,0 0 0,23-6 439,-34 7-439,9-1 223,-22 2-223,-23 7 0,-4-3 0,-4 2 685,-1-2-685,-3 3 0,6-3 0,-4 2 0,4-2 0,-3 3 0,-2 0 0,2 0 0,-32-23 0,6 9 0,-13-10 0,17 16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04:37.311"/>
    </inkml:context>
    <inkml:brush xml:id="br0">
      <inkml:brushProperty name="width" value="0.35" units="cm"/>
      <inkml:brushProperty name="height" value="0.35" units="cm"/>
      <inkml:brushProperty name="color" value="#E71225"/>
    </inkml:brush>
  </inkml:definitions>
  <inkml:trace contextRef="#ctx0" brushRef="#br0">0 193 24575,'52'-15'0,"7"4"0,-24 8 0,25 3 0,14 0 0,-8 0-492,-16 0 0,2 0 58,48 0 434,-28-4 0,0 0 0,-14 3 0,0-1 0,17-5 0,-3-2 0,9 0 0,-17 1 0,-2-1 0,-4 1 0,-1 0 0,-4 0 345,-15 2-345,51-9 0,-62 9 0,13 0 0,-9 0 0,-13 5 983,9-5-893,-14 6-90,-5 0 0,2 0 0,-51-11 0,-10 2 0,-5-4 0,13 6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04:38.323"/>
    </inkml:context>
    <inkml:brush xml:id="br0">
      <inkml:brushProperty name="width" value="0.35" units="cm"/>
      <inkml:brushProperty name="height" value="0.35" units="cm"/>
      <inkml:brushProperty name="color" value="#E71225"/>
    </inkml:brush>
  </inkml:definitions>
  <inkml:trace contextRef="#ctx0" brushRef="#br0">224 0 24575,'56'1'0,"3"6"0,-6-5 0,25 5 0,9-7-798,-5 5 798,-30-5 0,-2 2 0,3 9 196,-3-6-196,-21 2 0,-16 0 0,-13-3 0,-40 35 0,-37 5-492,37-15 0,-2 4 192,-28 16 0,1-1 300,0 6 0,-7 4 0,0-1 0,14-7 35,-3-3 1,3-1-36,22-11 0,-17 17 0,35-29 0,12-5 0,2-2 0,11-9 983,-2 0-376,14 1-82,0 0-525,43 11 0,-3-11 0,40 6-984,2-14 774,-33 0 0,3 0 210,5 0 0,3 0 0,7 1 0,3-2-492,5-7 0,-1-1 105,-8 4 1,-2-2 386,-11-6 0,-2 0 0,-1 4 0,-4 1 0,7-6-66,24 5 66,-39 3 0,-12 6 0,-14 0 983,-20 0-696,3 0 696,1 0-87,73 14-1880,-16-4 710,-3 2 1,0-1 273,0-2 0,-15-2 0,-38-7 0,-9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04:40.611"/>
    </inkml:context>
    <inkml:brush xml:id="br0">
      <inkml:brushProperty name="width" value="0.35" units="cm"/>
      <inkml:brushProperty name="height" value="0.35" units="cm"/>
      <inkml:brushProperty name="color" value="#E71225"/>
    </inkml:brush>
  </inkml:definitions>
  <inkml:trace contextRef="#ctx0" brushRef="#br0">0 128 24575,'29'1'0,"-2"0"0,-13-1 0,0 0 0,-3 0 0,2 0 0,14-6 0,-3 1 0,8-2 0,4 3 0,19-3 0,21 5-316,-22-2 0,-1 1 316,26 3 0,-21 0 0,-3 0 0,3 0 0,-2 0 0,1 0 0,22 0 0,8 0 0,4 0 0,-46 0 0,14 0 0,9 0 0,-20 0 0,34 0 0,-31 0 0,0 0 0,23 0 0,-18 0 0,3 0-492,1-4 0,-4-1-442,18-2 934,18-3 0,-44-1 0,-25 9 571,34-10-571,-30 6 0,15-1 0,-22 3 983,-6 1 0,37 2-970,-28-2-13,44 3 0,-12-8 0,-10 7 0,44-7 0,-44 8 0,6 0 0,1 0 0,6 0 0,3 0 0,1 0-984,9 0 487,24 0 497,-33 0 0,-1 0-453,16 0 453,-19 0 0,-1 0 0,4 0 0,21 0 0,-24 0 0,23 0 0,-20 0 0,-5 0 0,4 0-509,37 0 509,-32 0 0,-1 0 983,20 0-560,-21 0-423,-2 0 475,-21 0-475,18 0 0,-35 0 0,17 0 562,-29 0-562,3 0 0,0 0 0,6 0 0,-4 0 0,9 0 0,-9 0 0,4 0 0,-1 0 0,-3 0 0,4 0 0,0 0 0,11 0 0,9 6 0,11-5 0,41 13 0,-21-6 0,-19-3 0,1 0 0,21 8 0,20-4 0,-36 0 0,2-2 0,-44-7 0,-9 0 0,3 0 0,-2 0 0,11 0 0,-7 4 0,24-4 0,-1 3 0,5 1 0,28-3 0,-39 3 0,22-4 0,-21 0 0,-15 0 0,15 0 0,-19 0 0,3 0 0,16 0 0,-6 0 0,24 0 0,-8 0 0,0 0 0,-3 0 0,-16 0 0,26 0 0,-27-3 0,21 2 0,-27-2 0,-3 3 0,3 0 0,-7-3 0,7 2 0,-7-2 0,4 3 0,-1 0 0,-2 0 0,2 0 0,0 0 0,4 0 0,1 0 0,-1 0 0,-7-3 0,3 2 0,3-2 0,-1 3 0,7 0 0,-2 0 0,4 0 0,17 0 0,-14 0 0,12 0 0,-15 0 0,0 0 0,-4 0 0,-7 0 0,-3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04:42.892"/>
    </inkml:context>
    <inkml:brush xml:id="br0">
      <inkml:brushProperty name="width" value="0.35" units="cm"/>
      <inkml:brushProperty name="height" value="0.35" units="cm"/>
      <inkml:brushProperty name="color" value="#E71225"/>
    </inkml:brush>
  </inkml:definitions>
  <inkml:trace contextRef="#ctx0" brushRef="#br0">0 105 24575,'22'-12'0,"-1"0"0,19 11 0,-13-2-984,62 3 0,-41 0 492,21 0 0,6 0-492,12 0 656,-24 0 0,10 1 0,-7-2-164,-9-3 0,-1 1 0,17 2 0,3 0 0,0-7 0,-5 0-199,18-1 691,-26 4 0,1 0 0,-10-3 0,-6 1 0,3 5 0,22-6 0,-48 8 983,-9-3 0,4 2 0,-9-2-656,-4 6 1,-4 1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04:42.129"/>
    </inkml:context>
    <inkml:brush xml:id="br0">
      <inkml:brushProperty name="width" value="0.35" units="cm"/>
      <inkml:brushProperty name="height" value="0.35" units="cm"/>
      <inkml:brushProperty name="color" value="#E71225"/>
    </inkml:brush>
  </inkml:definitions>
  <inkml:trace contextRef="#ctx0" brushRef="#br0">1 12 24575,'75'42'0,"-5"-6"0,12-29-492,-28-4 0,2 0 0,0 0 0,3 1 0,33-3 0,-3 0 342,11 6 150,0-10 0,-1-3 0,-9-3 0,0-4 0,-2-1 0,-14 4 83,-18-2 0,1 0-83,38 3 584,-24 0-584,21-5 0,-40 13 0,-2 1 0,14-6 0,-12 6 0,-2 0 0,1 0 0,30 0 0,-23 6 0,14-5 0,-25 5 983,-7-6-415,31 7 111,-31-5-679,11 5 122,-37-7-122,0 0 0,0 0 0,0 0 0,17 0 0,-8 4 0,25 3 0,-8-2 0,10 6 0,-10-9 0,-8 3 0,-15-5 0,-4 0 0,-5 0 0,2 0 0,0 0 0,1 0 0,3 0 0,17 0 0,3 6 0,16 1 0,11 0 0,-18 2 0,4-8 0,-25 3 0,-6-4 0,-2 0 0,-7 0 0,7 0 0,-6 0 0,2 0 0,0 0 0,1 0 0,0 0 0,-1 0 0,0 0 0,-2 0 0,2 0 0,0 0 0,-2 0 0,2 0 0,1 0 0,0-3 0,-1 2 0,4-2 0,-6 3 0,5 0 0,-5-3 0,2 2 0,0-5 0,-2 5 0,2-2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04:44.848"/>
    </inkml:context>
    <inkml:brush xml:id="br0">
      <inkml:brushProperty name="width" value="0.35" units="cm"/>
      <inkml:brushProperty name="height" value="0.35" units="cm"/>
      <inkml:brushProperty name="color" value="#E71225"/>
    </inkml:brush>
  </inkml:definitions>
  <inkml:trace contextRef="#ctx0" brushRef="#br0">1 25 24575,'33'0'0,"22"0"0,-28 0 0,21 0 0,-21 0 0,31-7 0,-24 5 0,24-5 0,-31 7 0,0 0 0,32 0 0,-14 0 0,15 0 0,-12 0 0,-8 0 0,0-4 0,8 3 0,-19-3 0,9 4 0,-11 0 0,0 0 0,0 0 0,0 0 0,0 0 0,0 0 0,0 0 0,0 0 0,-6 0 0,4 0 0,-9 0 0,4 0 0,-6 0 0,0 0 0,6 0 0,1 4 0,17-3 0,-9 7 0,9-7 0,-11 7 0,20-7 0,-15 3 0,7-4 0,-23 0 0,-6 0 0,1 0 0,4 0 0,-1 0 0,-3 0 0,18 0 0,-14 0 0,21 0 0,-24 0 0,8 0 0,-9 0 0,-1 0 0,4 0 0,13 0 0,-9 0 0,12 0 0,-10 0 0,-4 0 0,9 0 0,-9 0 0,9 0 0,-9 0 0,10 0 0,-11 0 0,5-3 0,-6 2 0,6-2 0,1 3 0,17 0 0,2 0 0,10 0 0,11 0 0,-8 0 0,18 0 0,-18 0 0,-3 0 0,-18 0 0,-16 0 0,-5 0 0,-4 0 0,8 0 0,4 0 0,60 8 0,-8 1-492,-9 0 0,4-1 395,-10-3 1,-2-1 96,3 1 0,-4-2 0,24-3 0,-9 0 0,-28 0 0,-9 0 0,4 0 0,-22-3 983,7-1-789,-6 0-194,-3 1 0,2 3 0,-5 0 0,2 0 0,0 0 0,1 0 0,4 0 0,25-7 0,-13 6 0,15-6 0,-6 7 0,-13 0 0,56 0 0,-31 0 0,34 0 0,-32 0 0,-10 0 0,-3 0 0,-10 0 0,11 0 0,-14 0 0,6 0 0,-10 0 0,1 0 0,6 0 0,-6 3 0,-1-2 0,-6 2 0,-3-3 0,0 0 0,-4 0 0,3-3 0,1 2 0,0-2 0,-1 3 0,-3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04:46.978"/>
    </inkml:context>
    <inkml:brush xml:id="br0">
      <inkml:brushProperty name="width" value="0.35" units="cm"/>
      <inkml:brushProperty name="height" value="0.35" units="cm"/>
      <inkml:brushProperty name="color" value="#E71225"/>
    </inkml:brush>
  </inkml:definitions>
  <inkml:trace contextRef="#ctx0" brushRef="#br0">1 37 24575,'35'0'0,"-1"0"0,3 0 0,14 0 0,12 0 0,21 0-984,13 0 546,3 0 438,-3 0 0,-13 0 0,-10 0 0,-11 0 327,-2 0-327,-21 0 0,7 0 0,-7 0 0,0 0 0,8 0 983,-18 0-891,1 0-72,-11 0-20,-6 0 0,-3 0 0,3 0 0,-3 0 0,8 0 0,3 0 0,5 0 0,0 0 0,0 0 0,-6 0 0,-1 0 0,-9 0 0,-1 0 0,-3 0 0,22 0 0,-13 0 0,17 0 0,-18 0 0,-4 0 0,-1 0 0,-3 0 0,3-3 0,-2 2 0,5-2 0,-2 3 0,19 0 0,-6 0 0,14 0 0,-17 0 0,4 0 0,-12 0 0,6-3 0,-8 2 0,0-2 0,2 3 0,4-4 0,-2 3 0,11-4 0,-10 5 0,3 0 0,22 0 0,-14 0 0,20 0 0,-9-5 0,-15 3 0,5-3 0,-18 5 0,-3 0 0,3 0 0,-2 0 0,2 0 0,0 0 0,1 0 0,3 0 0,0 0 0,-3 0 0,19 0 0,-15 0 0,21 0 0,-15 0 0,27 6 0,-6 2 0,40 7 0,-16-2 0,28-4 0,-28 3 0,-5-10 0,-3 3 0,-32-5 0,15 0 0,-27 0 0,16 6 0,-6-5 0,8 5 0,-12-6 0,20 0 0,-19 0 0,25 0 0,-30 3 0,9-2 0,-9 2 0,30-3 0,-25 0 0,20 0 0,-27 0 0,-3 3 0,-1-2 0,0 2 0,-2-3 0,5 0 0,-2 0 0,4 0 0,25 0 0,-3 6 0,8-5 0,-15 5 0,-16-6 0,-3 0 0,-1 0 0,-3 0 0,3 0 0,-2 0 0,2 0 0,0 0 0,-2 0 0,2 0 0,9-4 0,0 0 0,11-1 0,-3 1 0,0 0 0,0 3 0,0-3 0,0 0 0,0 3 0,-5-6 0,-3 6 0,-4-2 0,4 3 0,3 0 0,-4-3 0,-2 2 0,-9-2 0,0 3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04:48.643"/>
    </inkml:context>
    <inkml:brush xml:id="br0">
      <inkml:brushProperty name="width" value="0.35" units="cm"/>
      <inkml:brushProperty name="height" value="0.35" units="cm"/>
      <inkml:brushProperty name="color" value="#E71225"/>
    </inkml:brush>
  </inkml:definitions>
  <inkml:trace contextRef="#ctx0" brushRef="#br0">0 120 24575,'26'12'0,"14"8"0,-22-17 0,18 12 0,-15-10 0,6 0 0,0 3 0,11-7 0,2 3 0,10-4 0,0 0 0,3 0 0,20 0 0,-15 3 0,0 1 0,16-3 0,-11 6 0,-13-7 0,8 0 0,-15 5 0,18-3 0,-21 3 0,-3-5 0,-10 0 0,-6 0 0,-1 0 0,-6 0 0,-3 0 0,-1 0 0,1 0 0,-4 0 0,7 0 0,-3 0 0,3 0 0,-3 0 0,-1 0 0,-3 0 0,6 0 0,-1 0 0,5 0 0,-2 0 0,-4-3 0,-1 3 0,-3-4 0,6-2 0,-1 4 0,5-7 0,-3 5 0,0 0 0,1-2 0,-4 5 0,-1-2 0,-6-7 0,-1 5 0,-3-9 0,0 4 0,-3 2 0,-5-6 0,-16-17 0,-6 4 0,3-6 0,1 18 0,15 8 0,-3 7 0,3-3 0,-3 3 0,3 0 0,-9 0 0,8 0 0,-1 3 0,10 1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04:50.317"/>
    </inkml:context>
    <inkml:brush xml:id="br0">
      <inkml:brushProperty name="width" value="0.35" units="cm"/>
      <inkml:brushProperty name="height" value="0.35" units="cm"/>
      <inkml:brushProperty name="color" value="#E71225"/>
    </inkml:brush>
  </inkml:definitions>
  <inkml:trace contextRef="#ctx0" brushRef="#br0">0 91 24575,'75'6'0,"6"2"0,-18-1 0,-10-1 0,26-6 0,7-8-492,-19 8 0,0-2 0,-15-4 0,1-2 130,29 3 1,2 0 361,-14-3 0,-1 0 0,0 2 0,4 1 0,25 0 0,-7 2 0,-15 3 0,8 0 0,-3 0 0,-17-6 510,28 5-510,-34-12 523,-26 12-523,26-12 0,-34 12 0,6-8 983,-19 8-593,3-2-105,-3 3-285,0 0 0,2 0 0,14 0 0,-9 0 0,13 0 0,-17 0 0,0 0 0,-3 0 0,2 0 0,-2 0 0,37 0 0,8 0 0,-14 4 0,20-3 0,-3-1 0,-30 4 0,9-4 0,-17 0 0,-4 0 0,-4 0 0,-2 0 0,9 4 0,22 4 0,-16-3 0,31 7 0,-42-10 0,20 3 0,-25-1 0,5-4 0,-4 3 0,-4-3 0,4 0 0,5 0 0,-7 0 0,10 4 0,-8-4 0,40 11 0,-22-6 0,29 3 0,-21 2 0,3-9 0,31 12 0,-35-11 0,15 5 0,-44-7 0,4 0 0,-1 0 0,-2 0 0,5 3 0,-2-2 0,29 2 0,-13-3 0,12 0 0,-20 0 0,-8 0 0,3 0 0,-3 0 0,-1 0 0,-3 0 0,3 0 0,1 0 0,3 0 0,-6 0 0,-1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04:51.552"/>
    </inkml:context>
    <inkml:brush xml:id="br0">
      <inkml:brushProperty name="width" value="0.35" units="cm"/>
      <inkml:brushProperty name="height" value="0.35" units="cm"/>
      <inkml:brushProperty name="color" value="#E71225"/>
    </inkml:brush>
  </inkml:definitions>
  <inkml:trace contextRef="#ctx0" brushRef="#br0">0 1 24575,'46'14'0,"9"-5"0,0-1 0,-8 2-492,34-5 0,5-1 336,-10 8 156,-15-10 0,4-2 0,0 4 0,-4-1 0,16-3 0,-19 0 0,-3 0 308,-5 0-308,32 0 0,-24 0 0,13 0 205,-33 0-205,-11 0 0,0 0 0,10 5 576,24-3-576,-6 3 51,6-5-51,-3 7 0,-16-6 0,30 12 0,-9-11 0,0 4 0,-2-6 0,-21 0 0,-3 0 0,-10 0 0,0 0 0,-6 0 0,15 0 0,-1 0 0,15 0 0,0 0 0,1 0 0,-17 0 0,2 0 0,-21 0 0,5 0 0,0 0 0,-4 0 0,9 0 0,-3 0 0,-1-3 0,-1 3 0,-9-4 0,-4 1 0,2 2 0,-1-5 0,3 5 0,2-5 0,-2 5 0,0-2 0,0 0 0,-4 2 0,3-5 0,17 5 0,-9-2 0,18 3 0,16 0 0,-17-4 0,44 3 0,-56-3 0,14 0 0,-33 4 0,-1-4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04:52.588"/>
    </inkml:context>
    <inkml:brush xml:id="br0">
      <inkml:brushProperty name="width" value="0.35" units="cm"/>
      <inkml:brushProperty name="height" value="0.35" units="cm"/>
      <inkml:brushProperty name="color" value="#E71225"/>
    </inkml:brush>
  </inkml:definitions>
  <inkml:trace contextRef="#ctx0" brushRef="#br0">1 110 24575,'63'0'0,"-12"0"0,-2 0 0,-7 0 0,28 0 0,5 0 0,1 0-492,-11 0 0,6 0 0,5-4 0,-2-1 0,-13 0 0,1 0 0,20 0 0,-1-1 65,-27-1 1,-1-1 426,22 3 0,0 0 0,-25 0 0,0 0 354,13-2 0,0 0-354,18-2 0,-25 2 0,-1-3 0,-9 9 983,-31-2 0,30 3 0,-33 0-306,34 0-222,-31 0-455,21 0 0,27 7 0,-16 1 0,25 1 0,17 4 0,-39-5 0,-1-4 0,5 1 0,4 2 0,0 0 0,28 2 0,-27-4 0,-2 0 0,4 2 0,-27-7 0,-4-3 0,-19 2 0,-4-6 0,3 7 0,-3-4 0,8 8 0,-5-4 0,1 3 0,-4 1 0,0-1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04:53.639"/>
    </inkml:context>
    <inkml:brush xml:id="br0">
      <inkml:brushProperty name="width" value="0.35" units="cm"/>
      <inkml:brushProperty name="height" value="0.35" units="cm"/>
      <inkml:brushProperty name="color" value="#E71225"/>
    </inkml:brush>
  </inkml:definitions>
  <inkml:trace contextRef="#ctx0" brushRef="#br0">0 25 24575,'42'21'0,"1"-4"0,7 1 0,11-5 0,13 2 0,23-7-492,-37-4 0,0-1 410,32-3-410,-16 1 0,3-2 102,-14-3 0,-1 0 390,4 0 0,3-1-492,20-3 0,-4-3 287,-31-1 1,-4 0 204,5 4 0,-3 0 0,14-13 0,-41 12 665,-5 4-665,3-3 983,-9 7-25,0-3 25,24 4-349,-17 0-634,36 0 0,33 8-492,-40-3 0,1 1 469,2 1 1,3 1 22,17 1 0,-6 0 0,-16 3 0,5-7 0,-6-1 0,-28 0 0,12-4 0,-29 0 0,0 0 0,4 0 983,-4 0-937,4 0-46,2 0 0,-5 0 0,3 0 0,-8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04:57"/>
    </inkml:context>
    <inkml:brush xml:id="br0">
      <inkml:brushProperty name="width" value="0.35" units="cm"/>
      <inkml:brushProperty name="height" value="0.35" units="cm"/>
      <inkml:brushProperty name="color" value="#E71225"/>
    </inkml:brush>
  </inkml:definitions>
  <inkml:trace contextRef="#ctx0" brushRef="#br0">0 56 24575,'70'4'0,"-26"-1"0,35-3 0,-36 0 0,16 1 0,5-2-984,12-5 740,-8 5 1,1 0 243,17-5-492,3 5 0,3 2 92,-33-5 1,0 0 399,38 3 0,-2 0 135,5-6-135,-46 7 0,-1 0 0,34 0 0,-28-4 0,-3 0 0,5 2 0,-9-2 0,-4 0 0,-16 4 659,16 0-659,10 0 0,-24 0 0,35 0 0,2 8 983,-23-6-220,15 5-49,-38-7-714,17 0 0,-15 0 0,19-4 0,-30 3 0,3-3 0,-4 4 0,25-6 0,-19 4 0,25-5 0,-24 7 0,5 0 0,-6 0 0,-1-3 0,-9 3 0,-1-4 0,-3 4 0,6 0 0,-1 0 0,2 0 0,-4 0 0,-3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04:54.928"/>
    </inkml:context>
    <inkml:brush xml:id="br0">
      <inkml:brushProperty name="width" value="0.35" units="cm"/>
      <inkml:brushProperty name="height" value="0.35" units="cm"/>
      <inkml:brushProperty name="color" value="#E71225"/>
    </inkml:brush>
  </inkml:definitions>
  <inkml:trace contextRef="#ctx0" brushRef="#br0">0 2 24575,'30'9'0,"12"9"0,13-8 0,-10 7 0,5-8 0,0-2 0,-13-1 0,17 2 0,2-1 0,-8-5 0,23 5 0,29-7-984,-47-5 709,24 0 0,1 0 275,-15-3 186,-10 1 0,-3 0-186,-10 2 0,49-10 0,-38 3 0,41 3 0,-52-1 0,39 9 0,-42-7 0,26 7 983,-37-3-804,-11 4-179,11 0 0,-5 0 0,16 0 0,45 0 0,-11 0-395,-14 0 0,2 0 395,27 0 0,11 7 0,-43-6 0,0 0 0,45 6 0,-45-6 0,0-2 0,32 1 0,-12 0 0,-3 0 0,-18 0 0,7 0 0,-20 0 0,-8 0 0,-12 0 0,-6 0 0,0 0 790,6 0-790,12 0 0,8 0 0,20 0 0,4 0 0,-1 0 0,8 7 0,-8 1 0,-15 0 0,-14-2 0,-28-6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04:55.999"/>
    </inkml:context>
    <inkml:brush xml:id="br0">
      <inkml:brushProperty name="width" value="0.35" units="cm"/>
      <inkml:brushProperty name="height" value="0.35" units="cm"/>
      <inkml:brushProperty name="color" value="#E71225"/>
    </inkml:brush>
  </inkml:definitions>
  <inkml:trace contextRef="#ctx0" brushRef="#br0">1 35 24575,'62'11'0,"-13"-6"0,33 9-984,-19-13 0,11 6 492,7-7 0,6 0 0,-30 0 0,4 0 164,18 0 0,12 0 0,-4 0-164,15 0 0,-4 0 0,-5 0 0,2 0 164,-12 0 0,3 0 0,-11 0-164,-21 0 0,-3 0 0,50 0 0,-2 0-492,-5-8 1967,4 7 0,-30-12 0,-44 11 0,6-6 0,-16 7 0,-3-2 0,0 3 0,-4 0 0,3-4 0,-2 4 0,11-4-972,-7 4-11,24 0 0,-12 0 0,44 8 0,-33-7 0,23 7 0,-10-2 0,-22-4 0,15 4 0,-21-6 0,-8 0 0,7 0 0,8-5 0,-8 3 0,8-3 0,-17 1 0,0 4 0,7-8 0,-2 7 0,11-3 0,5 4 0,9 0 0,-5 0 0,11 0 0,-12 0 0,37 0 0,-15 0 0,36 0 0,-47 0 0,7 0 0,-32 0 0,-9-3 0,2 2 0,4-6 0,4 6 0,0-6 0,-4 6 0,-3-2 0,-3 3 0,-1-3 0,1 2 0,-4-2 0,0 3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04:57.920"/>
    </inkml:context>
    <inkml:brush xml:id="br0">
      <inkml:brushProperty name="width" value="0.35" units="cm"/>
      <inkml:brushProperty name="height" value="0.35" units="cm"/>
      <inkml:brushProperty name="color" value="#E71225"/>
    </inkml:brush>
  </inkml:definitions>
  <inkml:trace contextRef="#ctx0" brushRef="#br0">1 1 24575,'76'16'0,"-1"1"-492,-22-12 0,1-1 476,33 3 16,-3-7 0,-26 0 0,-1 0 0,28 0 0,-23 0 0,1 0 0,24 0 0,0-6 0,-3 4 0,-37-5 0,20 1 0,-10 4 0,41-4 0,-30 10 0,-6-1 0,-3 3 0,-9 5 0,11-2 0,1-1 0,-3 0 328,22 5-328,-47-12 166,-7 5-166,-16-6 0,-1 0 0,-2 0 506,5 0-506,-5 0 0,2 0 0,-3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27:54.003"/>
    </inkml:context>
    <inkml:brush xml:id="br0">
      <inkml:brushProperty name="width" value="0.35" units="cm"/>
      <inkml:brushProperty name="height" value="0.35" units="cm"/>
      <inkml:brushProperty name="color" value="#E71225"/>
    </inkml:brush>
  </inkml:definitions>
  <inkml:trace contextRef="#ctx0" brushRef="#br0">0 8 24575,'49'-4'0,"-15"1"0,12 3 0,-2 0 0,-7 0 0,30 0 0,-30 0 0,5 0 0,-7 0 0,-23 0 0,5 0 0,-7 0 0,-3 0 0,0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27:55.105"/>
    </inkml:context>
    <inkml:brush xml:id="br0">
      <inkml:brushProperty name="width" value="0.35" units="cm"/>
      <inkml:brushProperty name="height" value="0.35" units="cm"/>
      <inkml:brushProperty name="color" value="#E71225"/>
    </inkml:brush>
  </inkml:definitions>
  <inkml:trace contextRef="#ctx0" brushRef="#br0">25 43 24575,'-12'-23'0,"0"6"0,14 14 0,24 3 0,-3 0 0,20 0 0,-16 0 0,-5 0 0,-3 0 0,-4 0 0,-4 0 0,-1 0 0,-3 0 0,3 0 0,1 0 0,9 0 0,-5 0 0,5 0 0,10 0 0,-11 0 0,37 7 0,-8-6 0,-1 6 0,9-7 0,-37 3 0,11-2 0,-19 2 0,-1-3 0,-3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27:56.185"/>
    </inkml:context>
    <inkml:brush xml:id="br0">
      <inkml:brushProperty name="width" value="0.35" units="cm"/>
      <inkml:brushProperty name="height" value="0.35" units="cm"/>
      <inkml:brushProperty name="color" value="#E71225"/>
    </inkml:brush>
  </inkml:definitions>
  <inkml:trace contextRef="#ctx0" brushRef="#br0">0 1 24575,'46'9'0,"21"10"0,9 5 0,10 0 0,-22-8 0,-22-9 0,-17-7 0,-12 0 0,3 0 0,-9 0 0,0 0 0,6 0 0,-4 0 0,4 0 0,-6 0 0,0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27:57.258"/>
    </inkml:context>
    <inkml:brush xml:id="br0">
      <inkml:brushProperty name="width" value="0.35" units="cm"/>
      <inkml:brushProperty name="height" value="0.35" units="cm"/>
      <inkml:brushProperty name="color" value="#E71225"/>
    </inkml:brush>
  </inkml:definitions>
  <inkml:trace contextRef="#ctx0" brushRef="#br0">0 1 24575,'23'0'0,"-3"0"0,-5 0 0,-2 0 0,7 0 0,-6 0 0,0 0 0,0 0 0,6 0 0,1 0 0,17 0 0,2 0 0,10 0 0,0 0 0,1 0 0,-1 0 0,0 5 0,-10-3 0,-2 3 0,-20-5 0,-2 0 0,0 0 0,-1 3 0,3-2 0,-5 2 0,-6-3 0,0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27:58.172"/>
    </inkml:context>
    <inkml:brush xml:id="br0">
      <inkml:brushProperty name="width" value="0.35" units="cm"/>
      <inkml:brushProperty name="height" value="0.35" units="cm"/>
      <inkml:brushProperty name="color" value="#E71225"/>
    </inkml:brush>
  </inkml:definitions>
  <inkml:trace contextRef="#ctx0" brushRef="#br0">0 0 24575,'52'0'0,"5"0"0,-33 0 0,33 0 0,-31 0 0,32 0 0,-8 0 0,14 0 0,9 0 0,-9 0 0,-4 0 0,-20 0 0,-11 0 0,-4 0 0,-13 0 0,5 0 0,-7 0 0,-3 3 0,3-2 0,1 2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27:58.997"/>
    </inkml:context>
    <inkml:brush xml:id="br0">
      <inkml:brushProperty name="width" value="0.35" units="cm"/>
      <inkml:brushProperty name="height" value="0.35" units="cm"/>
      <inkml:brushProperty name="color" value="#E71225"/>
    </inkml:brush>
  </inkml:definitions>
  <inkml:trace contextRef="#ctx0" brushRef="#br0">0 2 24575,'46'0'0,"-11"4"0,34-3 0,-14 9 0,7-8 0,2-2 0,10 7 0,-19-7 0,3 0 0,1 0 0,-2 0 0,19 0 0,-7-3 0,-4-2 0,-20 0 0,4-4 0,-33 5 0,-9 4 0,0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28:00.220"/>
    </inkml:context>
    <inkml:brush xml:id="br0">
      <inkml:brushProperty name="width" value="0.35" units="cm"/>
      <inkml:brushProperty name="height" value="0.35" units="cm"/>
      <inkml:brushProperty name="color" value="#E71225"/>
    </inkml:brush>
  </inkml:definitions>
  <inkml:trace contextRef="#ctx0" brushRef="#br0">1 1 24575,'22'4'0,"-2"-1"0,-10-3 0,-2 0 0,5-4 0,-5 4 0,2-4 0,0 4 0,-2 0 0,2 0 0,0 0 0,-2 0 0,2 0 0,1 0 0,-4 0 0,12 0 0,-1 4 0,20-3 0,22 11 0,6-4 0,-4 0 0,2 1-712,31 7 712,-35-11 0,-2 0 0,15 2 0,-22-7 0,-23 0 0,-18 0 0,-8 0 0,-5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28:01.082"/>
    </inkml:context>
    <inkml:brush xml:id="br0">
      <inkml:brushProperty name="width" value="0.35" units="cm"/>
      <inkml:brushProperty name="height" value="0.35" units="cm"/>
      <inkml:brushProperty name="color" value="#E71225"/>
    </inkml:brush>
  </inkml:definitions>
  <inkml:trace contextRef="#ctx0" brushRef="#br0">0 1 24575,'50'0'0,"-11"0"0,-29 0 0,-3 0 0,3 0 0,-2 0 0,5 0 0,-5 3 0,5-2 0,4 2 0,4-3 0,6 4 0,21-3 0,36 11 0,-13-10-492,1 6 0,1 0 382,0-6 110,-20 3 0,0-1-5,28-4 5,-36-5 0,4 4 0,-33-3 0,-9 4 0,0 0 0,0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28:01.955"/>
    </inkml:context>
    <inkml:brush xml:id="br0">
      <inkml:brushProperty name="width" value="0.35" units="cm"/>
      <inkml:brushProperty name="height" value="0.35" units="cm"/>
      <inkml:brushProperty name="color" value="#E71225"/>
    </inkml:brush>
  </inkml:definitions>
  <inkml:trace contextRef="#ctx0" brushRef="#br0">0 0 24575,'69'7'0,"11"6"0,-17-8 0,2 0-492,-7 3 0,2 1 0,37 1 0,1-1 0,-32 0 0,-1 0 0,7-4 0,-3 0-492,26 3 0,-32-8 0,-18 0 584,-15 0 400,-19 0 0,-1 0 0,-3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28:02.959"/>
    </inkml:context>
    <inkml:brush xml:id="br0">
      <inkml:brushProperty name="width" value="0.35" units="cm"/>
      <inkml:brushProperty name="height" value="0.35" units="cm"/>
      <inkml:brushProperty name="color" value="#E71225"/>
    </inkml:brush>
  </inkml:definitions>
  <inkml:trace contextRef="#ctx0" brushRef="#br0">0 0 24575,'37'14'0,"12"0"0,-25-3 0,13 0 0,0-1 0,13-3 0,3 0-671,24 8 671,-17-10 0,6 0-492,3-1 0,-2-2 468,33-2 24,-31 0 0,1 0 0,-9 0 0,-7 0 0,1 0 0,23 0 0,-57 0 0,-2 0 0,-4 0 0,-8 0 0,0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28:03.874"/>
    </inkml:context>
    <inkml:brush xml:id="br0">
      <inkml:brushProperty name="width" value="0.35" units="cm"/>
      <inkml:brushProperty name="height" value="0.35" units="cm"/>
      <inkml:brushProperty name="color" value="#E71225"/>
    </inkml:brush>
  </inkml:definitions>
  <inkml:trace contextRef="#ctx0" brushRef="#br0">1 0 24575,'90'8'0,"-40"-6"0,39 12 0,-59-13 0,18 5 0,-24-6 0,22 0 0,-1 6 0,39 4 0,-16-2 0,-17-1 0,1 1 0,13 0 0,30 8 0,-29-8 0,-11-1 0,-19-3 0,-24-3 0,7 3 0,-11-1 0,-1-2 0,-4 2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28:04.869"/>
    </inkml:context>
    <inkml:brush xml:id="br0">
      <inkml:brushProperty name="width" value="0.35" units="cm"/>
      <inkml:brushProperty name="height" value="0.35" units="cm"/>
      <inkml:brushProperty name="color" value="#E71225"/>
    </inkml:brush>
  </inkml:definitions>
  <inkml:trace contextRef="#ctx0" brushRef="#br0">1 14 24575,'42'0'0,"29"0"0,-42 0 0,28 0 0,-15 0 0,-10 0 0,16 0 0,10 0 0,-13-6 0,26 5 0,-21-5 0,1 6 0,1 0 0,11 0 0,-10 0 0,-3 0 0,-10 0 0,7 0 0,-26 0 0,-1 0 0,-18 0 0,-5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28:05.980"/>
    </inkml:context>
    <inkml:brush xml:id="br0">
      <inkml:brushProperty name="width" value="0.35" units="cm"/>
      <inkml:brushProperty name="height" value="0.35" units="cm"/>
      <inkml:brushProperty name="color" value="#E71225"/>
    </inkml:brush>
  </inkml:definitions>
  <inkml:trace contextRef="#ctx0" brushRef="#br0">1 0 24575,'23'0'0,"-4"0"0,28 7 0,0-5-562,47 5 562,3-7-492,-33 4 0,3 1 35,5-5 1,3 2-36,18 6 0,3 1 0,2-8 0,-2 0 164,-15 3 1,1 0-165,15-3 0,-3-2 255,-28 1 1,-3 0-27,-6 0 1,-1 0 262,44 0 245,-68 0 1,3 0 0,-23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28:06.754"/>
    </inkml:context>
    <inkml:brush xml:id="br0">
      <inkml:brushProperty name="width" value="0.35" units="cm"/>
      <inkml:brushProperty name="height" value="0.35" units="cm"/>
      <inkml:brushProperty name="color" value="#E71225"/>
    </inkml:brush>
  </inkml:definitions>
  <inkml:trace contextRef="#ctx0" brushRef="#br0">1 95 24575,'52'-11'0,"-6"1"0,25 2 0,3-5 0,-8 5 0,26-7 0,-26 1 0,18 5 0,-11 2 0,1 7 0,-11 0 0,-12 0 0,-20 0 0,-14 0 0,-7 0 0,-3 0 0,3 0 0,-2 0 0,6 0 0,-7 0 0,7 0 0,-6 0 0,2 0 0,0 0 0,-2 0 0,2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28:07.679"/>
    </inkml:context>
    <inkml:brush xml:id="br0">
      <inkml:brushProperty name="width" value="0.35" units="cm"/>
      <inkml:brushProperty name="height" value="0.35" units="cm"/>
      <inkml:brushProperty name="color" value="#E71225"/>
    </inkml:brush>
  </inkml:definitions>
  <inkml:trace contextRef="#ctx0" brushRef="#br0">0 51 24575,'48'-22'0,"-10"7"0,-2 11 0,-12 0 0,34 3 0,-26-3 0,16 4 0,10 0 0,-29 0 0,28 0 0,-5 0 0,-7 5 0,26-3 0,-21 3 0,6-1 0,2 1-586,18 3 586,-13-3 0,0 0 0,11 8 0,-11-11 0,-13 5 0,-2-7 0,-30 0 0,4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28:08.653"/>
    </inkml:context>
    <inkml:brush xml:id="br0">
      <inkml:brushProperty name="width" value="0.35" units="cm"/>
      <inkml:brushProperty name="height" value="0.35" units="cm"/>
      <inkml:brushProperty name="color" value="#E71225"/>
    </inkml:brush>
  </inkml:definitions>
  <inkml:trace contextRef="#ctx0" brushRef="#br0">1 1 24575,'38'0'0,"-1"0"0,21 0-984,18 7 0,14 2 0,4 0 492,-41-5 0,-1-2-492,30-2 492,-23 0 0,-3 0-492,-6 0 284,1-3 700,-40 2 0,-1-2 0,-3 3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28:09.475"/>
    </inkml:context>
    <inkml:brush xml:id="br0">
      <inkml:brushProperty name="width" value="0.35" units="cm"/>
      <inkml:brushProperty name="height" value="0.35" units="cm"/>
      <inkml:brushProperty name="color" value="#E71225"/>
    </inkml:brush>
  </inkml:definitions>
  <inkml:trace contextRef="#ctx0" brushRef="#br0">1 1 24575,'37'19'0,"-7"2"0,17-8 0,35 4 0,-21-3 0,31-5 0,-42-3 0,-10-6 0,-11 0 0,-10 0 0,-11 0 0,-1-3 0,-4-1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28:10.705"/>
    </inkml:context>
    <inkml:brush xml:id="br0">
      <inkml:brushProperty name="width" value="0.35" units="cm"/>
      <inkml:brushProperty name="height" value="0.35" units="cm"/>
      <inkml:brushProperty name="color" value="#E71225"/>
    </inkml:brush>
  </inkml:definitions>
  <inkml:trace contextRef="#ctx0" brushRef="#br0">0 1 24575,'35'0'0,"-7"0"0,8 0 0,-18 0 0,18 0 0,-5 0 0,9 0 0,21 0 0,2 0 0,-15 0 0,8 0 0,-32 0 0,8 0 0,-15 0 0,-7 0 0,-3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28:11.688"/>
    </inkml:context>
    <inkml:brush xml:id="br0">
      <inkml:brushProperty name="width" value="0.35" units="cm"/>
      <inkml:brushProperty name="height" value="0.35" units="cm"/>
      <inkml:brushProperty name="color" value="#E71225"/>
    </inkml:brush>
  </inkml:definitions>
  <inkml:trace contextRef="#ctx0" brushRef="#br0">0 0 24575,'77'15'0,"9"-3"0,-33-11 0,1-2-861,38 1 861,-28 0 0,-2 0 283,7 0-283,2-4 143,-39 0-143,-16-1 0,-6 2 0,-3 3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28:12.605"/>
    </inkml:context>
    <inkml:brush xml:id="br0">
      <inkml:brushProperty name="width" value="0.35" units="cm"/>
      <inkml:brushProperty name="height" value="0.35" units="cm"/>
      <inkml:brushProperty name="color" value="#E71225"/>
    </inkml:brush>
  </inkml:definitions>
  <inkml:trace contextRef="#ctx0" brushRef="#br0">1 120 24575,'41'-10'0,"12"4"0,21-7 0,2 5-984,18-8 903,-17 1 81,7 0 0,-21 7 348,-2-5-348,-21 12 177,-3-9-177,-16 9 0,-1-3 0,-6 4 540,-3 0-540,8 0 0,0 0 0,-1 0 0,1 0 0,-11 3 0,2-2 0,0 2 0,1-3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28:13.600"/>
    </inkml:context>
    <inkml:brush xml:id="br0">
      <inkml:brushProperty name="width" value="0.35" units="cm"/>
      <inkml:brushProperty name="height" value="0.35" units="cm"/>
      <inkml:brushProperty name="color" value="#E71225"/>
    </inkml:brush>
  </inkml:definitions>
  <inkml:trace contextRef="#ctx0" brushRef="#br0">1 98 24575,'51'4'0,"7"-3"0,13 3 0,-13-4 0,23 0 0,-29 0 0,-1 0 0,23-7 0,-16 4 0,-1-2-688,17-10 688,-21 3 0,-1 0 0,9-3 78,18-6-78,-58 16 0,-4-2 0,-7 6 0,-3-2 0,3 3 515,-2 3-515,5-2 0,-2 2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28:14.674"/>
    </inkml:context>
    <inkml:brush xml:id="br0">
      <inkml:brushProperty name="width" value="0.35" units="cm"/>
      <inkml:brushProperty name="height" value="0.35" units="cm"/>
      <inkml:brushProperty name="color" value="#E71225"/>
    </inkml:brush>
  </inkml:definitions>
  <inkml:trace contextRef="#ctx0" brushRef="#br0">0 1 24575,'30'11'0,"13"2"0,-9-3 0,6 1 0,-3-5 0,-15-2 0,-2-4 0,-9 0 0,-1 0 0,-3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28:15.812"/>
    </inkml:context>
    <inkml:brush xml:id="br0">
      <inkml:brushProperty name="width" value="0.35" units="cm"/>
      <inkml:brushProperty name="height" value="0.35" units="cm"/>
      <inkml:brushProperty name="color" value="#E71225"/>
    </inkml:brush>
  </inkml:definitions>
  <inkml:trace contextRef="#ctx0" brushRef="#br0">1 0 24575,'77'42'0,"-11"-11"0,-15-12 0,7-6 0,-26-4 0,36-1 0,-25-4 0,18-4 0,-1 0 0,-7 0 0,-2 0 0,-14 0 0,-19 0 0,-2 0 0,-12 0 0,-1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5:28:16.668"/>
    </inkml:context>
    <inkml:brush xml:id="br0">
      <inkml:brushProperty name="width" value="0.35" units="cm"/>
      <inkml:brushProperty name="height" value="0.35" units="cm"/>
      <inkml:brushProperty name="color" value="#E71225"/>
    </inkml:brush>
  </inkml:definitions>
  <inkml:trace contextRef="#ctx0" brushRef="#br0">1 1 24575,'83'36'0,"-32"-17"0,4-1 0,11 0 0,2-1-492,0-2 0,0-2 0,-2 1 0,-1-2 0,-1-7 0,1-1 441,7 0 1,0-1 50,-12-3 0,-2 0 297,8 0 0,-6 0-297,4 0 586,-23 0-586,-11 0 0,-26-3 0,6 2 0,-6-2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6:02:45.304"/>
    </inkml:context>
    <inkml:brush xml:id="br0">
      <inkml:brushProperty name="width" value="0.35" units="cm"/>
      <inkml:brushProperty name="height" value="0.35" units="cm"/>
      <inkml:brushProperty name="color" value="#E71225"/>
    </inkml:brush>
  </inkml:definitions>
  <inkml:trace contextRef="#ctx0" brushRef="#br0">1 24 24575,'26'0'0,"-3"0"0,7 0 0,-11 0 0,11 0 0,-16 0 0,6 0 0,-5 0 0,5 0 0,-9 0 0,3 0 0,-7 0 0,4 0 0,-1 0 0,-2 0 0,5 0 0,-2 0 0,3 0 0,0 0 0,16 0 0,-15 0 0,31 0 0,-34 0 0,14 0 0,-10 0 0,-7 0 0,7 0 0,-6 0 0,17 0 0,-8 0 0,16 0 0,-13 0 0,5 0 0,31 0 0,-29 0 0,28-4 0,-42 3 0,2-3 0,-4 0 0,-5 4 0,11-4 0,-10 4 0,7 0 0,-6 0 0,-2 0 0,2-3 0,4 2 0,-6-2 0,9 3 0,-9 0 0,2 0 0,0 0 0,-2 0 0,5 0 0,-5 0 0,2 0 0,9 0 0,-6 0 0,7 0 0,-7 0 0,-5 0 0,2 0 0,1 0 0,-4 0 0,4 3 0,-1-2 0,4 5 0,-2-5 0,1 5 0,-6-5 0,0 2 0,3 0 0,1-2 0,0 5 0,-1-5 0,-3 2 0,0-3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6:02:46.819"/>
    </inkml:context>
    <inkml:brush xml:id="br0">
      <inkml:brushProperty name="width" value="0.35" units="cm"/>
      <inkml:brushProperty name="height" value="0.35" units="cm"/>
      <inkml:brushProperty name="color" value="#E71225"/>
    </inkml:brush>
  </inkml:definitions>
  <inkml:trace contextRef="#ctx0" brushRef="#br0">1 71 24575,'52'8'0,"-22"1"0,27-8 0,-12 2 0,-8-3 0,40 0 0,-17 0 0,0 0 0,28 0 0,-65 0 0,55 0 0,-57 0 0,56 0 0,-48 0 0,29 0 0,0 0 0,-23 0 0,33 0 0,-38 0 0,49 0 0,-42 0 0,26 0 0,-37 0 0,16 0 0,-16 0 0,15 0 0,-21 0 0,-5 0 0,5 0 0,-6 0 0,17 0 0,-13 0 0,12 0 0,-10 0 0,-5 0 0,5 0 0,0 0 0,-4 0 0,9 0 0,-3 0 0,5 0 0,-6 0 0,4 0 0,7 0 0,-2 0 0,17 0 0,-7 0 0,11 0 0,-1-11 0,-19 8 0,4-12 0,-26 14 0,11-6 0,-10 6 0,1-2 0,3 3 0,-6-3 0,2 2 0,9-2 0,-6 3 0,7 0 0,-10 0 0,-3-4 0,3 4 0,-2-7 0,5 7 0,-5-4 0,6 1 0,-3 2 0,3-2 0,0 0 0,-3 2 0,-1-5 0,-3 5 0,3-2 0,-2 3 0,5-3 0,-2-1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6:02:48.472"/>
    </inkml:context>
    <inkml:brush xml:id="br0">
      <inkml:brushProperty name="width" value="0.35" units="cm"/>
      <inkml:brushProperty name="height" value="0.35" units="cm"/>
      <inkml:brushProperty name="color" value="#E71225"/>
    </inkml:brush>
  </inkml:definitions>
  <inkml:trace contextRef="#ctx0" brushRef="#br0">1 1 24575,'45'5'0,"-9"-3"0,32 3 0,-22 1 0,45 2 0,-35 0 0,15-1 0,-10-7 0,-9 0 0,20 6 0,-20-4 0,-1 5 0,-14-7 0,1 0 0,-9 0 0,19 0 0,-19 0 0,19 0 0,-24 0 0,12 0 0,-20 3 0,9-3 0,-4 4 0,1-4 0,14 0 0,-18 0 0,9 0 0,13 6 0,-17-4 0,45 4 0,-41-6 0,19 0 0,-4 0 0,-10 0 0,11 0 0,-18 0 0,-4 0 0,27 0 0,-16 0 0,16 0 0,-21 4 0,0-3 0,0 3 0,31 3 0,-29-5 0,22 5 0,-37-7 0,-3 0 0,3 0 0,-3 0 0,3 0 0,-3 0 0,2 0 0,-2 0 0,3 0 0,0 0 0,0 0 0,6 0 0,-4 0 0,1 0 0,-7 0 0,-3 0 0,3 0 0,-2-3 0,2 2 0,0-2 0,1 3 0,0-3 0,2 2 0,-5-2 0,-1-3 0,-4-2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6:02:50.240"/>
    </inkml:context>
    <inkml:brush xml:id="br0">
      <inkml:brushProperty name="width" value="0.35" units="cm"/>
      <inkml:brushProperty name="height" value="0.35" units="cm"/>
      <inkml:brushProperty name="color" value="#E71225"/>
    </inkml:brush>
  </inkml:definitions>
  <inkml:trace contextRef="#ctx0" brushRef="#br0">196 91 24575,'38'-6'0,"9"-3"0,3 7 0,24-3 0,13-2 0,-1-2 0,-2 0 0,11-5 0,-27 6 0,24-1 0,-39 4 0,18 5 0,-18 0 0,-8-3 0,1 2 0,-22-2 0,13 3 0,-19 0 0,7 0 0,-16 0 0,11 0 0,-13 0 0,7 0 0,-3 3 0,9-2 0,-5 5 0,2-5 0,2 2 0,-7 0 0,5-2 0,-7 2 0,-3-3 0,3 0 0,-2 0 0,2 0 0,-3 9 0,-3-4 0,-4 9 0,-22-10 0,-9 4 0,-8-6 0,-9 15 0,8-15 0,0 13 0,-29 1 0,24-3 0,-26 3 0,36-8 0,-11-7 0,1 2 0,-18-3 0,10 0 0,-37-7-984,0-3 737,25-3 0,-3 0 247,6 7 0,0 0 0,-3-7 0,2 2-184,-27 9 184,-4-6 0,41 8 0,14 0 0,23 0 0,15 4 0,24 8 0,-2-3 0,72 12 0,-1-7-329,-23-5 0,6 0 329,8 0 0,-1 0 0,-13-3 0,1-2 0,28 1 0,-1-1 0,-32-4 0,1 0-492,27 0 0,-3 0 389,-35 0 1,-5 0 102,5 0 0,-4 0 0,-1-4 0,-13 3 0,-15-3 0,-6 4 983,-6 0 0,-3 0 0,4 0-423,-4 0-560,3 0 0,-2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6:02:51.829"/>
    </inkml:context>
    <inkml:brush xml:id="br0">
      <inkml:brushProperty name="width" value="0.35" units="cm"/>
      <inkml:brushProperty name="height" value="0.35" units="cm"/>
      <inkml:brushProperty name="color" value="#E71225"/>
    </inkml:brush>
  </inkml:definitions>
  <inkml:trace contextRef="#ctx0" brushRef="#br0">0 22 24575,'42'-12'0,"-17"2"0,41 10 0,-40 0 0,52 0 0,-51 0 0,19 0 0,-24 0 0,5 0 0,-6 0 0,4 0 0,7 0 0,-2 0 0,17 0 0,-23 0 0,12 0 0,-4 0 0,-8 0 0,22 6 0,-31-5 0,20 5 0,-22-6 0,12 0 0,-12 0 0,2 0 0,12 0 0,-15 0 0,17 0 0,-12 4 0,-2-3 0,2 3 0,-4-4 0,-2 0 0,0 3 0,-1-2 0,-3 2 0,4-3 0,-4 0 0,7 0 0,-6 0 0,2 0 0,0 3 0,1-2 0,3 5 0,6-5 0,-5 5 0,11-5 0,-10 2 0,0 0 0,-2-2 0,-7 2 0,4-3 0,-1 0 0,1 0 0,3 0 0,0 0 0,-3 0 0,-1 0 0,-3 3 0,3-2 0,-2 2 0,2-3 0,0 0 0,-2 0 0,2 0 0,1 0 0,-4 0 0,7 0 0,-3 0 0,9 0 0,-5 0 0,2 0 0,-7 0 0,-3 0 0,0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6:29:00.157"/>
    </inkml:context>
    <inkml:brush xml:id="br0">
      <inkml:brushProperty name="width" value="0.35" units="cm"/>
      <inkml:brushProperty name="height" value="0.35" units="cm"/>
      <inkml:brushProperty name="color" value="#E71225"/>
    </inkml:brush>
  </inkml:definitions>
  <inkml:trace contextRef="#ctx0" brushRef="#br0">104 1 24575,'48'19'0,"6"1"0,-4-12 0,13 6 0,21 8-984,14-4 518,-20 4 466,-22-14 0,1 1 0,-6 3 0,-2-1 0,33 1 0,-25 0 0,-4-1 0,-8-9 471,7 5-471,-26-7 240,-16 0-240,-2 0 0,-32 0 0,13 0 739,-28 0-739,19 0 0,4 0 0,-9 0 0,3 0 0,-5 0 0,0 0 0,6 0 0,1 0 0,5 0 0,4 0 0,1 0 0,3 0 0,-3 0 0,-7 0 0,-15 0 0,8 0 0,-43 0 0,38 0 0,-18 3 0,-6 2 0,-26 4 0,-11 6-226,32-6 1,3-1 225,7-1 0,-20 5 0,10-11 0,28 3 0,-18-4 0,38 0 0,6 0 0,1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6:29:01.569"/>
    </inkml:context>
    <inkml:brush xml:id="br0">
      <inkml:brushProperty name="width" value="0.35" units="cm"/>
      <inkml:brushProperty name="height" value="0.35" units="cm"/>
      <inkml:brushProperty name="color" value="#E71225"/>
    </inkml:brush>
  </inkml:definitions>
  <inkml:trace contextRef="#ctx0" brushRef="#br0">0 76 24575,'23'-4'0,"-4"0"0,-12 4 0,0 0 0,4 0 0,-4-3 0,7 3 0,3-8 0,-2 7 0,5-3 0,-6 1 0,-3 2 0,2-5 0,-5 5 0,2-2 0,1 0 0,-4 2 0,4-5 0,-1 5 0,-3-2 0,4 3 0,-1 0 0,-2-3 0,2 2 0,0-2 0,-2 3 0,2-4 0,3 4 0,-1-4 0,11 4 0,-2-4 0,-3 3 0,-2-3 0,-9 4 0,0 0 0,3 0 0,-2 0 0,2 0 0,0 0 0,-2 0 0,2 0 0,4 3 0,-6-2 0,6 6 0,-7-7 0,0 7 0,3-7 0,-2 3 0,2-3 0,0 0 0,-2 4 0,5-4 0,-2 7 0,3-4 0,6 5 0,12 8 0,-8-10 0,3 6 0,-17-12 0,-3 0 0,0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6:29:02.445"/>
    </inkml:context>
    <inkml:brush xml:id="br0">
      <inkml:brushProperty name="width" value="0.35" units="cm"/>
      <inkml:brushProperty name="height" value="0.35" units="cm"/>
      <inkml:brushProperty name="color" value="#E71225"/>
    </inkml:brush>
  </inkml:definitions>
  <inkml:trace contextRef="#ctx0" brushRef="#br0">1 5 24575,'22'-4'0,"7"5"0,-17 0 0,8 3 0,27 2 0,-25-4 0,31 4 0,-38-6 0,5 0 0,-6 0 0,27 0 0,-15 0 0,17 0 0,-24 0 0,-8 0 0,8 0 0,-9 0 0,6 0 0,-9 0 0,0 0 0,3 0 0,-2 3 0,2-2 0,0 5 0,-2-5 0,2 2 0,-3-3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6:29:03.967"/>
    </inkml:context>
    <inkml:brush xml:id="br0">
      <inkml:brushProperty name="width" value="0.35" units="cm"/>
      <inkml:brushProperty name="height" value="0.35" units="cm"/>
      <inkml:brushProperty name="color" value="#E71225"/>
    </inkml:brush>
  </inkml:definitions>
  <inkml:trace contextRef="#ctx0" brushRef="#br0">0 1 24575,'27'0'0,"-1"3"0,-15-2 0,3 2 0,0 0 0,6-2 0,1 2 0,6 1 0,11-3 0,-9 7 0,19-7 0,-24 3 0,22 1 0,-22-3 0,13 7 0,1-2 0,-9-2 0,9 5 0,-11-9 0,-9 3 0,1-4 0,-11 0 0,2 0 0,-3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6:29:05.130"/>
    </inkml:context>
    <inkml:brush xml:id="br0">
      <inkml:brushProperty name="width" value="0.35" units="cm"/>
      <inkml:brushProperty name="height" value="0.35" units="cm"/>
      <inkml:brushProperty name="color" value="#E71225"/>
    </inkml:brush>
  </inkml:definitions>
  <inkml:trace contextRef="#ctx0" brushRef="#br0">1 72 24575,'22'0'0,"-2"0"0,-13 0 0,0 0 0,6-4 0,-1 0 0,11-4 0,19-9 0,-10 10 0,16-10 0,-21 12 0,-6 0 0,-1 1 0,-9 4 0,-1 0 0,-3 0 0,3 0 0,1 0 0,0 0 0,3 0 0,-7 0 0,12 0 0,-9 0 0,6 0 0,-6 0 0,-6 0 0,3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6:29:06.046"/>
    </inkml:context>
    <inkml:brush xml:id="br0">
      <inkml:brushProperty name="width" value="0.35" units="cm"/>
      <inkml:brushProperty name="height" value="0.35" units="cm"/>
      <inkml:brushProperty name="color" value="#E71225"/>
    </inkml:brush>
  </inkml:definitions>
  <inkml:trace contextRef="#ctx0" brushRef="#br0">1 1 24575,'68'16'0,"-7"1"0,-14-9 0,-14 1 0,37 8 0,-43-10 0,20 2 0,-31-6 0,1-2 0,-4 2 0,-2 0 0,3-2 0,-3 2 0,3 0 0,13 9 0,-12-3 0,30 9 0,-30-10 0,32 4 0,-32-8 0,14 2 0,-21-6 0,5 0 0,-5 0 0,2 0 0,0 0 0,-2 0 0,5 0 0,-8-7 0,-2-7 0,-4 1 0,-2 0 0,3 10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6:29:08.048"/>
    </inkml:context>
    <inkml:brush xml:id="br0">
      <inkml:brushProperty name="width" value="0.35" units="cm"/>
      <inkml:brushProperty name="height" value="0.35" units="cm"/>
      <inkml:brushProperty name="color" value="#E71225"/>
    </inkml:brush>
  </inkml:definitions>
  <inkml:trace contextRef="#ctx0" brushRef="#br0">0 8 24575,'26'-4'0,"-3"1"0,-9 3 0,27 6-984,-14-4 0,15 5 0,-23-7 0,-4 0 0,25 0 0,-19 0 104,36 5 880,-23-4 983,16 5 0,1 0 0,-1-5 0,11 11-492,-9-7 1,1 0 491,10 8-540,-11-8 0,-4-1-443,-18 0 0,7 0 0,-16-3 0,-4 3 0,-7-4 0,-3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6:29:07.036"/>
    </inkml:context>
    <inkml:brush xml:id="br0">
      <inkml:brushProperty name="width" value="0.35" units="cm"/>
      <inkml:brushProperty name="height" value="0.35" units="cm"/>
      <inkml:brushProperty name="color" value="#E71225"/>
    </inkml:brush>
  </inkml:definitions>
  <inkml:trace contextRef="#ctx0" brushRef="#br0">0 0 24575,'23'0'0,"-3"0"0,-13 0 0,8 0 0,4 0 0,2 0 0,15 0 0,40 0 0,-15 0 0,-10 0 0,0 0 0,2 0 0,18 0 0,24 0 0,-35 0 0,14 0 0,-54 0 0,-9 0 0,2 3 0,-5-2 0,5 5 0,-2-2 0,3 6 0,6-1 0,1 2 0,1-3 0,-6-3 0,-8 1 0,-5-2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7-25T16:29:08.663"/>
    </inkml:context>
    <inkml:brush xml:id="br0">
      <inkml:brushProperty name="width" value="0.35" units="cm"/>
      <inkml:brushProperty name="height" value="0.35" units="cm"/>
      <inkml:brushProperty name="color" value="#E71225"/>
    </inkml:brush>
  </inkml:definitions>
  <inkml:trace contextRef="#ctx0" brushRef="#br0">1 1 24575,'42'13'0,"-2"-5"0,-3 1 0,3-7 0,11 3 0,9-5 0,-7 0 0,8 0 0,-21 0 0,-3 0 0,-15 0 0,-6 0 0,-9 0 0,-4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ACA2D73-2532-A640-A667-27AB4D0D333F}" type="datetimeFigureOut">
              <a:t>9/11/25</a:t>
            </a:fld>
            <a:endParaRPr lang="en-V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76FF3D1-0F45-2240-9B47-75654C02E24A}" type="slidenum">
              <a:t>‹#›</a:t>
            </a:fld>
            <a:endParaRPr lang="en-VN"/>
          </a:p>
        </p:txBody>
      </p:sp>
    </p:spTree>
    <p:extLst>
      <p:ext uri="{BB962C8B-B14F-4D97-AF65-F5344CB8AC3E}">
        <p14:creationId xmlns:p14="http://schemas.microsoft.com/office/powerpoint/2010/main" val="1971429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VN"/>
          </a:p>
        </p:txBody>
      </p:sp>
      <p:sp>
        <p:nvSpPr>
          <p:cNvPr id="4" name="Slide Number Placeholder 3"/>
          <p:cNvSpPr>
            <a:spLocks noGrp="1"/>
          </p:cNvSpPr>
          <p:nvPr>
            <p:ph type="sldNum" sz="quarter" idx="5"/>
          </p:nvPr>
        </p:nvSpPr>
        <p:spPr/>
        <p:txBody>
          <a:bodyPr/>
          <a:lstStyle/>
          <a:p>
            <a:fld id="{576FF3D1-0F45-2240-9B47-75654C02E24A}" type="slidenum">
              <a:t>2</a:t>
            </a:fld>
            <a:endParaRPr lang="en-VN"/>
          </a:p>
        </p:txBody>
      </p:sp>
    </p:spTree>
    <p:extLst>
      <p:ext uri="{BB962C8B-B14F-4D97-AF65-F5344CB8AC3E}">
        <p14:creationId xmlns:p14="http://schemas.microsoft.com/office/powerpoint/2010/main" val="28230818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D73E6-8C8A-342C-2A53-9AC6FFF74A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DD80B3-433A-89BA-6736-78A28D8196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C0FF4E-6E61-1130-3060-00D4AE66A5C1}"/>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9BBAD615-BD09-BE0F-044E-2587A1B3F9D1}"/>
              </a:ext>
            </a:extLst>
          </p:cNvPr>
          <p:cNvSpPr>
            <a:spLocks noGrp="1"/>
          </p:cNvSpPr>
          <p:nvPr>
            <p:ph type="sldNum" sz="quarter" idx="5"/>
          </p:nvPr>
        </p:nvSpPr>
        <p:spPr/>
        <p:txBody>
          <a:bodyPr/>
          <a:lstStyle/>
          <a:p>
            <a:fld id="{576FF3D1-0F45-2240-9B47-75654C02E24A}" type="slidenum">
              <a:t>3</a:t>
            </a:fld>
            <a:endParaRPr lang="en-VN"/>
          </a:p>
        </p:txBody>
      </p:sp>
    </p:spTree>
    <p:extLst>
      <p:ext uri="{BB962C8B-B14F-4D97-AF65-F5344CB8AC3E}">
        <p14:creationId xmlns:p14="http://schemas.microsoft.com/office/powerpoint/2010/main" val="3733184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5AE8B-50DC-62FF-C78A-183C02123D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905A47-97E2-5C57-4491-A99DB4772D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C56102-8E06-C60F-A903-24764FF93DE8}"/>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8F09367D-7FC2-DA28-4D09-C4D461ED44EE}"/>
              </a:ext>
            </a:extLst>
          </p:cNvPr>
          <p:cNvSpPr>
            <a:spLocks noGrp="1"/>
          </p:cNvSpPr>
          <p:nvPr>
            <p:ph type="sldNum" sz="quarter" idx="5"/>
          </p:nvPr>
        </p:nvSpPr>
        <p:spPr/>
        <p:txBody>
          <a:bodyPr/>
          <a:lstStyle/>
          <a:p>
            <a:fld id="{576FF3D1-0F45-2240-9B47-75654C02E24A}" type="slidenum">
              <a:t>4</a:t>
            </a:fld>
            <a:endParaRPr lang="en-VN"/>
          </a:p>
        </p:txBody>
      </p:sp>
    </p:spTree>
    <p:extLst>
      <p:ext uri="{BB962C8B-B14F-4D97-AF65-F5344CB8AC3E}">
        <p14:creationId xmlns:p14="http://schemas.microsoft.com/office/powerpoint/2010/main" val="35568192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63530-FF03-96D9-9838-D3020B4314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090156-ED5F-B4E4-C1C9-D7A67D79B4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9F24F7-6204-FCCF-16E7-00EDB25371A1}"/>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9CDD94EF-C94B-C00E-2D0F-996A4822C4BB}"/>
              </a:ext>
            </a:extLst>
          </p:cNvPr>
          <p:cNvSpPr>
            <a:spLocks noGrp="1"/>
          </p:cNvSpPr>
          <p:nvPr>
            <p:ph type="sldNum" sz="quarter" idx="5"/>
          </p:nvPr>
        </p:nvSpPr>
        <p:spPr/>
        <p:txBody>
          <a:bodyPr/>
          <a:lstStyle/>
          <a:p>
            <a:fld id="{576FF3D1-0F45-2240-9B47-75654C02E24A}" type="slidenum">
              <a:t>5</a:t>
            </a:fld>
            <a:endParaRPr lang="en-VN"/>
          </a:p>
        </p:txBody>
      </p:sp>
    </p:spTree>
    <p:extLst>
      <p:ext uri="{BB962C8B-B14F-4D97-AF65-F5344CB8AC3E}">
        <p14:creationId xmlns:p14="http://schemas.microsoft.com/office/powerpoint/2010/main" val="2128305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2E14D7-3492-078F-EBA7-3CF48E7F8F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51C61B-557C-7103-EE06-5899E526CA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341B17-F786-3337-D931-00B98AA36D3B}"/>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F9033CBE-3FE6-01FF-474B-8D0CBCCE625C}"/>
              </a:ext>
            </a:extLst>
          </p:cNvPr>
          <p:cNvSpPr>
            <a:spLocks noGrp="1"/>
          </p:cNvSpPr>
          <p:nvPr>
            <p:ph type="sldNum" sz="quarter" idx="5"/>
          </p:nvPr>
        </p:nvSpPr>
        <p:spPr/>
        <p:txBody>
          <a:bodyPr/>
          <a:lstStyle/>
          <a:p>
            <a:fld id="{576FF3D1-0F45-2240-9B47-75654C02E24A}" type="slidenum">
              <a:t>6</a:t>
            </a:fld>
            <a:endParaRPr lang="en-VN"/>
          </a:p>
        </p:txBody>
      </p:sp>
    </p:spTree>
    <p:extLst>
      <p:ext uri="{BB962C8B-B14F-4D97-AF65-F5344CB8AC3E}">
        <p14:creationId xmlns:p14="http://schemas.microsoft.com/office/powerpoint/2010/main" val="31310476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C19664-FDA9-11D0-BB70-1DD069E503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492C51-8D69-3BA0-17DF-2038FDD69B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FBF865-ABAC-AC85-0505-9D3DA2FC1130}"/>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1C2F02F5-896E-7C35-0B60-C34EDEC5FA32}"/>
              </a:ext>
            </a:extLst>
          </p:cNvPr>
          <p:cNvSpPr>
            <a:spLocks noGrp="1"/>
          </p:cNvSpPr>
          <p:nvPr>
            <p:ph type="sldNum" sz="quarter" idx="5"/>
          </p:nvPr>
        </p:nvSpPr>
        <p:spPr/>
        <p:txBody>
          <a:bodyPr/>
          <a:lstStyle/>
          <a:p>
            <a:fld id="{576FF3D1-0F45-2240-9B47-75654C02E24A}" type="slidenum">
              <a:t>7</a:t>
            </a:fld>
            <a:endParaRPr lang="en-VN"/>
          </a:p>
        </p:txBody>
      </p:sp>
    </p:spTree>
    <p:extLst>
      <p:ext uri="{BB962C8B-B14F-4D97-AF65-F5344CB8AC3E}">
        <p14:creationId xmlns:p14="http://schemas.microsoft.com/office/powerpoint/2010/main" val="7082713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377E40-9532-F42C-61AA-316A25F55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6C6C0B-A402-3FDA-E7D6-4E87133232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3FCE9A-F3B5-14FF-0510-858ABAC663BC}"/>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2106DE1C-7D52-9BF5-BA47-936660577BB9}"/>
              </a:ext>
            </a:extLst>
          </p:cNvPr>
          <p:cNvSpPr>
            <a:spLocks noGrp="1"/>
          </p:cNvSpPr>
          <p:nvPr>
            <p:ph type="sldNum" sz="quarter" idx="5"/>
          </p:nvPr>
        </p:nvSpPr>
        <p:spPr/>
        <p:txBody>
          <a:bodyPr/>
          <a:lstStyle/>
          <a:p>
            <a:fld id="{576FF3D1-0F45-2240-9B47-75654C02E24A}" type="slidenum">
              <a:t>8</a:t>
            </a:fld>
            <a:endParaRPr lang="en-VN"/>
          </a:p>
        </p:txBody>
      </p:sp>
    </p:spTree>
    <p:extLst>
      <p:ext uri="{BB962C8B-B14F-4D97-AF65-F5344CB8AC3E}">
        <p14:creationId xmlns:p14="http://schemas.microsoft.com/office/powerpoint/2010/main" val="11132469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828EFB-62BC-2C47-FC29-9F7C130B0B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43768B-9A80-A645-EFA9-ADEE2992DF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A7948F-01B1-B34B-F902-FB066A90FF52}"/>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E7208B2A-3380-0AB0-C236-86E72F0765FA}"/>
              </a:ext>
            </a:extLst>
          </p:cNvPr>
          <p:cNvSpPr>
            <a:spLocks noGrp="1"/>
          </p:cNvSpPr>
          <p:nvPr>
            <p:ph type="sldNum" sz="quarter" idx="5"/>
          </p:nvPr>
        </p:nvSpPr>
        <p:spPr/>
        <p:txBody>
          <a:bodyPr/>
          <a:lstStyle/>
          <a:p>
            <a:fld id="{576FF3D1-0F45-2240-9B47-75654C02E24A}" type="slidenum">
              <a:t>9</a:t>
            </a:fld>
            <a:endParaRPr lang="en-VN"/>
          </a:p>
        </p:txBody>
      </p:sp>
    </p:spTree>
    <p:extLst>
      <p:ext uri="{BB962C8B-B14F-4D97-AF65-F5344CB8AC3E}">
        <p14:creationId xmlns:p14="http://schemas.microsoft.com/office/powerpoint/2010/main" val="32090154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6D7614-6B82-3F2D-645A-418CEA2CA4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2E71A4-6F0F-DFDF-D752-761725183F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873457-B415-094A-41E1-B558AF2CDF44}"/>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21712234-A839-B9A2-BDBC-E56629A04475}"/>
              </a:ext>
            </a:extLst>
          </p:cNvPr>
          <p:cNvSpPr>
            <a:spLocks noGrp="1"/>
          </p:cNvSpPr>
          <p:nvPr>
            <p:ph type="sldNum" sz="quarter" idx="5"/>
          </p:nvPr>
        </p:nvSpPr>
        <p:spPr/>
        <p:txBody>
          <a:bodyPr/>
          <a:lstStyle/>
          <a:p>
            <a:fld id="{576FF3D1-0F45-2240-9B47-75654C02E24A}" type="slidenum">
              <a:t>10</a:t>
            </a:fld>
            <a:endParaRPr lang="en-VN"/>
          </a:p>
        </p:txBody>
      </p:sp>
    </p:spTree>
    <p:extLst>
      <p:ext uri="{BB962C8B-B14F-4D97-AF65-F5344CB8AC3E}">
        <p14:creationId xmlns:p14="http://schemas.microsoft.com/office/powerpoint/2010/main" val="28338273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84756D-AD33-558E-DF3C-352BD77336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F48A9A-ED25-C8D1-CD62-BAF93C7E3F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D41F95-DDB0-A402-26A5-946E344B32BD}"/>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F0CAF5B1-4B35-3480-ECC0-882CB584535A}"/>
              </a:ext>
            </a:extLst>
          </p:cNvPr>
          <p:cNvSpPr>
            <a:spLocks noGrp="1"/>
          </p:cNvSpPr>
          <p:nvPr>
            <p:ph type="sldNum" sz="quarter" idx="5"/>
          </p:nvPr>
        </p:nvSpPr>
        <p:spPr/>
        <p:txBody>
          <a:bodyPr/>
          <a:lstStyle/>
          <a:p>
            <a:fld id="{576FF3D1-0F45-2240-9B47-75654C02E24A}" type="slidenum">
              <a:t>11</a:t>
            </a:fld>
            <a:endParaRPr lang="en-VN"/>
          </a:p>
        </p:txBody>
      </p:sp>
    </p:spTree>
    <p:extLst>
      <p:ext uri="{BB962C8B-B14F-4D97-AF65-F5344CB8AC3E}">
        <p14:creationId xmlns:p14="http://schemas.microsoft.com/office/powerpoint/2010/main" val="24283118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2F6D3-47F7-2FC8-FD8B-4E5279F349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A039C7-0A68-01DD-7DD0-C0ADEA3BB1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09879D-D82C-3800-C3A0-05770FD594EE}"/>
              </a:ext>
            </a:extLst>
          </p:cNvPr>
          <p:cNvSpPr>
            <a:spLocks noGrp="1"/>
          </p:cNvSpPr>
          <p:nvPr>
            <p:ph type="body" idx="1"/>
          </p:nvPr>
        </p:nvSpPr>
        <p:spPr/>
        <p:txBody>
          <a:bodyPr/>
          <a:lstStyle/>
          <a:p>
            <a:r>
              <a:rPr lang="en-US"/>
              <a:t>NOTE 1: https://docs.oracle.com/javase/specs/jls/se17/html/jls-6.html#jls-6.3.2:~:text=a%20when%20false.-,6.3.2.%C2%A0Scope%20for%20Pattern%20Variables%20in%20Statements,-Only%20a%20few</a:t>
            </a:r>
            <a:endParaRPr lang="en-VN"/>
          </a:p>
        </p:txBody>
      </p:sp>
      <p:sp>
        <p:nvSpPr>
          <p:cNvPr id="4" name="Slide Number Placeholder 3">
            <a:extLst>
              <a:ext uri="{FF2B5EF4-FFF2-40B4-BE49-F238E27FC236}">
                <a16:creationId xmlns:a16="http://schemas.microsoft.com/office/drawing/2014/main" id="{E1F2EC07-80C9-78DE-F974-2EE25F39986B}"/>
              </a:ext>
            </a:extLst>
          </p:cNvPr>
          <p:cNvSpPr>
            <a:spLocks noGrp="1"/>
          </p:cNvSpPr>
          <p:nvPr>
            <p:ph type="sldNum" sz="quarter" idx="5"/>
          </p:nvPr>
        </p:nvSpPr>
        <p:spPr/>
        <p:txBody>
          <a:bodyPr/>
          <a:lstStyle/>
          <a:p>
            <a:fld id="{576FF3D1-0F45-2240-9B47-75654C02E24A}" type="slidenum">
              <a:t>12</a:t>
            </a:fld>
            <a:endParaRPr lang="en-VN"/>
          </a:p>
        </p:txBody>
      </p:sp>
    </p:spTree>
    <p:extLst>
      <p:ext uri="{BB962C8B-B14F-4D97-AF65-F5344CB8AC3E}">
        <p14:creationId xmlns:p14="http://schemas.microsoft.com/office/powerpoint/2010/main" val="247992153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5F840-D808-3CE4-3A72-5AE9D5EEB9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25029C-456E-A016-30A7-A04CF5854E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1A7ED5-E6EF-42BB-AD56-F2822815151A}"/>
              </a:ext>
            </a:extLst>
          </p:cNvPr>
          <p:cNvSpPr>
            <a:spLocks noGrp="1"/>
          </p:cNvSpPr>
          <p:nvPr>
            <p:ph type="body" idx="1"/>
          </p:nvPr>
        </p:nvSpPr>
        <p:spPr/>
        <p:txBody>
          <a:bodyPr/>
          <a:lstStyle/>
          <a:p>
            <a:r>
              <a:rPr lang="en-US"/>
              <a:t>NOTE 1: https://docs.oracle.com/javase/specs/jls/se17/html/jls-6.html#jls-6.3.2:~:text=a%20when%20false.-,6.3.2.%C2%A0Scope%20for%20Pattern%20Variables%20in%20Statements,-Only%20a%20few</a:t>
            </a:r>
            <a:endParaRPr lang="en-VN"/>
          </a:p>
        </p:txBody>
      </p:sp>
      <p:sp>
        <p:nvSpPr>
          <p:cNvPr id="4" name="Slide Number Placeholder 3">
            <a:extLst>
              <a:ext uri="{FF2B5EF4-FFF2-40B4-BE49-F238E27FC236}">
                <a16:creationId xmlns:a16="http://schemas.microsoft.com/office/drawing/2014/main" id="{496B529F-D75E-03E3-E94C-B4A9E721C3F9}"/>
              </a:ext>
            </a:extLst>
          </p:cNvPr>
          <p:cNvSpPr>
            <a:spLocks noGrp="1"/>
          </p:cNvSpPr>
          <p:nvPr>
            <p:ph type="sldNum" sz="quarter" idx="5"/>
          </p:nvPr>
        </p:nvSpPr>
        <p:spPr/>
        <p:txBody>
          <a:bodyPr/>
          <a:lstStyle/>
          <a:p>
            <a:fld id="{576FF3D1-0F45-2240-9B47-75654C02E24A}" type="slidenum">
              <a:t>13</a:t>
            </a:fld>
            <a:endParaRPr lang="en-VN"/>
          </a:p>
        </p:txBody>
      </p:sp>
    </p:spTree>
    <p:extLst>
      <p:ext uri="{BB962C8B-B14F-4D97-AF65-F5344CB8AC3E}">
        <p14:creationId xmlns:p14="http://schemas.microsoft.com/office/powerpoint/2010/main" val="276938538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44663A-7C5C-9B3C-EBAC-6B2EA5351F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625052-D9A4-7980-7FFD-0CAA6AD4DD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6C1DFE-1D2F-6FE8-E2AC-17916655DB39}"/>
              </a:ext>
            </a:extLst>
          </p:cNvPr>
          <p:cNvSpPr>
            <a:spLocks noGrp="1"/>
          </p:cNvSpPr>
          <p:nvPr>
            <p:ph type="body" idx="1"/>
          </p:nvPr>
        </p:nvSpPr>
        <p:spPr/>
        <p:txBody>
          <a:bodyPr/>
          <a:lstStyle/>
          <a:p>
            <a:r>
              <a:rPr lang="en-US"/>
              <a:t>NOTE 1: https://docs.oracle.com/javase/specs/jls/se17/html/jls-6.html#jls-6.3.2:~:text=a%20when%20false.-,6.3.2.%C2%A0Scope%20for%20Pattern%20Variables%20in%20Statements,-Only%20a%20few</a:t>
            </a:r>
            <a:endParaRPr lang="en-VN"/>
          </a:p>
        </p:txBody>
      </p:sp>
      <p:sp>
        <p:nvSpPr>
          <p:cNvPr id="4" name="Slide Number Placeholder 3">
            <a:extLst>
              <a:ext uri="{FF2B5EF4-FFF2-40B4-BE49-F238E27FC236}">
                <a16:creationId xmlns:a16="http://schemas.microsoft.com/office/drawing/2014/main" id="{1194872A-4ADC-5166-B49D-E1E2B7CA8FDD}"/>
              </a:ext>
            </a:extLst>
          </p:cNvPr>
          <p:cNvSpPr>
            <a:spLocks noGrp="1"/>
          </p:cNvSpPr>
          <p:nvPr>
            <p:ph type="sldNum" sz="quarter" idx="5"/>
          </p:nvPr>
        </p:nvSpPr>
        <p:spPr/>
        <p:txBody>
          <a:bodyPr/>
          <a:lstStyle/>
          <a:p>
            <a:fld id="{576FF3D1-0F45-2240-9B47-75654C02E24A}" type="slidenum">
              <a:t>14</a:t>
            </a:fld>
            <a:endParaRPr lang="en-VN"/>
          </a:p>
        </p:txBody>
      </p:sp>
    </p:spTree>
    <p:extLst>
      <p:ext uri="{BB962C8B-B14F-4D97-AF65-F5344CB8AC3E}">
        <p14:creationId xmlns:p14="http://schemas.microsoft.com/office/powerpoint/2010/main" val="305877635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2DBF0-F7E1-6AF5-F3A1-F100762F69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E19835-74EF-E48C-0FE0-5365454851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848EF6-4A4E-1AB0-8394-8C747637C492}"/>
              </a:ext>
            </a:extLst>
          </p:cNvPr>
          <p:cNvSpPr>
            <a:spLocks noGrp="1"/>
          </p:cNvSpPr>
          <p:nvPr>
            <p:ph type="body" idx="1"/>
          </p:nvPr>
        </p:nvSpPr>
        <p:spPr/>
        <p:txBody>
          <a:bodyPr/>
          <a:lstStyle/>
          <a:p>
            <a:r>
              <a:rPr lang="en-US"/>
              <a:t>NOTE 1: https://docs.oracle.com/javase/specs/jls/se17/html/jls-6.html#jls-6.3.2:~:text=a%20when%20false.-,6.3.2.%C2%A0Scope%20for%20Pattern%20Variables%20in%20Statements,-Only%20a%20few</a:t>
            </a:r>
            <a:endParaRPr lang="en-VN"/>
          </a:p>
        </p:txBody>
      </p:sp>
      <p:sp>
        <p:nvSpPr>
          <p:cNvPr id="4" name="Slide Number Placeholder 3">
            <a:extLst>
              <a:ext uri="{FF2B5EF4-FFF2-40B4-BE49-F238E27FC236}">
                <a16:creationId xmlns:a16="http://schemas.microsoft.com/office/drawing/2014/main" id="{62BFA170-8F65-9BE4-BC72-F61C256A5598}"/>
              </a:ext>
            </a:extLst>
          </p:cNvPr>
          <p:cNvSpPr>
            <a:spLocks noGrp="1"/>
          </p:cNvSpPr>
          <p:nvPr>
            <p:ph type="sldNum" sz="quarter" idx="5"/>
          </p:nvPr>
        </p:nvSpPr>
        <p:spPr/>
        <p:txBody>
          <a:bodyPr/>
          <a:lstStyle/>
          <a:p>
            <a:fld id="{576FF3D1-0F45-2240-9B47-75654C02E24A}" type="slidenum">
              <a:t>15</a:t>
            </a:fld>
            <a:endParaRPr lang="en-VN"/>
          </a:p>
        </p:txBody>
      </p:sp>
    </p:spTree>
    <p:extLst>
      <p:ext uri="{BB962C8B-B14F-4D97-AF65-F5344CB8AC3E}">
        <p14:creationId xmlns:p14="http://schemas.microsoft.com/office/powerpoint/2010/main" val="10612959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04E087-1B61-5DBD-D22C-42FD9DAED1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8DF9AA-A249-E0F5-8A80-CC47FB16C9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A36596-F572-8893-72B3-1B3BF58DF6D5}"/>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9E08C700-67C0-23A6-1F96-E2219BD3F747}"/>
              </a:ext>
            </a:extLst>
          </p:cNvPr>
          <p:cNvSpPr>
            <a:spLocks noGrp="1"/>
          </p:cNvSpPr>
          <p:nvPr>
            <p:ph type="sldNum" sz="quarter" idx="5"/>
          </p:nvPr>
        </p:nvSpPr>
        <p:spPr/>
        <p:txBody>
          <a:bodyPr/>
          <a:lstStyle/>
          <a:p>
            <a:fld id="{576FF3D1-0F45-2240-9B47-75654C02E24A}" type="slidenum">
              <a:t>16</a:t>
            </a:fld>
            <a:endParaRPr lang="en-VN"/>
          </a:p>
        </p:txBody>
      </p:sp>
    </p:spTree>
    <p:extLst>
      <p:ext uri="{BB962C8B-B14F-4D97-AF65-F5344CB8AC3E}">
        <p14:creationId xmlns:p14="http://schemas.microsoft.com/office/powerpoint/2010/main" val="279212273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5C5AB-64C1-2D27-48CD-C93CC2586A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F73284-10E7-6F62-7FE1-92DA4ED66C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B251CC-3873-C671-54FE-4F5609FDB1FD}"/>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0F5892F3-27EB-0E11-105B-30E8812056FE}"/>
              </a:ext>
            </a:extLst>
          </p:cNvPr>
          <p:cNvSpPr>
            <a:spLocks noGrp="1"/>
          </p:cNvSpPr>
          <p:nvPr>
            <p:ph type="sldNum" sz="quarter" idx="5"/>
          </p:nvPr>
        </p:nvSpPr>
        <p:spPr/>
        <p:txBody>
          <a:bodyPr/>
          <a:lstStyle/>
          <a:p>
            <a:fld id="{576FF3D1-0F45-2240-9B47-75654C02E24A}" type="slidenum">
              <a:t>17</a:t>
            </a:fld>
            <a:endParaRPr lang="en-VN"/>
          </a:p>
        </p:txBody>
      </p:sp>
    </p:spTree>
    <p:extLst>
      <p:ext uri="{BB962C8B-B14F-4D97-AF65-F5344CB8AC3E}">
        <p14:creationId xmlns:p14="http://schemas.microsoft.com/office/powerpoint/2010/main" val="29559614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B38359-2169-C25A-6D99-23824DFD15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921A10-76CF-D6BC-9990-E6AD4BC07B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8DB484-4CF7-87E0-1CD0-013649629368}"/>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C30FD5B9-8EE9-3342-F010-05A8D60A72D9}"/>
              </a:ext>
            </a:extLst>
          </p:cNvPr>
          <p:cNvSpPr>
            <a:spLocks noGrp="1"/>
          </p:cNvSpPr>
          <p:nvPr>
            <p:ph type="sldNum" sz="quarter" idx="5"/>
          </p:nvPr>
        </p:nvSpPr>
        <p:spPr/>
        <p:txBody>
          <a:bodyPr/>
          <a:lstStyle/>
          <a:p>
            <a:fld id="{576FF3D1-0F45-2240-9B47-75654C02E24A}" type="slidenum">
              <a:t>18</a:t>
            </a:fld>
            <a:endParaRPr lang="en-VN"/>
          </a:p>
        </p:txBody>
      </p:sp>
    </p:spTree>
    <p:extLst>
      <p:ext uri="{BB962C8B-B14F-4D97-AF65-F5344CB8AC3E}">
        <p14:creationId xmlns:p14="http://schemas.microsoft.com/office/powerpoint/2010/main" val="10654801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34F47F-17E3-6F7B-D42A-B5E27654E5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B32370-E5DD-4AFB-41AB-EC66B145D2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9A7E67-8E88-0A02-27CD-49902614CDCC}"/>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CB8FDCF6-A7A9-7639-32EE-AD6E39B7D003}"/>
              </a:ext>
            </a:extLst>
          </p:cNvPr>
          <p:cNvSpPr>
            <a:spLocks noGrp="1"/>
          </p:cNvSpPr>
          <p:nvPr>
            <p:ph type="sldNum" sz="quarter" idx="5"/>
          </p:nvPr>
        </p:nvSpPr>
        <p:spPr/>
        <p:txBody>
          <a:bodyPr/>
          <a:lstStyle/>
          <a:p>
            <a:fld id="{576FF3D1-0F45-2240-9B47-75654C02E24A}" type="slidenum">
              <a:t>19</a:t>
            </a:fld>
            <a:endParaRPr lang="en-VN"/>
          </a:p>
        </p:txBody>
      </p:sp>
    </p:spTree>
    <p:extLst>
      <p:ext uri="{BB962C8B-B14F-4D97-AF65-F5344CB8AC3E}">
        <p14:creationId xmlns:p14="http://schemas.microsoft.com/office/powerpoint/2010/main" val="154091623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486BF-C75A-F131-D707-F35C3B7364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695022-F170-AA5E-3AAF-3D6327BA14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2AA6C6-1CF0-F4AE-8633-9089241F591C}"/>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FB1533D0-3670-5064-2453-531B6035F811}"/>
              </a:ext>
            </a:extLst>
          </p:cNvPr>
          <p:cNvSpPr>
            <a:spLocks noGrp="1"/>
          </p:cNvSpPr>
          <p:nvPr>
            <p:ph type="sldNum" sz="quarter" idx="5"/>
          </p:nvPr>
        </p:nvSpPr>
        <p:spPr/>
        <p:txBody>
          <a:bodyPr/>
          <a:lstStyle/>
          <a:p>
            <a:fld id="{576FF3D1-0F45-2240-9B47-75654C02E24A}" type="slidenum">
              <a:t>20</a:t>
            </a:fld>
            <a:endParaRPr lang="en-VN"/>
          </a:p>
        </p:txBody>
      </p:sp>
    </p:spTree>
    <p:extLst>
      <p:ext uri="{BB962C8B-B14F-4D97-AF65-F5344CB8AC3E}">
        <p14:creationId xmlns:p14="http://schemas.microsoft.com/office/powerpoint/2010/main" val="87612443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36C856-402F-CD76-DC39-A508E6E37F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5E4381-2B74-78D4-E10B-6234DA882E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339669-9FC7-55B5-13E0-B31AECAFD0F5}"/>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19B822E0-67B9-BE6A-8CA4-F1CD5F29AB83}"/>
              </a:ext>
            </a:extLst>
          </p:cNvPr>
          <p:cNvSpPr>
            <a:spLocks noGrp="1"/>
          </p:cNvSpPr>
          <p:nvPr>
            <p:ph type="sldNum" sz="quarter" idx="5"/>
          </p:nvPr>
        </p:nvSpPr>
        <p:spPr/>
        <p:txBody>
          <a:bodyPr/>
          <a:lstStyle/>
          <a:p>
            <a:fld id="{576FF3D1-0F45-2240-9B47-75654C02E24A}" type="slidenum">
              <a:t>21</a:t>
            </a:fld>
            <a:endParaRPr lang="en-VN"/>
          </a:p>
        </p:txBody>
      </p:sp>
    </p:spTree>
    <p:extLst>
      <p:ext uri="{BB962C8B-B14F-4D97-AF65-F5344CB8AC3E}">
        <p14:creationId xmlns:p14="http://schemas.microsoft.com/office/powerpoint/2010/main" val="28210473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7DFC4F-53FE-780E-DD0F-7F176733DC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BBF4FD-4BC9-B929-66AB-A8D4C2B504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862B2A-2763-7A29-65FF-1550EFEB92DD}"/>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7DB71F12-599D-01D6-1C03-3D59B8960B3A}"/>
              </a:ext>
            </a:extLst>
          </p:cNvPr>
          <p:cNvSpPr>
            <a:spLocks noGrp="1"/>
          </p:cNvSpPr>
          <p:nvPr>
            <p:ph type="sldNum" sz="quarter" idx="5"/>
          </p:nvPr>
        </p:nvSpPr>
        <p:spPr/>
        <p:txBody>
          <a:bodyPr/>
          <a:lstStyle/>
          <a:p>
            <a:fld id="{576FF3D1-0F45-2240-9B47-75654C02E24A}" type="slidenum">
              <a:t>22</a:t>
            </a:fld>
            <a:endParaRPr lang="en-VN"/>
          </a:p>
        </p:txBody>
      </p:sp>
    </p:spTree>
    <p:extLst>
      <p:ext uri="{BB962C8B-B14F-4D97-AF65-F5344CB8AC3E}">
        <p14:creationId xmlns:p14="http://schemas.microsoft.com/office/powerpoint/2010/main" val="288527306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04353D-65F4-15FB-B084-A52F4ECCB9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638287-8F69-3B7A-A013-F246E93034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A221E4-8905-D047-BD9D-EAF5AFFFA442}"/>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4E74C9C0-3D63-D65B-2930-143B36B10459}"/>
              </a:ext>
            </a:extLst>
          </p:cNvPr>
          <p:cNvSpPr>
            <a:spLocks noGrp="1"/>
          </p:cNvSpPr>
          <p:nvPr>
            <p:ph type="sldNum" sz="quarter" idx="5"/>
          </p:nvPr>
        </p:nvSpPr>
        <p:spPr/>
        <p:txBody>
          <a:bodyPr/>
          <a:lstStyle/>
          <a:p>
            <a:fld id="{576FF3D1-0F45-2240-9B47-75654C02E24A}" type="slidenum">
              <a:t>23</a:t>
            </a:fld>
            <a:endParaRPr lang="en-VN"/>
          </a:p>
        </p:txBody>
      </p:sp>
    </p:spTree>
    <p:extLst>
      <p:ext uri="{BB962C8B-B14F-4D97-AF65-F5344CB8AC3E}">
        <p14:creationId xmlns:p14="http://schemas.microsoft.com/office/powerpoint/2010/main" val="134862304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4E21C-B075-2B5D-2851-5A0DCB2F61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873B09-EF50-2A5B-D603-1D73A017BC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A993B8-940F-94CB-743E-4751EE8AE9FE}"/>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715DFCDC-470E-BD8D-AF68-5352E73D1DD8}"/>
              </a:ext>
            </a:extLst>
          </p:cNvPr>
          <p:cNvSpPr>
            <a:spLocks noGrp="1"/>
          </p:cNvSpPr>
          <p:nvPr>
            <p:ph type="sldNum" sz="quarter" idx="5"/>
          </p:nvPr>
        </p:nvSpPr>
        <p:spPr/>
        <p:txBody>
          <a:bodyPr/>
          <a:lstStyle/>
          <a:p>
            <a:fld id="{576FF3D1-0F45-2240-9B47-75654C02E24A}" type="slidenum">
              <a:t>24</a:t>
            </a:fld>
            <a:endParaRPr lang="en-VN"/>
          </a:p>
        </p:txBody>
      </p:sp>
    </p:spTree>
    <p:extLst>
      <p:ext uri="{BB962C8B-B14F-4D97-AF65-F5344CB8AC3E}">
        <p14:creationId xmlns:p14="http://schemas.microsoft.com/office/powerpoint/2010/main" val="371947580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B6AD16-B9A3-8840-8641-B19172F601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219D20-4E73-239D-F508-68B0E8C938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AFA11C-BD61-5F52-CAE2-8A73C19223CE}"/>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6582DE54-9FC7-3D86-5F30-38B1F55B85F8}"/>
              </a:ext>
            </a:extLst>
          </p:cNvPr>
          <p:cNvSpPr>
            <a:spLocks noGrp="1"/>
          </p:cNvSpPr>
          <p:nvPr>
            <p:ph type="sldNum" sz="quarter" idx="5"/>
          </p:nvPr>
        </p:nvSpPr>
        <p:spPr/>
        <p:txBody>
          <a:bodyPr/>
          <a:lstStyle/>
          <a:p>
            <a:fld id="{576FF3D1-0F45-2240-9B47-75654C02E24A}" type="slidenum">
              <a:t>25</a:t>
            </a:fld>
            <a:endParaRPr lang="en-VN"/>
          </a:p>
        </p:txBody>
      </p:sp>
    </p:spTree>
    <p:extLst>
      <p:ext uri="{BB962C8B-B14F-4D97-AF65-F5344CB8AC3E}">
        <p14:creationId xmlns:p14="http://schemas.microsoft.com/office/powerpoint/2010/main" val="357067905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4C32CC-B5E0-CD70-C338-9C709F1802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2BF8FB-9A00-D7EC-7CCC-A67776B350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FCF8FE-30A8-2BE1-3FB0-9905E171F8C4}"/>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A93C0C9E-325C-E115-A011-F45D31DD251E}"/>
              </a:ext>
            </a:extLst>
          </p:cNvPr>
          <p:cNvSpPr>
            <a:spLocks noGrp="1"/>
          </p:cNvSpPr>
          <p:nvPr>
            <p:ph type="sldNum" sz="quarter" idx="5"/>
          </p:nvPr>
        </p:nvSpPr>
        <p:spPr/>
        <p:txBody>
          <a:bodyPr/>
          <a:lstStyle/>
          <a:p>
            <a:fld id="{576FF3D1-0F45-2240-9B47-75654C02E24A}" type="slidenum">
              <a:t>26</a:t>
            </a:fld>
            <a:endParaRPr lang="en-VN"/>
          </a:p>
        </p:txBody>
      </p:sp>
    </p:spTree>
    <p:extLst>
      <p:ext uri="{BB962C8B-B14F-4D97-AF65-F5344CB8AC3E}">
        <p14:creationId xmlns:p14="http://schemas.microsoft.com/office/powerpoint/2010/main" val="176262151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ACC3B4-103B-44C0-EE93-A31ECB2A63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D7B8B1-9106-E5CC-E31A-8F543F12E1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FC6EE3-1739-FA41-CFB4-4A09970B4045}"/>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1AC421ED-58E8-2462-4393-1001AF2FE7CC}"/>
              </a:ext>
            </a:extLst>
          </p:cNvPr>
          <p:cNvSpPr>
            <a:spLocks noGrp="1"/>
          </p:cNvSpPr>
          <p:nvPr>
            <p:ph type="sldNum" sz="quarter" idx="5"/>
          </p:nvPr>
        </p:nvSpPr>
        <p:spPr/>
        <p:txBody>
          <a:bodyPr/>
          <a:lstStyle/>
          <a:p>
            <a:fld id="{576FF3D1-0F45-2240-9B47-75654C02E24A}" type="slidenum">
              <a:t>27</a:t>
            </a:fld>
            <a:endParaRPr lang="en-VN"/>
          </a:p>
        </p:txBody>
      </p:sp>
    </p:spTree>
    <p:extLst>
      <p:ext uri="{BB962C8B-B14F-4D97-AF65-F5344CB8AC3E}">
        <p14:creationId xmlns:p14="http://schemas.microsoft.com/office/powerpoint/2010/main" val="331404338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C56843-8D26-28C3-C1E3-9D200BEADD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B210FC-A4D1-4386-FBE2-E428094B9E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84112A-8D8B-B71B-6A19-DD1146FFCC4E}"/>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52F05FB0-AD5B-2D6E-AD13-90010317F3FD}"/>
              </a:ext>
            </a:extLst>
          </p:cNvPr>
          <p:cNvSpPr>
            <a:spLocks noGrp="1"/>
          </p:cNvSpPr>
          <p:nvPr>
            <p:ph type="sldNum" sz="quarter" idx="5"/>
          </p:nvPr>
        </p:nvSpPr>
        <p:spPr/>
        <p:txBody>
          <a:bodyPr/>
          <a:lstStyle/>
          <a:p>
            <a:fld id="{576FF3D1-0F45-2240-9B47-75654C02E24A}" type="slidenum">
              <a:t>28</a:t>
            </a:fld>
            <a:endParaRPr lang="en-VN"/>
          </a:p>
        </p:txBody>
      </p:sp>
    </p:spTree>
    <p:extLst>
      <p:ext uri="{BB962C8B-B14F-4D97-AF65-F5344CB8AC3E}">
        <p14:creationId xmlns:p14="http://schemas.microsoft.com/office/powerpoint/2010/main" val="159153526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2733CF-EFF5-FB2D-95D5-B4F211A691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95094E-4EAC-AC03-16DA-FE8E4666EC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7CAEC0-C809-3262-D3C9-CA3E9C3E680E}"/>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B3035AAA-FD76-D162-9A32-0FA434F0E87B}"/>
              </a:ext>
            </a:extLst>
          </p:cNvPr>
          <p:cNvSpPr>
            <a:spLocks noGrp="1"/>
          </p:cNvSpPr>
          <p:nvPr>
            <p:ph type="sldNum" sz="quarter" idx="5"/>
          </p:nvPr>
        </p:nvSpPr>
        <p:spPr/>
        <p:txBody>
          <a:bodyPr/>
          <a:lstStyle/>
          <a:p>
            <a:fld id="{576FF3D1-0F45-2240-9B47-75654C02E24A}" type="slidenum">
              <a:t>29</a:t>
            </a:fld>
            <a:endParaRPr lang="en-VN"/>
          </a:p>
        </p:txBody>
      </p:sp>
    </p:spTree>
    <p:extLst>
      <p:ext uri="{BB962C8B-B14F-4D97-AF65-F5344CB8AC3E}">
        <p14:creationId xmlns:p14="http://schemas.microsoft.com/office/powerpoint/2010/main" val="198418830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4293D2-3BD3-F250-3578-BADFE32B5E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7F398F-5BA1-963A-9601-5D94B363B4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8C2C2B-D20C-1D97-3F9C-16F99789471F}"/>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F3F143AD-6F63-FF88-01C3-0E8DDEF683EF}"/>
              </a:ext>
            </a:extLst>
          </p:cNvPr>
          <p:cNvSpPr>
            <a:spLocks noGrp="1"/>
          </p:cNvSpPr>
          <p:nvPr>
            <p:ph type="sldNum" sz="quarter" idx="5"/>
          </p:nvPr>
        </p:nvSpPr>
        <p:spPr/>
        <p:txBody>
          <a:bodyPr/>
          <a:lstStyle/>
          <a:p>
            <a:fld id="{576FF3D1-0F45-2240-9B47-75654C02E24A}" type="slidenum">
              <a:t>30</a:t>
            </a:fld>
            <a:endParaRPr lang="en-VN"/>
          </a:p>
        </p:txBody>
      </p:sp>
    </p:spTree>
    <p:extLst>
      <p:ext uri="{BB962C8B-B14F-4D97-AF65-F5344CB8AC3E}">
        <p14:creationId xmlns:p14="http://schemas.microsoft.com/office/powerpoint/2010/main" val="23847406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6249E1-0E79-E426-382D-1B1213C504B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2742DB0-874D-573A-FAF5-E1E1B504C80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497BD1B-AB8B-B662-20BA-8EFCDD6613B2}"/>
              </a:ext>
            </a:extLst>
          </p:cNvPr>
          <p:cNvSpPr>
            <a:spLocks noGrp="1"/>
          </p:cNvSpPr>
          <p:nvPr>
            <p:ph type="dt" sz="half" idx="10"/>
          </p:nvPr>
        </p:nvSpPr>
        <p:spPr/>
        <p:txBody>
          <a:bodyPr/>
          <a:lstStyle/>
          <a:p>
            <a:fld id="{BAA8DE05-51EE-4692-B197-877FA1DAAAED}" type="datetimeFigureOut">
              <a:rPr lang="en-US" smtClean="0"/>
              <a:t>11/9/25</a:t>
            </a:fld>
            <a:endParaRPr lang="en-US"/>
          </a:p>
        </p:txBody>
      </p:sp>
      <p:sp>
        <p:nvSpPr>
          <p:cNvPr id="5" name="Footer Placeholder 4">
            <a:extLst>
              <a:ext uri="{FF2B5EF4-FFF2-40B4-BE49-F238E27FC236}">
                <a16:creationId xmlns:a16="http://schemas.microsoft.com/office/drawing/2014/main" id="{162332DA-B328-C938-C5CC-150A884B99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9092F4-C033-8786-943E-2AE1C3273771}"/>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4008993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857693-B66D-3FF6-66FB-B2B66B9B591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B5D8C97-B2D4-9D9C-F7A8-115F22C5AB6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BBC4265-6111-645E-966E-B831FDA6AFE9}"/>
              </a:ext>
            </a:extLst>
          </p:cNvPr>
          <p:cNvSpPr>
            <a:spLocks noGrp="1"/>
          </p:cNvSpPr>
          <p:nvPr>
            <p:ph type="dt" sz="half" idx="10"/>
          </p:nvPr>
        </p:nvSpPr>
        <p:spPr/>
        <p:txBody>
          <a:bodyPr/>
          <a:lstStyle/>
          <a:p>
            <a:fld id="{BAA8DE05-51EE-4692-B197-877FA1DAAAED}" type="datetimeFigureOut">
              <a:rPr lang="en-US" smtClean="0"/>
              <a:t>11/9/25</a:t>
            </a:fld>
            <a:endParaRPr lang="en-US"/>
          </a:p>
        </p:txBody>
      </p:sp>
      <p:sp>
        <p:nvSpPr>
          <p:cNvPr id="5" name="Footer Placeholder 4">
            <a:extLst>
              <a:ext uri="{FF2B5EF4-FFF2-40B4-BE49-F238E27FC236}">
                <a16:creationId xmlns:a16="http://schemas.microsoft.com/office/drawing/2014/main" id="{F7DE0A0A-A8A5-760E-E5D5-68A445A8496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F0C847C-376C-028A-DCDA-F438CA4C2E0A}"/>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12194842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C51A4A-1448-BFB4-783B-B383569CF65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A4B3B29-C6AF-4859-0D81-048A8D8E7FD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448660D-702B-4436-92F0-7E362647F91F}"/>
              </a:ext>
            </a:extLst>
          </p:cNvPr>
          <p:cNvSpPr>
            <a:spLocks noGrp="1"/>
          </p:cNvSpPr>
          <p:nvPr>
            <p:ph type="dt" sz="half" idx="10"/>
          </p:nvPr>
        </p:nvSpPr>
        <p:spPr/>
        <p:txBody>
          <a:bodyPr/>
          <a:lstStyle/>
          <a:p>
            <a:fld id="{BAA8DE05-51EE-4692-B197-877FA1DAAAED}" type="datetimeFigureOut">
              <a:rPr lang="en-US" smtClean="0"/>
              <a:t>11/9/25</a:t>
            </a:fld>
            <a:endParaRPr lang="en-US"/>
          </a:p>
        </p:txBody>
      </p:sp>
      <p:sp>
        <p:nvSpPr>
          <p:cNvPr id="5" name="Footer Placeholder 4">
            <a:extLst>
              <a:ext uri="{FF2B5EF4-FFF2-40B4-BE49-F238E27FC236}">
                <a16:creationId xmlns:a16="http://schemas.microsoft.com/office/drawing/2014/main" id="{F121AB1F-50DC-799D-662D-6ABE6F9CF69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93C0759-C06B-BD43-A867-64E4943CB975}"/>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688523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39B286-E109-DF56-3354-9EBB9B5AD3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5FBA1BC-FD2E-EC48-7F3D-EAE382EF64E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981FB9B-4CC0-59F3-79CE-50BDB1CF57A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2B6D12A-6B6F-D96F-E37E-60E80B018217}"/>
              </a:ext>
            </a:extLst>
          </p:cNvPr>
          <p:cNvSpPr>
            <a:spLocks noGrp="1"/>
          </p:cNvSpPr>
          <p:nvPr>
            <p:ph type="dt" sz="half" idx="10"/>
          </p:nvPr>
        </p:nvSpPr>
        <p:spPr/>
        <p:txBody>
          <a:bodyPr/>
          <a:lstStyle/>
          <a:p>
            <a:fld id="{BAA8DE05-51EE-4692-B197-877FA1DAAAED}" type="datetimeFigureOut">
              <a:rPr lang="en-US" smtClean="0"/>
              <a:t>11/9/25</a:t>
            </a:fld>
            <a:endParaRPr lang="en-US"/>
          </a:p>
        </p:txBody>
      </p:sp>
      <p:sp>
        <p:nvSpPr>
          <p:cNvPr id="6" name="Footer Placeholder 5">
            <a:extLst>
              <a:ext uri="{FF2B5EF4-FFF2-40B4-BE49-F238E27FC236}">
                <a16:creationId xmlns:a16="http://schemas.microsoft.com/office/drawing/2014/main" id="{6EAB1D1D-9984-1BE0-A9AE-482E21A1F42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DA9D570-A79C-057C-6355-694323D92B89}"/>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41222527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A92E31-2F30-2FBC-B963-E9A07AEB336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2ECD35A-8B39-BC77-3C19-54035D89035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F408F13-7339-18A8-8571-F9F2D867715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5A57706-1749-9278-F728-58B990AE4EA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634423B-8211-534A-22EC-BE8E0E770E2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759B804-1DE5-9C35-6F81-3A293D1A90F7}"/>
              </a:ext>
            </a:extLst>
          </p:cNvPr>
          <p:cNvSpPr>
            <a:spLocks noGrp="1"/>
          </p:cNvSpPr>
          <p:nvPr>
            <p:ph type="dt" sz="half" idx="10"/>
          </p:nvPr>
        </p:nvSpPr>
        <p:spPr/>
        <p:txBody>
          <a:bodyPr/>
          <a:lstStyle/>
          <a:p>
            <a:fld id="{BAA8DE05-51EE-4692-B197-877FA1DAAAED}" type="datetimeFigureOut">
              <a:rPr lang="en-US" smtClean="0"/>
              <a:t>11/9/25</a:t>
            </a:fld>
            <a:endParaRPr lang="en-US"/>
          </a:p>
        </p:txBody>
      </p:sp>
      <p:sp>
        <p:nvSpPr>
          <p:cNvPr id="8" name="Footer Placeholder 7">
            <a:extLst>
              <a:ext uri="{FF2B5EF4-FFF2-40B4-BE49-F238E27FC236}">
                <a16:creationId xmlns:a16="http://schemas.microsoft.com/office/drawing/2014/main" id="{171D4FF6-84CE-0494-D968-CE07AA6D33C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8568B0D-5839-7A38-CE68-9BEFDA69F38E}"/>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37057686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D6FDC7-1509-15E3-FC6B-805EA76BD5F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E55E65-38EA-9E43-0C6D-EB82CBCB3444}"/>
              </a:ext>
            </a:extLst>
          </p:cNvPr>
          <p:cNvSpPr>
            <a:spLocks noGrp="1"/>
          </p:cNvSpPr>
          <p:nvPr>
            <p:ph type="dt" sz="half" idx="10"/>
          </p:nvPr>
        </p:nvSpPr>
        <p:spPr/>
        <p:txBody>
          <a:bodyPr/>
          <a:lstStyle/>
          <a:p>
            <a:fld id="{BAA8DE05-51EE-4692-B197-877FA1DAAAED}" type="datetimeFigureOut">
              <a:rPr lang="en-US" smtClean="0"/>
              <a:t>11/9/25</a:t>
            </a:fld>
            <a:endParaRPr lang="en-US"/>
          </a:p>
        </p:txBody>
      </p:sp>
      <p:sp>
        <p:nvSpPr>
          <p:cNvPr id="4" name="Footer Placeholder 3">
            <a:extLst>
              <a:ext uri="{FF2B5EF4-FFF2-40B4-BE49-F238E27FC236}">
                <a16:creationId xmlns:a16="http://schemas.microsoft.com/office/drawing/2014/main" id="{01EC6B55-0201-1312-335A-069E8331FA8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0DA86EF-5BE7-951E-E1F1-DB496365FBE5}"/>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2919215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6377714-1AE4-D06D-041E-70C6F3BE0678}"/>
              </a:ext>
            </a:extLst>
          </p:cNvPr>
          <p:cNvSpPr>
            <a:spLocks noGrp="1"/>
          </p:cNvSpPr>
          <p:nvPr>
            <p:ph type="dt" sz="half" idx="10"/>
          </p:nvPr>
        </p:nvSpPr>
        <p:spPr/>
        <p:txBody>
          <a:bodyPr/>
          <a:lstStyle/>
          <a:p>
            <a:fld id="{BAA8DE05-51EE-4692-B197-877FA1DAAAED}" type="datetimeFigureOut">
              <a:rPr lang="en-US" smtClean="0"/>
              <a:t>11/9/25</a:t>
            </a:fld>
            <a:endParaRPr lang="en-US"/>
          </a:p>
        </p:txBody>
      </p:sp>
      <p:sp>
        <p:nvSpPr>
          <p:cNvPr id="3" name="Footer Placeholder 2">
            <a:extLst>
              <a:ext uri="{FF2B5EF4-FFF2-40B4-BE49-F238E27FC236}">
                <a16:creationId xmlns:a16="http://schemas.microsoft.com/office/drawing/2014/main" id="{964B493B-9D46-0485-1C7C-EC89D1B99D0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FC5D092-CD68-93A5-D410-D8D9F0F32E3B}"/>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8448892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1A8FCC-59F7-002F-887A-3AE9E3CA33B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25E3BF3-66ED-D5F7-4D10-42A1711BC24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BF1EEA8-D320-6867-9BA6-758966E3F60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E5F5B38-62A1-CE82-8A74-5434C0A4131B}"/>
              </a:ext>
            </a:extLst>
          </p:cNvPr>
          <p:cNvSpPr>
            <a:spLocks noGrp="1"/>
          </p:cNvSpPr>
          <p:nvPr>
            <p:ph type="dt" sz="half" idx="10"/>
          </p:nvPr>
        </p:nvSpPr>
        <p:spPr/>
        <p:txBody>
          <a:bodyPr/>
          <a:lstStyle/>
          <a:p>
            <a:fld id="{BAA8DE05-51EE-4692-B197-877FA1DAAAED}" type="datetimeFigureOut">
              <a:rPr lang="en-US" smtClean="0"/>
              <a:t>11/9/25</a:t>
            </a:fld>
            <a:endParaRPr lang="en-US"/>
          </a:p>
        </p:txBody>
      </p:sp>
      <p:sp>
        <p:nvSpPr>
          <p:cNvPr id="6" name="Footer Placeholder 5">
            <a:extLst>
              <a:ext uri="{FF2B5EF4-FFF2-40B4-BE49-F238E27FC236}">
                <a16:creationId xmlns:a16="http://schemas.microsoft.com/office/drawing/2014/main" id="{B65B5D93-06AF-21CA-460C-74E6E8B24F4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255CCB2-2362-5C44-3188-75821D5703EB}"/>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42475082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2FF888-87D6-FE2D-6CB5-C363685D34F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54AE296-04DC-6316-72BF-93486EDBC0B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45E4AC3-BDF1-C463-09B8-B7AACAA77E0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E38EDC2-B5DC-02FD-C84A-A77A922DA504}"/>
              </a:ext>
            </a:extLst>
          </p:cNvPr>
          <p:cNvSpPr>
            <a:spLocks noGrp="1"/>
          </p:cNvSpPr>
          <p:nvPr>
            <p:ph type="dt" sz="half" idx="10"/>
          </p:nvPr>
        </p:nvSpPr>
        <p:spPr/>
        <p:txBody>
          <a:bodyPr/>
          <a:lstStyle/>
          <a:p>
            <a:fld id="{BAA8DE05-51EE-4692-B197-877FA1DAAAED}" type="datetimeFigureOut">
              <a:rPr lang="en-US" smtClean="0"/>
              <a:t>11/9/25</a:t>
            </a:fld>
            <a:endParaRPr lang="en-US"/>
          </a:p>
        </p:txBody>
      </p:sp>
      <p:sp>
        <p:nvSpPr>
          <p:cNvPr id="6" name="Footer Placeholder 5">
            <a:extLst>
              <a:ext uri="{FF2B5EF4-FFF2-40B4-BE49-F238E27FC236}">
                <a16:creationId xmlns:a16="http://schemas.microsoft.com/office/drawing/2014/main" id="{3193FCE8-2ECF-C3F9-9FBA-7159C1FE7AE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C2C1A29-C80D-1CF9-8B56-52DE889EC456}"/>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4771298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4605A-C9D9-3FEE-4AD7-93E29ECE6F3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6640FCE-C444-FED9-4D9B-911BEFE9A1E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3DA9C4A-29FB-8709-12DA-C4B70DE854EC}"/>
              </a:ext>
            </a:extLst>
          </p:cNvPr>
          <p:cNvSpPr>
            <a:spLocks noGrp="1"/>
          </p:cNvSpPr>
          <p:nvPr>
            <p:ph type="dt" sz="half" idx="10"/>
          </p:nvPr>
        </p:nvSpPr>
        <p:spPr/>
        <p:txBody>
          <a:bodyPr/>
          <a:lstStyle/>
          <a:p>
            <a:fld id="{BAA8DE05-51EE-4692-B197-877FA1DAAAED}" type="datetimeFigureOut">
              <a:rPr lang="en-US" smtClean="0"/>
              <a:t>11/9/25</a:t>
            </a:fld>
            <a:endParaRPr lang="en-US"/>
          </a:p>
        </p:txBody>
      </p:sp>
      <p:sp>
        <p:nvSpPr>
          <p:cNvPr id="5" name="Footer Placeholder 4">
            <a:extLst>
              <a:ext uri="{FF2B5EF4-FFF2-40B4-BE49-F238E27FC236}">
                <a16:creationId xmlns:a16="http://schemas.microsoft.com/office/drawing/2014/main" id="{FDDD6E77-31D8-44C9-8C00-C85B1FBD586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6B131BB-31B3-265D-7085-74DC5991AAE9}"/>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7753209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307958B-44E0-1781-BCCB-A1EADD44A0D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ACEE1AC-BA82-4227-EF6E-CD4C9452815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E04FCB6-CEB8-F8B1-0ACF-D57EE7B35017}"/>
              </a:ext>
            </a:extLst>
          </p:cNvPr>
          <p:cNvSpPr>
            <a:spLocks noGrp="1"/>
          </p:cNvSpPr>
          <p:nvPr>
            <p:ph type="dt" sz="half" idx="10"/>
          </p:nvPr>
        </p:nvSpPr>
        <p:spPr/>
        <p:txBody>
          <a:bodyPr/>
          <a:lstStyle/>
          <a:p>
            <a:fld id="{BAA8DE05-51EE-4692-B197-877FA1DAAAED}" type="datetimeFigureOut">
              <a:rPr lang="en-US" smtClean="0"/>
              <a:t>11/9/25</a:t>
            </a:fld>
            <a:endParaRPr lang="en-US"/>
          </a:p>
        </p:txBody>
      </p:sp>
      <p:sp>
        <p:nvSpPr>
          <p:cNvPr id="5" name="Footer Placeholder 4">
            <a:extLst>
              <a:ext uri="{FF2B5EF4-FFF2-40B4-BE49-F238E27FC236}">
                <a16:creationId xmlns:a16="http://schemas.microsoft.com/office/drawing/2014/main" id="{EC264267-9C54-4B02-8EEA-5CA8914115B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B2CB251-E39D-B765-D0D9-DD43E8D38D45}"/>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9869430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BC09D87-B60C-2F4C-DA19-BB04307F55A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B374F2-0FF1-114D-5529-1A4E2366511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66FAB11-252C-AF3A-1868-D64F46A9390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AA8DE05-51EE-4692-B197-877FA1DAAAED}" type="datetimeFigureOut">
              <a:rPr lang="en-US" smtClean="0"/>
              <a:t>11/9/25</a:t>
            </a:fld>
            <a:endParaRPr lang="en-US"/>
          </a:p>
        </p:txBody>
      </p:sp>
      <p:sp>
        <p:nvSpPr>
          <p:cNvPr id="5" name="Footer Placeholder 4">
            <a:extLst>
              <a:ext uri="{FF2B5EF4-FFF2-40B4-BE49-F238E27FC236}">
                <a16:creationId xmlns:a16="http://schemas.microsoft.com/office/drawing/2014/main" id="{E54987AE-9E20-DF1B-0ECB-89583BCE60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BB754B6-F244-E0B6-9D65-0E3B11C5457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572391D-08EA-4D13-AA34-90E6B0650B1C}" type="slidenum">
              <a:rPr lang="en-US" smtClean="0"/>
              <a:t>‹#›</a:t>
            </a:fld>
            <a:endParaRPr lang="en-US"/>
          </a:p>
        </p:txBody>
      </p:sp>
    </p:spTree>
    <p:extLst>
      <p:ext uri="{BB962C8B-B14F-4D97-AF65-F5344CB8AC3E}">
        <p14:creationId xmlns:p14="http://schemas.microsoft.com/office/powerpoint/2010/main" val="7048041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customXml" Target="../ink/ink3.xml"/><Relationship Id="rId3" Type="http://schemas.openxmlformats.org/officeDocument/2006/relationships/image" Target="../media/image2.png"/><Relationship Id="rId7"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customXml" Target="../ink/ink2.xml"/><Relationship Id="rId11" Type="http://schemas.openxmlformats.org/officeDocument/2006/relationships/image" Target="../media/image6.png"/><Relationship Id="rId5" Type="http://schemas.openxmlformats.org/officeDocument/2006/relationships/image" Target="../media/image3.png"/><Relationship Id="rId10" Type="http://schemas.openxmlformats.org/officeDocument/2006/relationships/customXml" Target="../ink/ink4.xml"/><Relationship Id="rId4" Type="http://schemas.openxmlformats.org/officeDocument/2006/relationships/customXml" Target="../ink/ink1.xml"/><Relationship Id="rId9" Type="http://schemas.openxmlformats.org/officeDocument/2006/relationships/image" Target="../media/image5.png"/></Relationships>
</file>

<file path=ppt/slides/_rels/slide4.xml.rels><?xml version="1.0" encoding="UTF-8" standalone="yes"?>
<Relationships xmlns="http://schemas.openxmlformats.org/package/2006/relationships"><Relationship Id="rId13" Type="http://schemas.openxmlformats.org/officeDocument/2006/relationships/image" Target="../media/image12.png"/><Relationship Id="rId18" Type="http://schemas.openxmlformats.org/officeDocument/2006/relationships/customXml" Target="../ink/ink12.xml"/><Relationship Id="rId26" Type="http://schemas.openxmlformats.org/officeDocument/2006/relationships/customXml" Target="../ink/ink16.xml"/><Relationship Id="rId3" Type="http://schemas.openxmlformats.org/officeDocument/2006/relationships/image" Target="../media/image7.png"/><Relationship Id="rId21" Type="http://schemas.openxmlformats.org/officeDocument/2006/relationships/image" Target="../media/image16.png"/><Relationship Id="rId34" Type="http://schemas.openxmlformats.org/officeDocument/2006/relationships/customXml" Target="../ink/ink20.xml"/><Relationship Id="rId7" Type="http://schemas.openxmlformats.org/officeDocument/2006/relationships/image" Target="../media/image9.png"/><Relationship Id="rId12" Type="http://schemas.openxmlformats.org/officeDocument/2006/relationships/customXml" Target="../ink/ink9.xml"/><Relationship Id="rId17" Type="http://schemas.openxmlformats.org/officeDocument/2006/relationships/image" Target="../media/image14.png"/><Relationship Id="rId25" Type="http://schemas.openxmlformats.org/officeDocument/2006/relationships/image" Target="../media/image18.png"/><Relationship Id="rId33" Type="http://schemas.openxmlformats.org/officeDocument/2006/relationships/image" Target="../media/image22.png"/><Relationship Id="rId2" Type="http://schemas.openxmlformats.org/officeDocument/2006/relationships/notesSlide" Target="../notesSlides/notesSlide3.xml"/><Relationship Id="rId16" Type="http://schemas.openxmlformats.org/officeDocument/2006/relationships/customXml" Target="../ink/ink11.xml"/><Relationship Id="rId20" Type="http://schemas.openxmlformats.org/officeDocument/2006/relationships/customXml" Target="../ink/ink13.xml"/><Relationship Id="rId29" Type="http://schemas.openxmlformats.org/officeDocument/2006/relationships/image" Target="../media/image20.png"/><Relationship Id="rId1" Type="http://schemas.openxmlformats.org/officeDocument/2006/relationships/slideLayout" Target="../slideLayouts/slideLayout1.xml"/><Relationship Id="rId6" Type="http://schemas.openxmlformats.org/officeDocument/2006/relationships/customXml" Target="../ink/ink6.xml"/><Relationship Id="rId11" Type="http://schemas.openxmlformats.org/officeDocument/2006/relationships/image" Target="../media/image11.png"/><Relationship Id="rId24" Type="http://schemas.openxmlformats.org/officeDocument/2006/relationships/customXml" Target="../ink/ink15.xml"/><Relationship Id="rId32" Type="http://schemas.openxmlformats.org/officeDocument/2006/relationships/customXml" Target="../ink/ink19.xml"/><Relationship Id="rId5" Type="http://schemas.openxmlformats.org/officeDocument/2006/relationships/image" Target="../media/image8.png"/><Relationship Id="rId15" Type="http://schemas.openxmlformats.org/officeDocument/2006/relationships/image" Target="../media/image13.png"/><Relationship Id="rId23" Type="http://schemas.openxmlformats.org/officeDocument/2006/relationships/image" Target="../media/image17.png"/><Relationship Id="rId28" Type="http://schemas.openxmlformats.org/officeDocument/2006/relationships/customXml" Target="../ink/ink17.xml"/><Relationship Id="rId10" Type="http://schemas.openxmlformats.org/officeDocument/2006/relationships/customXml" Target="../ink/ink8.xml"/><Relationship Id="rId19" Type="http://schemas.openxmlformats.org/officeDocument/2006/relationships/image" Target="../media/image15.png"/><Relationship Id="rId31" Type="http://schemas.openxmlformats.org/officeDocument/2006/relationships/image" Target="../media/image21.png"/><Relationship Id="rId4" Type="http://schemas.openxmlformats.org/officeDocument/2006/relationships/customXml" Target="../ink/ink5.xml"/><Relationship Id="rId9" Type="http://schemas.openxmlformats.org/officeDocument/2006/relationships/image" Target="../media/image10.png"/><Relationship Id="rId14" Type="http://schemas.openxmlformats.org/officeDocument/2006/relationships/customXml" Target="../ink/ink10.xml"/><Relationship Id="rId22" Type="http://schemas.openxmlformats.org/officeDocument/2006/relationships/customXml" Target="../ink/ink14.xml"/><Relationship Id="rId27" Type="http://schemas.openxmlformats.org/officeDocument/2006/relationships/image" Target="../media/image19.png"/><Relationship Id="rId30" Type="http://schemas.openxmlformats.org/officeDocument/2006/relationships/customXml" Target="../ink/ink18.xml"/><Relationship Id="rId35" Type="http://schemas.openxmlformats.org/officeDocument/2006/relationships/image" Target="../media/image23.png"/><Relationship Id="rId8" Type="http://schemas.openxmlformats.org/officeDocument/2006/relationships/customXml" Target="../ink/ink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8" Type="http://schemas.openxmlformats.org/officeDocument/2006/relationships/customXml" Target="../ink/ink23.xml"/><Relationship Id="rId13" Type="http://schemas.openxmlformats.org/officeDocument/2006/relationships/image" Target="../media/image31.png"/><Relationship Id="rId18" Type="http://schemas.openxmlformats.org/officeDocument/2006/relationships/customXml" Target="../ink/ink28.xml"/><Relationship Id="rId3" Type="http://schemas.openxmlformats.org/officeDocument/2006/relationships/image" Target="../media/image26.png"/><Relationship Id="rId21" Type="http://schemas.openxmlformats.org/officeDocument/2006/relationships/image" Target="../media/image35.png"/><Relationship Id="rId7" Type="http://schemas.openxmlformats.org/officeDocument/2006/relationships/image" Target="../media/image28.png"/><Relationship Id="rId12" Type="http://schemas.openxmlformats.org/officeDocument/2006/relationships/customXml" Target="../ink/ink25.xml"/><Relationship Id="rId17" Type="http://schemas.openxmlformats.org/officeDocument/2006/relationships/image" Target="../media/image33.png"/><Relationship Id="rId2" Type="http://schemas.openxmlformats.org/officeDocument/2006/relationships/notesSlide" Target="../notesSlides/notesSlide12.xml"/><Relationship Id="rId16" Type="http://schemas.openxmlformats.org/officeDocument/2006/relationships/customXml" Target="../ink/ink27.xml"/><Relationship Id="rId20" Type="http://schemas.openxmlformats.org/officeDocument/2006/relationships/customXml" Target="../ink/ink29.xml"/><Relationship Id="rId1" Type="http://schemas.openxmlformats.org/officeDocument/2006/relationships/slideLayout" Target="../slideLayouts/slideLayout1.xml"/><Relationship Id="rId6" Type="http://schemas.openxmlformats.org/officeDocument/2006/relationships/customXml" Target="../ink/ink22.xml"/><Relationship Id="rId11" Type="http://schemas.openxmlformats.org/officeDocument/2006/relationships/image" Target="../media/image30.png"/><Relationship Id="rId5" Type="http://schemas.openxmlformats.org/officeDocument/2006/relationships/image" Target="../media/image27.png"/><Relationship Id="rId15" Type="http://schemas.openxmlformats.org/officeDocument/2006/relationships/image" Target="../media/image32.png"/><Relationship Id="rId23" Type="http://schemas.openxmlformats.org/officeDocument/2006/relationships/image" Target="../media/image36.png"/><Relationship Id="rId10" Type="http://schemas.openxmlformats.org/officeDocument/2006/relationships/customXml" Target="../ink/ink24.xml"/><Relationship Id="rId19" Type="http://schemas.openxmlformats.org/officeDocument/2006/relationships/image" Target="../media/image34.png"/><Relationship Id="rId4" Type="http://schemas.openxmlformats.org/officeDocument/2006/relationships/customXml" Target="../ink/ink21.xml"/><Relationship Id="rId9" Type="http://schemas.openxmlformats.org/officeDocument/2006/relationships/image" Target="../media/image29.png"/><Relationship Id="rId14" Type="http://schemas.openxmlformats.org/officeDocument/2006/relationships/customXml" Target="../ink/ink26.xml"/><Relationship Id="rId22" Type="http://schemas.openxmlformats.org/officeDocument/2006/relationships/customXml" Target="../ink/ink30.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3" Type="http://schemas.openxmlformats.org/officeDocument/2006/relationships/image" Target="../media/image42.png"/><Relationship Id="rId18" Type="http://schemas.openxmlformats.org/officeDocument/2006/relationships/customXml" Target="../ink/ink38.xml"/><Relationship Id="rId26" Type="http://schemas.openxmlformats.org/officeDocument/2006/relationships/customXml" Target="../ink/ink42.xml"/><Relationship Id="rId39" Type="http://schemas.openxmlformats.org/officeDocument/2006/relationships/image" Target="../media/image55.png"/><Relationship Id="rId21" Type="http://schemas.openxmlformats.org/officeDocument/2006/relationships/image" Target="../media/image46.png"/><Relationship Id="rId34" Type="http://schemas.openxmlformats.org/officeDocument/2006/relationships/customXml" Target="../ink/ink46.xml"/><Relationship Id="rId42" Type="http://schemas.openxmlformats.org/officeDocument/2006/relationships/customXml" Target="../ink/ink50.xml"/><Relationship Id="rId7" Type="http://schemas.openxmlformats.org/officeDocument/2006/relationships/image" Target="../media/image39.png"/><Relationship Id="rId2" Type="http://schemas.openxmlformats.org/officeDocument/2006/relationships/notesSlide" Target="../notesSlides/notesSlide16.xml"/><Relationship Id="rId16" Type="http://schemas.openxmlformats.org/officeDocument/2006/relationships/customXml" Target="../ink/ink37.xml"/><Relationship Id="rId29" Type="http://schemas.openxmlformats.org/officeDocument/2006/relationships/image" Target="../media/image50.png"/><Relationship Id="rId1" Type="http://schemas.openxmlformats.org/officeDocument/2006/relationships/slideLayout" Target="../slideLayouts/slideLayout1.xml"/><Relationship Id="rId6" Type="http://schemas.openxmlformats.org/officeDocument/2006/relationships/customXml" Target="../ink/ink32.xml"/><Relationship Id="rId11" Type="http://schemas.openxmlformats.org/officeDocument/2006/relationships/image" Target="../media/image41.png"/><Relationship Id="rId24" Type="http://schemas.openxmlformats.org/officeDocument/2006/relationships/customXml" Target="../ink/ink41.xml"/><Relationship Id="rId32" Type="http://schemas.openxmlformats.org/officeDocument/2006/relationships/customXml" Target="../ink/ink45.xml"/><Relationship Id="rId37" Type="http://schemas.openxmlformats.org/officeDocument/2006/relationships/image" Target="../media/image54.png"/><Relationship Id="rId40" Type="http://schemas.openxmlformats.org/officeDocument/2006/relationships/customXml" Target="../ink/ink49.xml"/><Relationship Id="rId45" Type="http://schemas.openxmlformats.org/officeDocument/2006/relationships/image" Target="../media/image58.png"/><Relationship Id="rId5" Type="http://schemas.openxmlformats.org/officeDocument/2006/relationships/image" Target="../media/image38.png"/><Relationship Id="rId15" Type="http://schemas.openxmlformats.org/officeDocument/2006/relationships/image" Target="../media/image43.png"/><Relationship Id="rId23" Type="http://schemas.openxmlformats.org/officeDocument/2006/relationships/image" Target="../media/image47.png"/><Relationship Id="rId28" Type="http://schemas.openxmlformats.org/officeDocument/2006/relationships/customXml" Target="../ink/ink43.xml"/><Relationship Id="rId36" Type="http://schemas.openxmlformats.org/officeDocument/2006/relationships/customXml" Target="../ink/ink47.xml"/><Relationship Id="rId10" Type="http://schemas.openxmlformats.org/officeDocument/2006/relationships/customXml" Target="../ink/ink34.xml"/><Relationship Id="rId19" Type="http://schemas.openxmlformats.org/officeDocument/2006/relationships/image" Target="../media/image45.png"/><Relationship Id="rId31" Type="http://schemas.openxmlformats.org/officeDocument/2006/relationships/image" Target="../media/image51.png"/><Relationship Id="rId44" Type="http://schemas.openxmlformats.org/officeDocument/2006/relationships/customXml" Target="../ink/ink51.xml"/><Relationship Id="rId4" Type="http://schemas.openxmlformats.org/officeDocument/2006/relationships/customXml" Target="../ink/ink31.xml"/><Relationship Id="rId9" Type="http://schemas.openxmlformats.org/officeDocument/2006/relationships/image" Target="../media/image40.png"/><Relationship Id="rId14" Type="http://schemas.openxmlformats.org/officeDocument/2006/relationships/customXml" Target="../ink/ink36.xml"/><Relationship Id="rId22" Type="http://schemas.openxmlformats.org/officeDocument/2006/relationships/customXml" Target="../ink/ink40.xml"/><Relationship Id="rId27" Type="http://schemas.openxmlformats.org/officeDocument/2006/relationships/image" Target="../media/image49.png"/><Relationship Id="rId30" Type="http://schemas.openxmlformats.org/officeDocument/2006/relationships/customXml" Target="../ink/ink44.xml"/><Relationship Id="rId35" Type="http://schemas.openxmlformats.org/officeDocument/2006/relationships/image" Target="../media/image53.png"/><Relationship Id="rId43" Type="http://schemas.openxmlformats.org/officeDocument/2006/relationships/image" Target="../media/image57.png"/><Relationship Id="rId8" Type="http://schemas.openxmlformats.org/officeDocument/2006/relationships/customXml" Target="../ink/ink33.xml"/><Relationship Id="rId3" Type="http://schemas.openxmlformats.org/officeDocument/2006/relationships/image" Target="../media/image37.png"/><Relationship Id="rId12" Type="http://schemas.openxmlformats.org/officeDocument/2006/relationships/customXml" Target="../ink/ink35.xml"/><Relationship Id="rId17" Type="http://schemas.openxmlformats.org/officeDocument/2006/relationships/image" Target="../media/image44.png"/><Relationship Id="rId25" Type="http://schemas.openxmlformats.org/officeDocument/2006/relationships/image" Target="../media/image48.png"/><Relationship Id="rId33" Type="http://schemas.openxmlformats.org/officeDocument/2006/relationships/image" Target="../media/image52.png"/><Relationship Id="rId38" Type="http://schemas.openxmlformats.org/officeDocument/2006/relationships/customXml" Target="../ink/ink48.xml"/><Relationship Id="rId20" Type="http://schemas.openxmlformats.org/officeDocument/2006/relationships/customXml" Target="../ink/ink39.xml"/><Relationship Id="rId41" Type="http://schemas.openxmlformats.org/officeDocument/2006/relationships/image" Target="../media/image56.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3" Type="http://schemas.openxmlformats.org/officeDocument/2006/relationships/image" Target="../media/image64.png"/><Relationship Id="rId18" Type="http://schemas.openxmlformats.org/officeDocument/2006/relationships/customXml" Target="../ink/ink59.xml"/><Relationship Id="rId26" Type="http://schemas.openxmlformats.org/officeDocument/2006/relationships/customXml" Target="../ink/ink63.xml"/><Relationship Id="rId39" Type="http://schemas.openxmlformats.org/officeDocument/2006/relationships/image" Target="../media/image77.png"/><Relationship Id="rId21" Type="http://schemas.openxmlformats.org/officeDocument/2006/relationships/image" Target="../media/image68.png"/><Relationship Id="rId34" Type="http://schemas.openxmlformats.org/officeDocument/2006/relationships/customXml" Target="../ink/ink67.xml"/><Relationship Id="rId42" Type="http://schemas.openxmlformats.org/officeDocument/2006/relationships/customXml" Target="../ink/ink71.xml"/><Relationship Id="rId47" Type="http://schemas.openxmlformats.org/officeDocument/2006/relationships/image" Target="../media/image81.png"/><Relationship Id="rId50" Type="http://schemas.openxmlformats.org/officeDocument/2006/relationships/customXml" Target="../ink/ink75.xml"/><Relationship Id="rId7" Type="http://schemas.openxmlformats.org/officeDocument/2006/relationships/image" Target="../media/image61.png"/><Relationship Id="rId2" Type="http://schemas.openxmlformats.org/officeDocument/2006/relationships/notesSlide" Target="../notesSlides/notesSlide20.xml"/><Relationship Id="rId16" Type="http://schemas.openxmlformats.org/officeDocument/2006/relationships/customXml" Target="../ink/ink58.xml"/><Relationship Id="rId29" Type="http://schemas.openxmlformats.org/officeDocument/2006/relationships/image" Target="../media/image72.png"/><Relationship Id="rId11" Type="http://schemas.openxmlformats.org/officeDocument/2006/relationships/image" Target="../media/image63.png"/><Relationship Id="rId24" Type="http://schemas.openxmlformats.org/officeDocument/2006/relationships/customXml" Target="../ink/ink62.xml"/><Relationship Id="rId32" Type="http://schemas.openxmlformats.org/officeDocument/2006/relationships/customXml" Target="../ink/ink66.xml"/><Relationship Id="rId37" Type="http://schemas.openxmlformats.org/officeDocument/2006/relationships/image" Target="../media/image76.png"/><Relationship Id="rId40" Type="http://schemas.openxmlformats.org/officeDocument/2006/relationships/customXml" Target="../ink/ink70.xml"/><Relationship Id="rId45" Type="http://schemas.openxmlformats.org/officeDocument/2006/relationships/image" Target="../media/image80.png"/><Relationship Id="rId5" Type="http://schemas.openxmlformats.org/officeDocument/2006/relationships/image" Target="../media/image60.png"/><Relationship Id="rId15" Type="http://schemas.openxmlformats.org/officeDocument/2006/relationships/image" Target="../media/image65.png"/><Relationship Id="rId23" Type="http://schemas.openxmlformats.org/officeDocument/2006/relationships/image" Target="../media/image69.png"/><Relationship Id="rId28" Type="http://schemas.openxmlformats.org/officeDocument/2006/relationships/customXml" Target="../ink/ink64.xml"/><Relationship Id="rId36" Type="http://schemas.openxmlformats.org/officeDocument/2006/relationships/customXml" Target="../ink/ink68.xml"/><Relationship Id="rId49" Type="http://schemas.openxmlformats.org/officeDocument/2006/relationships/image" Target="../media/image82.png"/><Relationship Id="rId10" Type="http://schemas.openxmlformats.org/officeDocument/2006/relationships/customXml" Target="../ink/ink55.xml"/><Relationship Id="rId19" Type="http://schemas.openxmlformats.org/officeDocument/2006/relationships/image" Target="../media/image67.png"/><Relationship Id="rId31" Type="http://schemas.openxmlformats.org/officeDocument/2006/relationships/image" Target="../media/image73.png"/><Relationship Id="rId44" Type="http://schemas.openxmlformats.org/officeDocument/2006/relationships/customXml" Target="../ink/ink72.xml"/><Relationship Id="rId4" Type="http://schemas.openxmlformats.org/officeDocument/2006/relationships/customXml" Target="../ink/ink52.xml"/><Relationship Id="rId9" Type="http://schemas.openxmlformats.org/officeDocument/2006/relationships/image" Target="../media/image62.png"/><Relationship Id="rId14" Type="http://schemas.openxmlformats.org/officeDocument/2006/relationships/customXml" Target="../ink/ink57.xml"/><Relationship Id="rId22" Type="http://schemas.openxmlformats.org/officeDocument/2006/relationships/customXml" Target="../ink/ink61.xml"/><Relationship Id="rId27" Type="http://schemas.openxmlformats.org/officeDocument/2006/relationships/image" Target="../media/image71.png"/><Relationship Id="rId30" Type="http://schemas.openxmlformats.org/officeDocument/2006/relationships/customXml" Target="../ink/ink65.xml"/><Relationship Id="rId35" Type="http://schemas.openxmlformats.org/officeDocument/2006/relationships/image" Target="../media/image75.png"/><Relationship Id="rId43" Type="http://schemas.openxmlformats.org/officeDocument/2006/relationships/image" Target="../media/image79.png"/><Relationship Id="rId48" Type="http://schemas.openxmlformats.org/officeDocument/2006/relationships/customXml" Target="../ink/ink74.xml"/><Relationship Id="rId8" Type="http://schemas.openxmlformats.org/officeDocument/2006/relationships/customXml" Target="../ink/ink54.xml"/><Relationship Id="rId51" Type="http://schemas.openxmlformats.org/officeDocument/2006/relationships/image" Target="../media/image83.png"/><Relationship Id="rId3" Type="http://schemas.openxmlformats.org/officeDocument/2006/relationships/image" Target="../media/image59.png"/><Relationship Id="rId12" Type="http://schemas.openxmlformats.org/officeDocument/2006/relationships/customXml" Target="../ink/ink56.xml"/><Relationship Id="rId17" Type="http://schemas.openxmlformats.org/officeDocument/2006/relationships/image" Target="../media/image66.png"/><Relationship Id="rId25" Type="http://schemas.openxmlformats.org/officeDocument/2006/relationships/image" Target="../media/image70.png"/><Relationship Id="rId33" Type="http://schemas.openxmlformats.org/officeDocument/2006/relationships/image" Target="../media/image74.png"/><Relationship Id="rId38" Type="http://schemas.openxmlformats.org/officeDocument/2006/relationships/customXml" Target="../ink/ink69.xml"/><Relationship Id="rId46" Type="http://schemas.openxmlformats.org/officeDocument/2006/relationships/customXml" Target="../ink/ink73.xml"/><Relationship Id="rId20" Type="http://schemas.openxmlformats.org/officeDocument/2006/relationships/customXml" Target="../ink/ink60.xml"/><Relationship Id="rId41" Type="http://schemas.openxmlformats.org/officeDocument/2006/relationships/image" Target="../media/image78.png"/><Relationship Id="rId1" Type="http://schemas.openxmlformats.org/officeDocument/2006/relationships/slideLayout" Target="../slideLayouts/slideLayout1.xml"/><Relationship Id="rId6" Type="http://schemas.openxmlformats.org/officeDocument/2006/relationships/customXml" Target="../ink/ink53.xml"/></Relationships>
</file>

<file path=ppt/slides/_rels/slide22.xml.rels><?xml version="1.0" encoding="UTF-8" standalone="yes"?>
<Relationships xmlns="http://schemas.openxmlformats.org/package/2006/relationships"><Relationship Id="rId8" Type="http://schemas.openxmlformats.org/officeDocument/2006/relationships/customXml" Target="../ink/ink78.xml"/><Relationship Id="rId13" Type="http://schemas.openxmlformats.org/officeDocument/2006/relationships/image" Target="../media/image89.png"/><Relationship Id="rId3" Type="http://schemas.openxmlformats.org/officeDocument/2006/relationships/image" Target="../media/image84.png"/><Relationship Id="rId7" Type="http://schemas.openxmlformats.org/officeDocument/2006/relationships/image" Target="../media/image86.png"/><Relationship Id="rId12" Type="http://schemas.openxmlformats.org/officeDocument/2006/relationships/customXml" Target="../ink/ink80.xml"/><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customXml" Target="../ink/ink77.xml"/><Relationship Id="rId11" Type="http://schemas.openxmlformats.org/officeDocument/2006/relationships/image" Target="../media/image88.png"/><Relationship Id="rId5" Type="http://schemas.openxmlformats.org/officeDocument/2006/relationships/image" Target="../media/image85.png"/><Relationship Id="rId10" Type="http://schemas.openxmlformats.org/officeDocument/2006/relationships/customXml" Target="../ink/ink79.xml"/><Relationship Id="rId4" Type="http://schemas.openxmlformats.org/officeDocument/2006/relationships/customXml" Target="../ink/ink76.xml"/><Relationship Id="rId9" Type="http://schemas.openxmlformats.org/officeDocument/2006/relationships/image" Target="../media/image87.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8" Type="http://schemas.openxmlformats.org/officeDocument/2006/relationships/customXml" Target="../ink/ink83.xml"/><Relationship Id="rId13" Type="http://schemas.openxmlformats.org/officeDocument/2006/relationships/image" Target="../media/image95.png"/><Relationship Id="rId18" Type="http://schemas.openxmlformats.org/officeDocument/2006/relationships/customXml" Target="../ink/ink88.xml"/><Relationship Id="rId3" Type="http://schemas.openxmlformats.org/officeDocument/2006/relationships/image" Target="../media/image90.png"/><Relationship Id="rId21" Type="http://schemas.openxmlformats.org/officeDocument/2006/relationships/image" Target="../media/image99.png"/><Relationship Id="rId7" Type="http://schemas.openxmlformats.org/officeDocument/2006/relationships/image" Target="../media/image92.png"/><Relationship Id="rId12" Type="http://schemas.openxmlformats.org/officeDocument/2006/relationships/customXml" Target="../ink/ink85.xml"/><Relationship Id="rId17" Type="http://schemas.openxmlformats.org/officeDocument/2006/relationships/image" Target="../media/image97.png"/><Relationship Id="rId2" Type="http://schemas.openxmlformats.org/officeDocument/2006/relationships/notesSlide" Target="../notesSlides/notesSlide24.xml"/><Relationship Id="rId16" Type="http://schemas.openxmlformats.org/officeDocument/2006/relationships/customXml" Target="../ink/ink87.xml"/><Relationship Id="rId20" Type="http://schemas.openxmlformats.org/officeDocument/2006/relationships/customXml" Target="../ink/ink89.xml"/><Relationship Id="rId1" Type="http://schemas.openxmlformats.org/officeDocument/2006/relationships/slideLayout" Target="../slideLayouts/slideLayout1.xml"/><Relationship Id="rId6" Type="http://schemas.openxmlformats.org/officeDocument/2006/relationships/customXml" Target="../ink/ink82.xml"/><Relationship Id="rId11" Type="http://schemas.openxmlformats.org/officeDocument/2006/relationships/image" Target="../media/image94.png"/><Relationship Id="rId5" Type="http://schemas.openxmlformats.org/officeDocument/2006/relationships/image" Target="../media/image91.png"/><Relationship Id="rId15" Type="http://schemas.openxmlformats.org/officeDocument/2006/relationships/image" Target="../media/image96.png"/><Relationship Id="rId10" Type="http://schemas.openxmlformats.org/officeDocument/2006/relationships/customXml" Target="../ink/ink84.xml"/><Relationship Id="rId19" Type="http://schemas.openxmlformats.org/officeDocument/2006/relationships/image" Target="../media/image98.png"/><Relationship Id="rId4" Type="http://schemas.openxmlformats.org/officeDocument/2006/relationships/customXml" Target="../ink/ink81.xml"/><Relationship Id="rId9" Type="http://schemas.openxmlformats.org/officeDocument/2006/relationships/image" Target="../media/image93.png"/><Relationship Id="rId14" Type="http://schemas.openxmlformats.org/officeDocument/2006/relationships/customXml" Target="../ink/ink8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432DBD-CB83-55BD-128C-2C66E47798F8}"/>
              </a:ext>
            </a:extLst>
          </p:cNvPr>
          <p:cNvSpPr>
            <a:spLocks noGrp="1"/>
          </p:cNvSpPr>
          <p:nvPr>
            <p:ph type="ctrTitle"/>
          </p:nvPr>
        </p:nvSpPr>
        <p:spPr/>
        <p:txBody>
          <a:bodyPr/>
          <a:lstStyle/>
          <a:p>
            <a:r>
              <a:rPr lang="en-US"/>
              <a:t>Java SE 17 – Presentation</a:t>
            </a:r>
          </a:p>
        </p:txBody>
      </p:sp>
      <p:sp>
        <p:nvSpPr>
          <p:cNvPr id="3" name="Subtitle 2">
            <a:extLst>
              <a:ext uri="{FF2B5EF4-FFF2-40B4-BE49-F238E27FC236}">
                <a16:creationId xmlns:a16="http://schemas.microsoft.com/office/drawing/2014/main" id="{96DD8BC4-D539-661E-8A88-53AF6C208F93}"/>
              </a:ext>
            </a:extLst>
          </p:cNvPr>
          <p:cNvSpPr>
            <a:spLocks noGrp="1"/>
          </p:cNvSpPr>
          <p:nvPr>
            <p:ph type="subTitle" idx="1"/>
          </p:nvPr>
        </p:nvSpPr>
        <p:spPr/>
        <p:txBody>
          <a:bodyPr/>
          <a:lstStyle/>
          <a:p>
            <a:r>
              <a:rPr lang="en-US"/>
              <a:t>Migration from Java SE 8 to Java SE 17</a:t>
            </a:r>
          </a:p>
        </p:txBody>
      </p:sp>
    </p:spTree>
    <p:extLst>
      <p:ext uri="{BB962C8B-B14F-4D97-AF65-F5344CB8AC3E}">
        <p14:creationId xmlns:p14="http://schemas.microsoft.com/office/powerpoint/2010/main" val="24373231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96DD8BC4-D539-661E-8A88-53AF6C208F93}"/>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New things</a:t>
            </a:r>
          </a:p>
        </p:txBody>
      </p:sp>
      <p:sp>
        <p:nvSpPr>
          <p:cNvPr id="4" name="Subtitle 2">
            <a:extLst>
              <a:ext uri="{FF2B5EF4-FFF2-40B4-BE49-F238E27FC236}">
                <a16:creationId xmlns:a16="http://schemas.microsoft.com/office/drawing/2014/main" id="{BBA13038-CAB8-FCA0-CDE8-65E40C2F10A3}"/>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I. Text Block</a:t>
            </a:r>
          </a:p>
          <a:p>
            <a:pPr algn="l"/>
            <a:r>
              <a:rPr lang="en-US" sz="1800">
                <a:sym typeface="Wingdings" pitchFamily="2" charset="2"/>
              </a:rPr>
              <a:t>- We've seen simple ... such as (code illustration snippet 1). However, how can we able to create .... like this:</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r>
              <a:rPr lang="en-US" sz="1800">
                <a:sym typeface="Wingdings" pitchFamily="2" charset="2"/>
              </a:rPr>
              <a:t>- We have studied ..., therefore ... (code illustration snippet 2)</a:t>
            </a:r>
          </a:p>
          <a:p>
            <a:pPr algn="l"/>
            <a:r>
              <a:rPr lang="en-US" sz="1800">
                <a:sym typeface="Wingdings" pitchFamily="2" charset="2"/>
              </a:rPr>
              <a:t>- This is a ... string that ... multiple ...</a:t>
            </a:r>
          </a:p>
          <a:p>
            <a:pPr algn="l"/>
            <a:r>
              <a:rPr lang="en-US" sz="1800">
                <a:sym typeface="Wingdings" pitchFamily="2" charset="2"/>
              </a:rPr>
              <a:t>– We can use escape character to create this string, however ...</a:t>
            </a:r>
          </a:p>
          <a:p>
            <a:pPr algn="l"/>
            <a:r>
              <a:rPr lang="en-US" sz="1800">
                <a:sym typeface="Wingdings" pitchFamily="2" charset="2"/>
              </a:rPr>
              <a:t>– Therefore, a feature ... JDK 13 ... called ... </a:t>
            </a:r>
          </a:p>
        </p:txBody>
      </p:sp>
      <p:pic>
        <p:nvPicPr>
          <p:cNvPr id="5" name="Picture 4">
            <a:extLst>
              <a:ext uri="{FF2B5EF4-FFF2-40B4-BE49-F238E27FC236}">
                <a16:creationId xmlns:a16="http://schemas.microsoft.com/office/drawing/2014/main" id="{569C8936-B47D-5117-0AD2-FD52CEB21D21}"/>
              </a:ext>
            </a:extLst>
          </p:cNvPr>
          <p:cNvPicPr>
            <a:picLocks noChangeAspect="1"/>
          </p:cNvPicPr>
          <p:nvPr/>
        </p:nvPicPr>
        <p:blipFill>
          <a:blip r:embed="rId3"/>
          <a:stretch>
            <a:fillRect/>
          </a:stretch>
        </p:blipFill>
        <p:spPr>
          <a:xfrm>
            <a:off x="3275269" y="1795346"/>
            <a:ext cx="4977718" cy="1713261"/>
          </a:xfrm>
          <a:prstGeom prst="rect">
            <a:avLst/>
          </a:prstGeom>
        </p:spPr>
      </p:pic>
    </p:spTree>
    <p:extLst>
      <p:ext uri="{BB962C8B-B14F-4D97-AF65-F5344CB8AC3E}">
        <p14:creationId xmlns:p14="http://schemas.microsoft.com/office/powerpoint/2010/main" val="715447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4B46E-DE8E-8370-798F-502BBE9C5BD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C03C2E13-D022-9AF2-0FAF-F346D3200CB1}"/>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New things</a:t>
            </a:r>
          </a:p>
        </p:txBody>
      </p:sp>
      <p:sp>
        <p:nvSpPr>
          <p:cNvPr id="4" name="Subtitle 2">
            <a:extLst>
              <a:ext uri="{FF2B5EF4-FFF2-40B4-BE49-F238E27FC236}">
                <a16:creationId xmlns:a16="http://schemas.microsoft.com/office/drawing/2014/main" id="{5484F5D9-7868-F866-14D0-29F24789E212}"/>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r>
              <a:rPr lang="en-US" sz="1800">
                <a:sym typeface="Wingdings" pitchFamily="2" charset="2"/>
              </a:rPr>
              <a:t>- Text block is started at ... and ended at ...</a:t>
            </a:r>
          </a:p>
          <a:p>
            <a:pPr algn="l"/>
            <a:r>
              <a:rPr lang="en-US" sz="1800">
                <a:sym typeface="Wingdings" pitchFamily="2" charset="2"/>
              </a:rPr>
              <a:t>- ... is the ... on the left ...</a:t>
            </a:r>
          </a:p>
          <a:p>
            <a:pPr algn="l"/>
            <a:r>
              <a:rPr lang="en-US" sz="1800">
                <a:sym typeface="Wingdings" pitchFamily="2" charset="2"/>
              </a:rPr>
              <a:t>- ... is the ... on the right ...</a:t>
            </a:r>
          </a:p>
          <a:p>
            <a:pPr algn="l"/>
            <a:r>
              <a:rPr lang="en-US" sz="1800">
                <a:sym typeface="Wingdings" pitchFamily="2" charset="2"/>
              </a:rPr>
              <a:t>- NOTE: When using text block, we must always ... or else we will get compilation ...</a:t>
            </a:r>
          </a:p>
          <a:p>
            <a:pPr algn="l"/>
            <a:r>
              <a:rPr lang="en-US" sz="1800">
                <a:sym typeface="Wingdings" pitchFamily="2" charset="2"/>
              </a:rPr>
              <a:t>– NOTE 2: In IntelliJ, we can see ... (code illustration snippet 3)</a:t>
            </a:r>
          </a:p>
          <a:p>
            <a:pPr algn="l"/>
            <a:r>
              <a:rPr lang="en-US" sz="1800">
                <a:sym typeface="Wingdings" pitchFamily="2" charset="2"/>
              </a:rPr>
              <a:t> </a:t>
            </a:r>
          </a:p>
        </p:txBody>
      </p:sp>
      <p:pic>
        <p:nvPicPr>
          <p:cNvPr id="2" name="Picture 1">
            <a:extLst>
              <a:ext uri="{FF2B5EF4-FFF2-40B4-BE49-F238E27FC236}">
                <a16:creationId xmlns:a16="http://schemas.microsoft.com/office/drawing/2014/main" id="{9000AB32-D1C0-0792-3B58-E2B1D113ED5F}"/>
              </a:ext>
            </a:extLst>
          </p:cNvPr>
          <p:cNvPicPr>
            <a:picLocks noChangeAspect="1"/>
          </p:cNvPicPr>
          <p:nvPr/>
        </p:nvPicPr>
        <p:blipFill>
          <a:blip r:embed="rId3"/>
          <a:stretch>
            <a:fillRect/>
          </a:stretch>
        </p:blipFill>
        <p:spPr>
          <a:xfrm>
            <a:off x="3937000" y="820738"/>
            <a:ext cx="4318000" cy="3175000"/>
          </a:xfrm>
          <a:prstGeom prst="rect">
            <a:avLst/>
          </a:prstGeom>
        </p:spPr>
      </p:pic>
      <mc:AlternateContent xmlns:mc="http://schemas.openxmlformats.org/markup-compatibility/2006" xmlns:p14="http://schemas.microsoft.com/office/powerpoint/2010/main">
        <mc:Choice Requires="p14">
          <p:contentPart p14:bwMode="auto" r:id="rId4">
            <p14:nvContentPartPr>
              <p14:cNvPr id="7" name="Ink 6">
                <a:extLst>
                  <a:ext uri="{FF2B5EF4-FFF2-40B4-BE49-F238E27FC236}">
                    <a16:creationId xmlns:a16="http://schemas.microsoft.com/office/drawing/2014/main" id="{5ECD31C9-511A-E2B6-1359-8240E70A6206}"/>
                  </a:ext>
                </a:extLst>
              </p14:cNvPr>
              <p14:cNvContentPartPr/>
              <p14:nvPr/>
            </p14:nvContentPartPr>
            <p14:xfrm>
              <a:off x="6235604" y="1316380"/>
              <a:ext cx="1299240" cy="27720"/>
            </p14:xfrm>
          </p:contentPart>
        </mc:Choice>
        <mc:Fallback xmlns="">
          <p:pic>
            <p:nvPicPr>
              <p:cNvPr id="7" name="Ink 6">
                <a:extLst>
                  <a:ext uri="{FF2B5EF4-FFF2-40B4-BE49-F238E27FC236}">
                    <a16:creationId xmlns:a16="http://schemas.microsoft.com/office/drawing/2014/main" id="{5ECD31C9-511A-E2B6-1359-8240E70A6206}"/>
                  </a:ext>
                </a:extLst>
              </p:cNvPr>
              <p:cNvPicPr/>
              <p:nvPr/>
            </p:nvPicPr>
            <p:blipFill>
              <a:blip r:embed="rId5"/>
              <a:stretch>
                <a:fillRect/>
              </a:stretch>
            </p:blipFill>
            <p:spPr>
              <a:xfrm>
                <a:off x="6172964" y="1253380"/>
                <a:ext cx="1424880" cy="1533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8" name="Ink 7">
                <a:extLst>
                  <a:ext uri="{FF2B5EF4-FFF2-40B4-BE49-F238E27FC236}">
                    <a16:creationId xmlns:a16="http://schemas.microsoft.com/office/drawing/2014/main" id="{2BB85646-E5B9-50F4-C12D-BEE1F7FBA1EB}"/>
                  </a:ext>
                </a:extLst>
              </p14:cNvPr>
              <p14:cNvContentPartPr/>
              <p14:nvPr/>
            </p14:nvContentPartPr>
            <p14:xfrm>
              <a:off x="6832844" y="2999380"/>
              <a:ext cx="1076400" cy="45720"/>
            </p14:xfrm>
          </p:contentPart>
        </mc:Choice>
        <mc:Fallback xmlns="">
          <p:pic>
            <p:nvPicPr>
              <p:cNvPr id="8" name="Ink 7">
                <a:extLst>
                  <a:ext uri="{FF2B5EF4-FFF2-40B4-BE49-F238E27FC236}">
                    <a16:creationId xmlns:a16="http://schemas.microsoft.com/office/drawing/2014/main" id="{2BB85646-E5B9-50F4-C12D-BEE1F7FBA1EB}"/>
                  </a:ext>
                </a:extLst>
              </p:cNvPr>
              <p:cNvPicPr/>
              <p:nvPr/>
            </p:nvPicPr>
            <p:blipFill>
              <a:blip r:embed="rId7"/>
              <a:stretch>
                <a:fillRect/>
              </a:stretch>
            </p:blipFill>
            <p:spPr>
              <a:xfrm>
                <a:off x="6770204" y="2936380"/>
                <a:ext cx="1202040" cy="1713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9" name="Ink 8">
                <a:extLst>
                  <a:ext uri="{FF2B5EF4-FFF2-40B4-BE49-F238E27FC236}">
                    <a16:creationId xmlns:a16="http://schemas.microsoft.com/office/drawing/2014/main" id="{2F0BCCF4-8E1F-5F8C-857E-CA727117FBE4}"/>
                  </a:ext>
                </a:extLst>
              </p14:cNvPr>
              <p14:cNvContentPartPr/>
              <p14:nvPr/>
            </p14:nvContentPartPr>
            <p14:xfrm>
              <a:off x="5190524" y="3363340"/>
              <a:ext cx="1736640" cy="49320"/>
            </p14:xfrm>
          </p:contentPart>
        </mc:Choice>
        <mc:Fallback xmlns="">
          <p:pic>
            <p:nvPicPr>
              <p:cNvPr id="9" name="Ink 8">
                <a:extLst>
                  <a:ext uri="{FF2B5EF4-FFF2-40B4-BE49-F238E27FC236}">
                    <a16:creationId xmlns:a16="http://schemas.microsoft.com/office/drawing/2014/main" id="{2F0BCCF4-8E1F-5F8C-857E-CA727117FBE4}"/>
                  </a:ext>
                </a:extLst>
              </p:cNvPr>
              <p:cNvPicPr/>
              <p:nvPr/>
            </p:nvPicPr>
            <p:blipFill>
              <a:blip r:embed="rId9"/>
              <a:stretch>
                <a:fillRect/>
              </a:stretch>
            </p:blipFill>
            <p:spPr>
              <a:xfrm>
                <a:off x="5127884" y="3300700"/>
                <a:ext cx="1862280" cy="1749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0" name="Ink 9">
                <a:extLst>
                  <a:ext uri="{FF2B5EF4-FFF2-40B4-BE49-F238E27FC236}">
                    <a16:creationId xmlns:a16="http://schemas.microsoft.com/office/drawing/2014/main" id="{72CE65FC-DCD2-8980-DE1F-C16D7A38CB63}"/>
                  </a:ext>
                </a:extLst>
              </p14:cNvPr>
              <p14:cNvContentPartPr/>
              <p14:nvPr/>
            </p14:nvContentPartPr>
            <p14:xfrm>
              <a:off x="4436324" y="3654580"/>
              <a:ext cx="1663200" cy="43200"/>
            </p14:xfrm>
          </p:contentPart>
        </mc:Choice>
        <mc:Fallback xmlns="">
          <p:pic>
            <p:nvPicPr>
              <p:cNvPr id="10" name="Ink 9">
                <a:extLst>
                  <a:ext uri="{FF2B5EF4-FFF2-40B4-BE49-F238E27FC236}">
                    <a16:creationId xmlns:a16="http://schemas.microsoft.com/office/drawing/2014/main" id="{72CE65FC-DCD2-8980-DE1F-C16D7A38CB63}"/>
                  </a:ext>
                </a:extLst>
              </p:cNvPr>
              <p:cNvPicPr/>
              <p:nvPr/>
            </p:nvPicPr>
            <p:blipFill>
              <a:blip r:embed="rId11"/>
              <a:stretch>
                <a:fillRect/>
              </a:stretch>
            </p:blipFill>
            <p:spPr>
              <a:xfrm>
                <a:off x="4373324" y="3591940"/>
                <a:ext cx="1788840" cy="168840"/>
              </a:xfrm>
              <a:prstGeom prst="rect">
                <a:avLst/>
              </a:prstGeom>
            </p:spPr>
          </p:pic>
        </mc:Fallback>
      </mc:AlternateContent>
    </p:spTree>
    <p:extLst>
      <p:ext uri="{BB962C8B-B14F-4D97-AF65-F5344CB8AC3E}">
        <p14:creationId xmlns:p14="http://schemas.microsoft.com/office/powerpoint/2010/main" val="32216241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696E35-1D8D-A631-F47B-E5914A1413E5}"/>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6A19DFB6-853E-7E23-280B-EC30A84FB458}"/>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New things</a:t>
            </a:r>
          </a:p>
        </p:txBody>
      </p:sp>
      <p:sp>
        <p:nvSpPr>
          <p:cNvPr id="4" name="Subtitle 2">
            <a:extLst>
              <a:ext uri="{FF2B5EF4-FFF2-40B4-BE49-F238E27FC236}">
                <a16:creationId xmlns:a16="http://schemas.microsoft.com/office/drawing/2014/main" id="{22CCFF8A-21DF-418D-5541-E0CA1CA83FA8}"/>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4)</a:t>
            </a:r>
          </a:p>
          <a:p>
            <a:pPr algn="l"/>
            <a:r>
              <a:rPr lang="en-US" sz="1800">
                <a:sym typeface="Wingdings" pitchFamily="2" charset="2"/>
              </a:rPr>
              <a:t>- We can also use ... character in text block</a:t>
            </a:r>
          </a:p>
          <a:p>
            <a:pPr algn="l"/>
            <a:r>
              <a:rPr lang="en-US" sz="1800">
                <a:sym typeface="Wingdings" pitchFamily="2" charset="2"/>
              </a:rPr>
              <a:t>- For "\", we have ... cases with .... </a:t>
            </a:r>
          </a:p>
          <a:p>
            <a:pPr algn="l"/>
            <a:endParaRPr lang="en-US" sz="1800">
              <a:sym typeface="Wingdings" pitchFamily="2" charset="2"/>
            </a:endParaRPr>
          </a:p>
        </p:txBody>
      </p:sp>
      <p:pic>
        <p:nvPicPr>
          <p:cNvPr id="5" name="Picture 4">
            <a:extLst>
              <a:ext uri="{FF2B5EF4-FFF2-40B4-BE49-F238E27FC236}">
                <a16:creationId xmlns:a16="http://schemas.microsoft.com/office/drawing/2014/main" id="{6B0B29B0-1342-5A25-DC45-12110DC9BC51}"/>
              </a:ext>
            </a:extLst>
          </p:cNvPr>
          <p:cNvPicPr>
            <a:picLocks noChangeAspect="1"/>
          </p:cNvPicPr>
          <p:nvPr/>
        </p:nvPicPr>
        <p:blipFill>
          <a:blip r:embed="rId3"/>
          <a:stretch>
            <a:fillRect/>
          </a:stretch>
        </p:blipFill>
        <p:spPr>
          <a:xfrm>
            <a:off x="2209800" y="2087221"/>
            <a:ext cx="7772400" cy="4451846"/>
          </a:xfrm>
          <a:prstGeom prst="rect">
            <a:avLst/>
          </a:prstGeom>
        </p:spPr>
      </p:pic>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0C19C022-7D63-3AE3-EA6E-A69FCFBC0323}"/>
                  </a:ext>
                </a:extLst>
              </p14:cNvPr>
              <p14:cNvContentPartPr/>
              <p14:nvPr/>
            </p14:nvContentPartPr>
            <p14:xfrm>
              <a:off x="4406444" y="3217145"/>
              <a:ext cx="75960" cy="18360"/>
            </p14:xfrm>
          </p:contentPart>
        </mc:Choice>
        <mc:Fallback xmlns="">
          <p:pic>
            <p:nvPicPr>
              <p:cNvPr id="6" name="Ink 5">
                <a:extLst>
                  <a:ext uri="{FF2B5EF4-FFF2-40B4-BE49-F238E27FC236}">
                    <a16:creationId xmlns:a16="http://schemas.microsoft.com/office/drawing/2014/main" id="{0C19C022-7D63-3AE3-EA6E-A69FCFBC0323}"/>
                  </a:ext>
                </a:extLst>
              </p:cNvPr>
              <p:cNvPicPr/>
              <p:nvPr/>
            </p:nvPicPr>
            <p:blipFill>
              <a:blip r:embed="rId5"/>
              <a:stretch>
                <a:fillRect/>
              </a:stretch>
            </p:blipFill>
            <p:spPr>
              <a:xfrm>
                <a:off x="4343804" y="3154145"/>
                <a:ext cx="201600" cy="144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1" name="Ink 10">
                <a:extLst>
                  <a:ext uri="{FF2B5EF4-FFF2-40B4-BE49-F238E27FC236}">
                    <a16:creationId xmlns:a16="http://schemas.microsoft.com/office/drawing/2014/main" id="{FF857C48-7C56-D2E0-D2DF-0533AC246635}"/>
                  </a:ext>
                </a:extLst>
              </p14:cNvPr>
              <p14:cNvContentPartPr/>
              <p14:nvPr/>
            </p14:nvContentPartPr>
            <p14:xfrm>
              <a:off x="4448204" y="3672185"/>
              <a:ext cx="1010520" cy="146880"/>
            </p14:xfrm>
          </p:contentPart>
        </mc:Choice>
        <mc:Fallback xmlns="">
          <p:pic>
            <p:nvPicPr>
              <p:cNvPr id="11" name="Ink 10">
                <a:extLst>
                  <a:ext uri="{FF2B5EF4-FFF2-40B4-BE49-F238E27FC236}">
                    <a16:creationId xmlns:a16="http://schemas.microsoft.com/office/drawing/2014/main" id="{FF857C48-7C56-D2E0-D2DF-0533AC246635}"/>
                  </a:ext>
                </a:extLst>
              </p:cNvPr>
              <p:cNvPicPr/>
              <p:nvPr/>
            </p:nvPicPr>
            <p:blipFill>
              <a:blip r:embed="rId7"/>
              <a:stretch>
                <a:fillRect/>
              </a:stretch>
            </p:blipFill>
            <p:spPr>
              <a:xfrm>
                <a:off x="4385564" y="3609185"/>
                <a:ext cx="1136160" cy="27252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2" name="Ink 11">
                <a:extLst>
                  <a:ext uri="{FF2B5EF4-FFF2-40B4-BE49-F238E27FC236}">
                    <a16:creationId xmlns:a16="http://schemas.microsoft.com/office/drawing/2014/main" id="{B43F49BC-2FD8-C685-E56D-31A660A655D0}"/>
                  </a:ext>
                </a:extLst>
              </p14:cNvPr>
              <p14:cNvContentPartPr/>
              <p14:nvPr/>
            </p14:nvContentPartPr>
            <p14:xfrm>
              <a:off x="4377644" y="4127225"/>
              <a:ext cx="489600" cy="9000"/>
            </p14:xfrm>
          </p:contentPart>
        </mc:Choice>
        <mc:Fallback xmlns="">
          <p:pic>
            <p:nvPicPr>
              <p:cNvPr id="12" name="Ink 11">
                <a:extLst>
                  <a:ext uri="{FF2B5EF4-FFF2-40B4-BE49-F238E27FC236}">
                    <a16:creationId xmlns:a16="http://schemas.microsoft.com/office/drawing/2014/main" id="{B43F49BC-2FD8-C685-E56D-31A660A655D0}"/>
                  </a:ext>
                </a:extLst>
              </p:cNvPr>
              <p:cNvPicPr/>
              <p:nvPr/>
            </p:nvPicPr>
            <p:blipFill>
              <a:blip r:embed="rId9"/>
              <a:stretch>
                <a:fillRect/>
              </a:stretch>
            </p:blipFill>
            <p:spPr>
              <a:xfrm>
                <a:off x="4315004" y="4064225"/>
                <a:ext cx="61524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3" name="Ink 12">
                <a:extLst>
                  <a:ext uri="{FF2B5EF4-FFF2-40B4-BE49-F238E27FC236}">
                    <a16:creationId xmlns:a16="http://schemas.microsoft.com/office/drawing/2014/main" id="{A7DACFF8-8266-A7DC-8C14-3694F77A3E53}"/>
                  </a:ext>
                </a:extLst>
              </p14:cNvPr>
              <p14:cNvContentPartPr/>
              <p14:nvPr/>
            </p14:nvContentPartPr>
            <p14:xfrm>
              <a:off x="4376564" y="4682705"/>
              <a:ext cx="582840" cy="30600"/>
            </p14:xfrm>
          </p:contentPart>
        </mc:Choice>
        <mc:Fallback xmlns="">
          <p:pic>
            <p:nvPicPr>
              <p:cNvPr id="13" name="Ink 12">
                <a:extLst>
                  <a:ext uri="{FF2B5EF4-FFF2-40B4-BE49-F238E27FC236}">
                    <a16:creationId xmlns:a16="http://schemas.microsoft.com/office/drawing/2014/main" id="{A7DACFF8-8266-A7DC-8C14-3694F77A3E53}"/>
                  </a:ext>
                </a:extLst>
              </p:cNvPr>
              <p:cNvPicPr/>
              <p:nvPr/>
            </p:nvPicPr>
            <p:blipFill>
              <a:blip r:embed="rId11"/>
              <a:stretch>
                <a:fillRect/>
              </a:stretch>
            </p:blipFill>
            <p:spPr>
              <a:xfrm>
                <a:off x="4313924" y="4620065"/>
                <a:ext cx="708480" cy="1562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7" name="Ink 16">
                <a:extLst>
                  <a:ext uri="{FF2B5EF4-FFF2-40B4-BE49-F238E27FC236}">
                    <a16:creationId xmlns:a16="http://schemas.microsoft.com/office/drawing/2014/main" id="{2272AB72-BBF4-4436-3DA3-2C199518071B}"/>
                  </a:ext>
                </a:extLst>
              </p14:cNvPr>
              <p14:cNvContentPartPr/>
              <p14:nvPr/>
            </p14:nvContentPartPr>
            <p14:xfrm>
              <a:off x="4450364" y="5808065"/>
              <a:ext cx="1008000" cy="70200"/>
            </p14:xfrm>
          </p:contentPart>
        </mc:Choice>
        <mc:Fallback xmlns="">
          <p:pic>
            <p:nvPicPr>
              <p:cNvPr id="17" name="Ink 16">
                <a:extLst>
                  <a:ext uri="{FF2B5EF4-FFF2-40B4-BE49-F238E27FC236}">
                    <a16:creationId xmlns:a16="http://schemas.microsoft.com/office/drawing/2014/main" id="{2272AB72-BBF4-4436-3DA3-2C199518071B}"/>
                  </a:ext>
                </a:extLst>
              </p:cNvPr>
              <p:cNvPicPr/>
              <p:nvPr/>
            </p:nvPicPr>
            <p:blipFill>
              <a:blip r:embed="rId13"/>
              <a:stretch>
                <a:fillRect/>
              </a:stretch>
            </p:blipFill>
            <p:spPr>
              <a:xfrm>
                <a:off x="4387724" y="5745065"/>
                <a:ext cx="1133640" cy="195840"/>
              </a:xfrm>
              <a:prstGeom prst="rect">
                <a:avLst/>
              </a:prstGeom>
            </p:spPr>
          </p:pic>
        </mc:Fallback>
      </mc:AlternateContent>
      <p:grpSp>
        <p:nvGrpSpPr>
          <p:cNvPr id="20" name="Group 19">
            <a:extLst>
              <a:ext uri="{FF2B5EF4-FFF2-40B4-BE49-F238E27FC236}">
                <a16:creationId xmlns:a16="http://schemas.microsoft.com/office/drawing/2014/main" id="{21A2EE64-DFF4-54CB-95E5-7E237EE3733F}"/>
              </a:ext>
            </a:extLst>
          </p:cNvPr>
          <p:cNvGrpSpPr/>
          <p:nvPr/>
        </p:nvGrpSpPr>
        <p:grpSpPr>
          <a:xfrm>
            <a:off x="4354964" y="5131265"/>
            <a:ext cx="4924080" cy="342000"/>
            <a:chOff x="4354964" y="4629460"/>
            <a:chExt cx="4924080" cy="342000"/>
          </a:xfrm>
        </p:grpSpPr>
        <mc:AlternateContent xmlns:mc="http://schemas.openxmlformats.org/markup-compatibility/2006" xmlns:p14="http://schemas.microsoft.com/office/powerpoint/2010/main">
          <mc:Choice Requires="p14">
            <p:contentPart p14:bwMode="auto" r:id="rId14">
              <p14:nvContentPartPr>
                <p14:cNvPr id="14" name="Ink 13">
                  <a:extLst>
                    <a:ext uri="{FF2B5EF4-FFF2-40B4-BE49-F238E27FC236}">
                      <a16:creationId xmlns:a16="http://schemas.microsoft.com/office/drawing/2014/main" id="{0649DAE2-92CE-6256-095F-CF8EBDE47CC3}"/>
                    </a:ext>
                  </a:extLst>
                </p14:cNvPr>
                <p14:cNvContentPartPr/>
                <p14:nvPr/>
              </p14:nvContentPartPr>
              <p14:xfrm>
                <a:off x="4354964" y="4638820"/>
                <a:ext cx="4924080" cy="81360"/>
              </p14:xfrm>
            </p:contentPart>
          </mc:Choice>
          <mc:Fallback xmlns="">
            <p:pic>
              <p:nvPicPr>
                <p:cNvPr id="14" name="Ink 13">
                  <a:extLst>
                    <a:ext uri="{FF2B5EF4-FFF2-40B4-BE49-F238E27FC236}">
                      <a16:creationId xmlns:a16="http://schemas.microsoft.com/office/drawing/2014/main" id="{0649DAE2-92CE-6256-095F-CF8EBDE47CC3}"/>
                    </a:ext>
                  </a:extLst>
                </p:cNvPr>
                <p:cNvPicPr/>
                <p:nvPr/>
              </p:nvPicPr>
              <p:blipFill>
                <a:blip r:embed="rId15"/>
                <a:stretch>
                  <a:fillRect/>
                </a:stretch>
              </p:blipFill>
              <p:spPr>
                <a:xfrm>
                  <a:off x="4292324" y="4575820"/>
                  <a:ext cx="504972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5" name="Ink 14">
                  <a:extLst>
                    <a:ext uri="{FF2B5EF4-FFF2-40B4-BE49-F238E27FC236}">
                      <a16:creationId xmlns:a16="http://schemas.microsoft.com/office/drawing/2014/main" id="{67F266FC-ADCC-4C1D-7884-D746F073F1A8}"/>
                    </a:ext>
                  </a:extLst>
                </p14:cNvPr>
                <p14:cNvContentPartPr/>
                <p14:nvPr/>
              </p14:nvContentPartPr>
              <p14:xfrm>
                <a:off x="4486364" y="4900900"/>
                <a:ext cx="1999440" cy="41760"/>
              </p14:xfrm>
            </p:contentPart>
          </mc:Choice>
          <mc:Fallback xmlns="">
            <p:pic>
              <p:nvPicPr>
                <p:cNvPr id="15" name="Ink 14">
                  <a:extLst>
                    <a:ext uri="{FF2B5EF4-FFF2-40B4-BE49-F238E27FC236}">
                      <a16:creationId xmlns:a16="http://schemas.microsoft.com/office/drawing/2014/main" id="{67F266FC-ADCC-4C1D-7884-D746F073F1A8}"/>
                    </a:ext>
                  </a:extLst>
                </p:cNvPr>
                <p:cNvPicPr/>
                <p:nvPr/>
              </p:nvPicPr>
              <p:blipFill>
                <a:blip r:embed="rId17"/>
                <a:stretch>
                  <a:fillRect/>
                </a:stretch>
              </p:blipFill>
              <p:spPr>
                <a:xfrm>
                  <a:off x="4423364" y="4837900"/>
                  <a:ext cx="2125080" cy="1674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6" name="Ink 15">
                  <a:extLst>
                    <a:ext uri="{FF2B5EF4-FFF2-40B4-BE49-F238E27FC236}">
                      <a16:creationId xmlns:a16="http://schemas.microsoft.com/office/drawing/2014/main" id="{F893238D-68DE-AA88-946D-79F07FFF8974}"/>
                    </a:ext>
                  </a:extLst>
                </p14:cNvPr>
                <p14:cNvContentPartPr/>
                <p14:nvPr/>
              </p14:nvContentPartPr>
              <p14:xfrm>
                <a:off x="4395644" y="4724860"/>
                <a:ext cx="2255760" cy="246600"/>
              </p14:xfrm>
            </p:contentPart>
          </mc:Choice>
          <mc:Fallback xmlns="">
            <p:pic>
              <p:nvPicPr>
                <p:cNvPr id="16" name="Ink 15">
                  <a:extLst>
                    <a:ext uri="{FF2B5EF4-FFF2-40B4-BE49-F238E27FC236}">
                      <a16:creationId xmlns:a16="http://schemas.microsoft.com/office/drawing/2014/main" id="{F893238D-68DE-AA88-946D-79F07FFF8974}"/>
                    </a:ext>
                  </a:extLst>
                </p:cNvPr>
                <p:cNvPicPr/>
                <p:nvPr/>
              </p:nvPicPr>
              <p:blipFill>
                <a:blip r:embed="rId19"/>
                <a:stretch>
                  <a:fillRect/>
                </a:stretch>
              </p:blipFill>
              <p:spPr>
                <a:xfrm>
                  <a:off x="4333004" y="4661860"/>
                  <a:ext cx="2381400" cy="3722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8" name="Ink 17">
                  <a:extLst>
                    <a:ext uri="{FF2B5EF4-FFF2-40B4-BE49-F238E27FC236}">
                      <a16:creationId xmlns:a16="http://schemas.microsoft.com/office/drawing/2014/main" id="{EE4CDFC6-E169-0979-F4B7-CC738934E340}"/>
                    </a:ext>
                  </a:extLst>
                </p14:cNvPr>
                <p14:cNvContentPartPr/>
                <p14:nvPr/>
              </p14:nvContentPartPr>
              <p14:xfrm>
                <a:off x="4401044" y="4629460"/>
                <a:ext cx="228240" cy="15480"/>
              </p14:xfrm>
            </p:contentPart>
          </mc:Choice>
          <mc:Fallback xmlns="">
            <p:pic>
              <p:nvPicPr>
                <p:cNvPr id="18" name="Ink 17">
                  <a:extLst>
                    <a:ext uri="{FF2B5EF4-FFF2-40B4-BE49-F238E27FC236}">
                      <a16:creationId xmlns:a16="http://schemas.microsoft.com/office/drawing/2014/main" id="{EE4CDFC6-E169-0979-F4B7-CC738934E340}"/>
                    </a:ext>
                  </a:extLst>
                </p:cNvPr>
                <p:cNvPicPr/>
                <p:nvPr/>
              </p:nvPicPr>
              <p:blipFill>
                <a:blip r:embed="rId21"/>
                <a:stretch>
                  <a:fillRect/>
                </a:stretch>
              </p:blipFill>
              <p:spPr>
                <a:xfrm>
                  <a:off x="4338404" y="4566820"/>
                  <a:ext cx="353880" cy="1411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2">
            <p14:nvContentPartPr>
              <p14:cNvPr id="22" name="Ink 21">
                <a:extLst>
                  <a:ext uri="{FF2B5EF4-FFF2-40B4-BE49-F238E27FC236}">
                    <a16:creationId xmlns:a16="http://schemas.microsoft.com/office/drawing/2014/main" id="{5459D348-23C4-A972-E588-767DEEE8BE5A}"/>
                  </a:ext>
                </a:extLst>
              </p14:cNvPr>
              <p14:cNvContentPartPr/>
              <p14:nvPr/>
            </p14:nvContentPartPr>
            <p14:xfrm>
              <a:off x="8006084" y="4612145"/>
              <a:ext cx="712080" cy="107640"/>
            </p14:xfrm>
          </p:contentPart>
        </mc:Choice>
        <mc:Fallback xmlns="">
          <p:pic>
            <p:nvPicPr>
              <p:cNvPr id="22" name="Ink 21">
                <a:extLst>
                  <a:ext uri="{FF2B5EF4-FFF2-40B4-BE49-F238E27FC236}">
                    <a16:creationId xmlns:a16="http://schemas.microsoft.com/office/drawing/2014/main" id="{5459D348-23C4-A972-E588-767DEEE8BE5A}"/>
                  </a:ext>
                </a:extLst>
              </p:cNvPr>
              <p:cNvPicPr/>
              <p:nvPr/>
            </p:nvPicPr>
            <p:blipFill>
              <a:blip r:embed="rId23"/>
              <a:stretch>
                <a:fillRect/>
              </a:stretch>
            </p:blipFill>
            <p:spPr>
              <a:xfrm>
                <a:off x="7943444" y="4549145"/>
                <a:ext cx="837720" cy="233280"/>
              </a:xfrm>
              <a:prstGeom prst="rect">
                <a:avLst/>
              </a:prstGeom>
            </p:spPr>
          </p:pic>
        </mc:Fallback>
      </mc:AlternateContent>
      <p:grpSp>
        <p:nvGrpSpPr>
          <p:cNvPr id="25" name="Group 24">
            <a:extLst>
              <a:ext uri="{FF2B5EF4-FFF2-40B4-BE49-F238E27FC236}">
                <a16:creationId xmlns:a16="http://schemas.microsoft.com/office/drawing/2014/main" id="{97753417-FC1B-D4F7-9E72-53D54C5E522A}"/>
              </a:ext>
            </a:extLst>
          </p:cNvPr>
          <p:cNvGrpSpPr/>
          <p:nvPr/>
        </p:nvGrpSpPr>
        <p:grpSpPr>
          <a:xfrm>
            <a:off x="7977644" y="5810585"/>
            <a:ext cx="1771920" cy="331920"/>
            <a:chOff x="7977644" y="5308780"/>
            <a:chExt cx="1771920" cy="331920"/>
          </a:xfrm>
        </p:grpSpPr>
        <mc:AlternateContent xmlns:mc="http://schemas.openxmlformats.org/markup-compatibility/2006" xmlns:p14="http://schemas.microsoft.com/office/powerpoint/2010/main">
          <mc:Choice Requires="p14">
            <p:contentPart p14:bwMode="auto" r:id="rId24">
              <p14:nvContentPartPr>
                <p14:cNvPr id="21" name="Ink 20">
                  <a:extLst>
                    <a:ext uri="{FF2B5EF4-FFF2-40B4-BE49-F238E27FC236}">
                      <a16:creationId xmlns:a16="http://schemas.microsoft.com/office/drawing/2014/main" id="{CC831D63-670D-8281-8005-120A36D0D00D}"/>
                    </a:ext>
                  </a:extLst>
                </p14:cNvPr>
                <p14:cNvContentPartPr/>
                <p14:nvPr/>
              </p14:nvContentPartPr>
              <p14:xfrm>
                <a:off x="7977644" y="5308780"/>
                <a:ext cx="1771920" cy="266760"/>
              </p14:xfrm>
            </p:contentPart>
          </mc:Choice>
          <mc:Fallback xmlns="">
            <p:pic>
              <p:nvPicPr>
                <p:cNvPr id="21" name="Ink 20">
                  <a:extLst>
                    <a:ext uri="{FF2B5EF4-FFF2-40B4-BE49-F238E27FC236}">
                      <a16:creationId xmlns:a16="http://schemas.microsoft.com/office/drawing/2014/main" id="{CC831D63-670D-8281-8005-120A36D0D00D}"/>
                    </a:ext>
                  </a:extLst>
                </p:cNvPr>
                <p:cNvPicPr/>
                <p:nvPr/>
              </p:nvPicPr>
              <p:blipFill>
                <a:blip r:embed="rId25"/>
                <a:stretch>
                  <a:fillRect/>
                </a:stretch>
              </p:blipFill>
              <p:spPr>
                <a:xfrm>
                  <a:off x="7915004" y="5246140"/>
                  <a:ext cx="1897560" cy="3924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3" name="Ink 22">
                  <a:extLst>
                    <a:ext uri="{FF2B5EF4-FFF2-40B4-BE49-F238E27FC236}">
                      <a16:creationId xmlns:a16="http://schemas.microsoft.com/office/drawing/2014/main" id="{388E7709-631D-B9EF-6F48-4D56FB60C58E}"/>
                    </a:ext>
                  </a:extLst>
                </p14:cNvPr>
                <p14:cNvContentPartPr/>
                <p14:nvPr/>
              </p14:nvContentPartPr>
              <p14:xfrm>
                <a:off x="8534924" y="5567980"/>
                <a:ext cx="259200" cy="72720"/>
              </p14:xfrm>
            </p:contentPart>
          </mc:Choice>
          <mc:Fallback xmlns="">
            <p:pic>
              <p:nvPicPr>
                <p:cNvPr id="23" name="Ink 22">
                  <a:extLst>
                    <a:ext uri="{FF2B5EF4-FFF2-40B4-BE49-F238E27FC236}">
                      <a16:creationId xmlns:a16="http://schemas.microsoft.com/office/drawing/2014/main" id="{388E7709-631D-B9EF-6F48-4D56FB60C58E}"/>
                    </a:ext>
                  </a:extLst>
                </p:cNvPr>
                <p:cNvPicPr/>
                <p:nvPr/>
              </p:nvPicPr>
              <p:blipFill>
                <a:blip r:embed="rId27"/>
                <a:stretch>
                  <a:fillRect/>
                </a:stretch>
              </p:blipFill>
              <p:spPr>
                <a:xfrm>
                  <a:off x="8472284" y="5505340"/>
                  <a:ext cx="384840" cy="1983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8">
            <p14:nvContentPartPr>
              <p14:cNvPr id="26" name="Ink 25">
                <a:extLst>
                  <a:ext uri="{FF2B5EF4-FFF2-40B4-BE49-F238E27FC236}">
                    <a16:creationId xmlns:a16="http://schemas.microsoft.com/office/drawing/2014/main" id="{B1C1525F-E1AE-824D-63EE-EA93070096EE}"/>
                  </a:ext>
                </a:extLst>
              </p14:cNvPr>
              <p14:cNvContentPartPr/>
              <p14:nvPr/>
            </p14:nvContentPartPr>
            <p14:xfrm>
              <a:off x="7863884" y="4128665"/>
              <a:ext cx="549000" cy="63720"/>
            </p14:xfrm>
          </p:contentPart>
        </mc:Choice>
        <mc:Fallback xmlns="">
          <p:pic>
            <p:nvPicPr>
              <p:cNvPr id="26" name="Ink 25">
                <a:extLst>
                  <a:ext uri="{FF2B5EF4-FFF2-40B4-BE49-F238E27FC236}">
                    <a16:creationId xmlns:a16="http://schemas.microsoft.com/office/drawing/2014/main" id="{B1C1525F-E1AE-824D-63EE-EA93070096EE}"/>
                  </a:ext>
                </a:extLst>
              </p:cNvPr>
              <p:cNvPicPr/>
              <p:nvPr/>
            </p:nvPicPr>
            <p:blipFill>
              <a:blip r:embed="rId29"/>
              <a:stretch>
                <a:fillRect/>
              </a:stretch>
            </p:blipFill>
            <p:spPr>
              <a:xfrm>
                <a:off x="7801244" y="4066025"/>
                <a:ext cx="674640" cy="18936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7" name="Ink 26">
                <a:extLst>
                  <a:ext uri="{FF2B5EF4-FFF2-40B4-BE49-F238E27FC236}">
                    <a16:creationId xmlns:a16="http://schemas.microsoft.com/office/drawing/2014/main" id="{A9B189D7-9B60-B792-2DB7-D9BCD9A1383F}"/>
                  </a:ext>
                </a:extLst>
              </p14:cNvPr>
              <p14:cNvContentPartPr/>
              <p14:nvPr/>
            </p14:nvContentPartPr>
            <p14:xfrm>
              <a:off x="8068004" y="3704945"/>
              <a:ext cx="356040" cy="37080"/>
            </p14:xfrm>
          </p:contentPart>
        </mc:Choice>
        <mc:Fallback xmlns="">
          <p:pic>
            <p:nvPicPr>
              <p:cNvPr id="27" name="Ink 26">
                <a:extLst>
                  <a:ext uri="{FF2B5EF4-FFF2-40B4-BE49-F238E27FC236}">
                    <a16:creationId xmlns:a16="http://schemas.microsoft.com/office/drawing/2014/main" id="{A9B189D7-9B60-B792-2DB7-D9BCD9A1383F}"/>
                  </a:ext>
                </a:extLst>
              </p:cNvPr>
              <p:cNvPicPr/>
              <p:nvPr/>
            </p:nvPicPr>
            <p:blipFill>
              <a:blip r:embed="rId31"/>
              <a:stretch>
                <a:fillRect/>
              </a:stretch>
            </p:blipFill>
            <p:spPr>
              <a:xfrm>
                <a:off x="8005004" y="3642305"/>
                <a:ext cx="481680" cy="162720"/>
              </a:xfrm>
              <a:prstGeom prst="rect">
                <a:avLst/>
              </a:prstGeom>
            </p:spPr>
          </p:pic>
        </mc:Fallback>
      </mc:AlternateContent>
      <p:grpSp>
        <p:nvGrpSpPr>
          <p:cNvPr id="31" name="Group 30">
            <a:extLst>
              <a:ext uri="{FF2B5EF4-FFF2-40B4-BE49-F238E27FC236}">
                <a16:creationId xmlns:a16="http://schemas.microsoft.com/office/drawing/2014/main" id="{ECDFD273-D07F-2C2F-AF98-5B5548E8B34F}"/>
              </a:ext>
            </a:extLst>
          </p:cNvPr>
          <p:cNvGrpSpPr/>
          <p:nvPr/>
        </p:nvGrpSpPr>
        <p:grpSpPr>
          <a:xfrm>
            <a:off x="7732844" y="3114545"/>
            <a:ext cx="593640" cy="201240"/>
            <a:chOff x="7732844" y="2612740"/>
            <a:chExt cx="593640" cy="201240"/>
          </a:xfrm>
        </p:grpSpPr>
        <mc:AlternateContent xmlns:mc="http://schemas.openxmlformats.org/markup-compatibility/2006" xmlns:p14="http://schemas.microsoft.com/office/powerpoint/2010/main">
          <mc:Choice Requires="p14">
            <p:contentPart p14:bwMode="auto" r:id="rId32">
              <p14:nvContentPartPr>
                <p14:cNvPr id="28" name="Ink 27">
                  <a:extLst>
                    <a:ext uri="{FF2B5EF4-FFF2-40B4-BE49-F238E27FC236}">
                      <a16:creationId xmlns:a16="http://schemas.microsoft.com/office/drawing/2014/main" id="{FDAB1B59-B87C-1F13-C058-EE6EDBDD76FA}"/>
                    </a:ext>
                  </a:extLst>
                </p14:cNvPr>
                <p14:cNvContentPartPr/>
                <p14:nvPr/>
              </p14:nvContentPartPr>
              <p14:xfrm>
                <a:off x="8120204" y="2776540"/>
                <a:ext cx="149760" cy="37440"/>
              </p14:xfrm>
            </p:contentPart>
          </mc:Choice>
          <mc:Fallback xmlns="">
            <p:pic>
              <p:nvPicPr>
                <p:cNvPr id="28" name="Ink 27">
                  <a:extLst>
                    <a:ext uri="{FF2B5EF4-FFF2-40B4-BE49-F238E27FC236}">
                      <a16:creationId xmlns:a16="http://schemas.microsoft.com/office/drawing/2014/main" id="{FDAB1B59-B87C-1F13-C058-EE6EDBDD76FA}"/>
                    </a:ext>
                  </a:extLst>
                </p:cNvPr>
                <p:cNvPicPr/>
                <p:nvPr/>
              </p:nvPicPr>
              <p:blipFill>
                <a:blip r:embed="rId33"/>
                <a:stretch>
                  <a:fillRect/>
                </a:stretch>
              </p:blipFill>
              <p:spPr>
                <a:xfrm>
                  <a:off x="8057564" y="2713540"/>
                  <a:ext cx="275400" cy="1630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9" name="Ink 28">
                  <a:extLst>
                    <a:ext uri="{FF2B5EF4-FFF2-40B4-BE49-F238E27FC236}">
                      <a16:creationId xmlns:a16="http://schemas.microsoft.com/office/drawing/2014/main" id="{CE23EA1D-2301-0980-5663-79EBF0D27580}"/>
                    </a:ext>
                  </a:extLst>
                </p14:cNvPr>
                <p14:cNvContentPartPr/>
                <p14:nvPr/>
              </p14:nvContentPartPr>
              <p14:xfrm>
                <a:off x="7732844" y="2612740"/>
                <a:ext cx="593640" cy="125280"/>
              </p14:xfrm>
            </p:contentPart>
          </mc:Choice>
          <mc:Fallback xmlns="">
            <p:pic>
              <p:nvPicPr>
                <p:cNvPr id="29" name="Ink 28">
                  <a:extLst>
                    <a:ext uri="{FF2B5EF4-FFF2-40B4-BE49-F238E27FC236}">
                      <a16:creationId xmlns:a16="http://schemas.microsoft.com/office/drawing/2014/main" id="{CE23EA1D-2301-0980-5663-79EBF0D27580}"/>
                    </a:ext>
                  </a:extLst>
                </p:cNvPr>
                <p:cNvPicPr/>
                <p:nvPr/>
              </p:nvPicPr>
              <p:blipFill>
                <a:blip r:embed="rId35"/>
                <a:stretch>
                  <a:fillRect/>
                </a:stretch>
              </p:blipFill>
              <p:spPr>
                <a:xfrm>
                  <a:off x="7669844" y="2549740"/>
                  <a:ext cx="719280" cy="250920"/>
                </a:xfrm>
                <a:prstGeom prst="rect">
                  <a:avLst/>
                </a:prstGeom>
              </p:spPr>
            </p:pic>
          </mc:Fallback>
        </mc:AlternateContent>
      </p:grpSp>
    </p:spTree>
    <p:extLst>
      <p:ext uri="{BB962C8B-B14F-4D97-AF65-F5344CB8AC3E}">
        <p14:creationId xmlns:p14="http://schemas.microsoft.com/office/powerpoint/2010/main" val="31157081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A7B1D-BB81-E70E-2200-47DC6E0322B5}"/>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A16EB24-8410-68C9-D879-83C3949CCCAE}"/>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New things</a:t>
            </a:r>
          </a:p>
        </p:txBody>
      </p:sp>
      <p:sp>
        <p:nvSpPr>
          <p:cNvPr id="4" name="Subtitle 2">
            <a:extLst>
              <a:ext uri="{FF2B5EF4-FFF2-40B4-BE49-F238E27FC236}">
                <a16:creationId xmlns:a16="http://schemas.microsoft.com/office/drawing/2014/main" id="{3C3CD0FF-2F7C-3F11-6B73-2A72E519EC39}"/>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5,6,7,8)</a:t>
            </a:r>
          </a:p>
        </p:txBody>
      </p:sp>
    </p:spTree>
    <p:extLst>
      <p:ext uri="{BB962C8B-B14F-4D97-AF65-F5344CB8AC3E}">
        <p14:creationId xmlns:p14="http://schemas.microsoft.com/office/powerpoint/2010/main" val="730041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80B7BA-6978-9AA2-D324-8C69ED7EF12A}"/>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9F31DC2-AF11-2794-70E3-7583C9AC5E5A}"/>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New things</a:t>
            </a:r>
          </a:p>
        </p:txBody>
      </p:sp>
      <p:sp>
        <p:nvSpPr>
          <p:cNvPr id="4" name="Subtitle 2">
            <a:extLst>
              <a:ext uri="{FF2B5EF4-FFF2-40B4-BE49-F238E27FC236}">
                <a16:creationId xmlns:a16="http://schemas.microsoft.com/office/drawing/2014/main" id="{D8EBCEB3-152A-F57D-3C47-D1A0C2EBF3C6}"/>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II – Inferring the Type with "var"</a:t>
            </a:r>
          </a:p>
          <a:p>
            <a:pPr algn="l"/>
            <a:r>
              <a:rPr lang="en-US" sz="1800">
                <a:sym typeface="Wingdings" pitchFamily="2" charset="2"/>
              </a:rPr>
              <a:t>- We have been using ... for variable .... But in Java ... (originally Java ...), has introduced a feature called "variable ...". However, to ... feature, certain ... must be ...</a:t>
            </a:r>
          </a:p>
          <a:p>
            <a:pPr algn="l"/>
            <a:r>
              <a:rPr lang="en-US" sz="1800">
                <a:sym typeface="Wingdings" pitchFamily="2" charset="2"/>
              </a:rPr>
              <a:t>(code illustration snippet 9)</a:t>
            </a:r>
          </a:p>
          <a:p>
            <a:pPr algn="l"/>
            <a:r>
              <a:rPr lang="en-US" sz="1800">
                <a:sym typeface="Wingdings" pitchFamily="2" charset="2"/>
              </a:rPr>
              <a:t>- The full name for this feature is called "... variable ..." They called it ... variable because this feature can only be used with ... variable</a:t>
            </a:r>
          </a:p>
          <a:p>
            <a:pPr algn="l"/>
            <a:r>
              <a:rPr lang="en-US" sz="1800">
                <a:sym typeface="Wingdings" pitchFamily="2" charset="2"/>
              </a:rPr>
              <a:t>(code illustration snippet 10)</a:t>
            </a:r>
          </a:p>
          <a:p>
            <a:pPr algn="l"/>
            <a:r>
              <a:rPr lang="en-US" sz="1800">
                <a:sym typeface="Wingdings" pitchFamily="2" charset="2"/>
              </a:rPr>
              <a:t>- We have understood the ... part, then what does ... mean ? When we ... variable using ..., we are instructing ... to ... the type of .... ... will then based on ... and make inferrence about ...</a:t>
            </a:r>
          </a:p>
          <a:p>
            <a:pPr algn="l"/>
            <a:r>
              <a:rPr lang="en-US" sz="1800">
                <a:sym typeface="Wingdings" pitchFamily="2" charset="2"/>
              </a:rPr>
              <a:t>(code illustration snippet 11)</a:t>
            </a:r>
          </a:p>
          <a:p>
            <a:pPr algn="l"/>
            <a:r>
              <a:rPr lang="en-US" sz="1800">
                <a:sym typeface="Wingdings" pitchFamily="2" charset="2"/>
              </a:rPr>
              <a:t>- Differ from traditional ..., local variable type ... allows ... lines ... (code illustration snippet 12)</a:t>
            </a:r>
          </a:p>
          <a:p>
            <a:pPr algn="l"/>
            <a:r>
              <a:rPr lang="en-US" sz="1800">
                <a:sym typeface="Wingdings" pitchFamily="2" charset="2"/>
              </a:rPr>
              <a:t>(code illustration snippet 13)</a:t>
            </a:r>
          </a:p>
          <a:p>
            <a:pPr algn="l"/>
            <a:r>
              <a:rPr lang="en-US" sz="1800">
                <a:sym typeface="Wingdings" pitchFamily="2" charset="2"/>
              </a:rPr>
              <a:t>- The following code didn't compile because both ... and ... use ... but they aren't .... =&gt; ... Java type ... =&gt; ...</a:t>
            </a:r>
          </a:p>
          <a:p>
            <a:pPr algn="l"/>
            <a:r>
              <a:rPr lang="en-US" sz="1800">
                <a:sym typeface="Wingdings" pitchFamily="2" charset="2"/>
              </a:rPr>
              <a:t>– Although we can see there was a ... branch, however, this wasn't at the same ... as ... =&gt; ...</a:t>
            </a:r>
          </a:p>
          <a:p>
            <a:pPr algn="l"/>
            <a:r>
              <a:rPr lang="en-US" sz="1800">
                <a:sym typeface="Wingdings" pitchFamily="2" charset="2"/>
              </a:rPr>
              <a:t>- local variable ... doesn't ... multiple ... (code illustration snippet 13)</a:t>
            </a:r>
          </a:p>
          <a:p>
            <a:pPr algn="l"/>
            <a:r>
              <a:rPr lang="en-US" sz="1800">
                <a:sym typeface="Wingdings" pitchFamily="2" charset="2"/>
              </a:rPr>
              <a:t>(code illustration snippet 14)</a:t>
            </a:r>
          </a:p>
          <a:p>
            <a:pPr algn="l"/>
            <a:endParaRPr lang="en-US" sz="1800">
              <a:sym typeface="Wingdings" pitchFamily="2" charset="2"/>
            </a:endParaRPr>
          </a:p>
          <a:p>
            <a:pPr algn="l"/>
            <a:endParaRPr lang="en-US" sz="1800">
              <a:sym typeface="Wingdings" pitchFamily="2" charset="2"/>
            </a:endParaRPr>
          </a:p>
        </p:txBody>
      </p:sp>
    </p:spTree>
    <p:extLst>
      <p:ext uri="{BB962C8B-B14F-4D97-AF65-F5344CB8AC3E}">
        <p14:creationId xmlns:p14="http://schemas.microsoft.com/office/powerpoint/2010/main" val="26179640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17C49-9442-12E3-FBB6-F05BC96492C6}"/>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B222CD83-CC11-34B2-73FB-1709C102053E}"/>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New things</a:t>
            </a:r>
          </a:p>
        </p:txBody>
      </p:sp>
      <p:sp>
        <p:nvSpPr>
          <p:cNvPr id="4" name="Subtitle 2">
            <a:extLst>
              <a:ext uri="{FF2B5EF4-FFF2-40B4-BE49-F238E27FC236}">
                <a16:creationId xmlns:a16="http://schemas.microsoft.com/office/drawing/2014/main" id="{7FA62499-F7E8-E0EC-16D8-7D0E1B4C7619}"/>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The illustrated code didnt compile because ... compond .... doesn't allow ... </a:t>
            </a:r>
          </a:p>
          <a:p>
            <a:pPr algn="l"/>
            <a:r>
              <a:rPr lang="en-US" sz="1800">
                <a:sym typeface="Wingdings" pitchFamily="2" charset="2"/>
              </a:rPr>
              <a:t>- The second line got error because .... </a:t>
            </a:r>
          </a:p>
          <a:p>
            <a:pPr algn="l"/>
            <a:r>
              <a:rPr lang="en-US" sz="1800">
                <a:sym typeface="Wingdings" pitchFamily="2" charset="2"/>
              </a:rPr>
              <a:t>- ... can be any ..., Java doesn't know ..., they could just ..., however, it will... =&gt; Java ... decided ...</a:t>
            </a:r>
          </a:p>
          <a:p>
            <a:pPr algn="l"/>
            <a:r>
              <a:rPr lang="en-US" sz="1800">
                <a:sym typeface="Wingdings" pitchFamily="2" charset="2"/>
              </a:rPr>
              <a:t>– However, the second line is ... if and only if ... variable ... with a ...</a:t>
            </a:r>
          </a:p>
          <a:p>
            <a:pPr algn="l"/>
            <a:r>
              <a:rPr lang="en-US" sz="1800">
                <a:sym typeface="Wingdings" pitchFamily="2" charset="2"/>
              </a:rPr>
              <a:t>(code illustration snippet 15)</a:t>
            </a:r>
          </a:p>
          <a:p>
            <a:pPr algn="l"/>
            <a:r>
              <a:rPr lang="en-US" sz="1800">
                <a:sym typeface="Wingdings" pitchFamily="2" charset="2"/>
              </a:rPr>
              <a:t>- The illustrated code got error because ... can't be used with ...</a:t>
            </a:r>
          </a:p>
          <a:p>
            <a:pPr algn="l"/>
            <a:r>
              <a:rPr lang="en-US" sz="1800">
                <a:sym typeface="Wingdings" pitchFamily="2" charset="2"/>
              </a:rPr>
              <a:t>- .... keyword isn't a "... word" but rather a "... type" =&gt; ... won't be able to used to ... types such as ...</a:t>
            </a:r>
          </a:p>
          <a:p>
            <a:pPr algn="l"/>
            <a:r>
              <a:rPr lang="en-US" sz="1800">
                <a:sym typeface="Wingdings" pitchFamily="2" charset="2"/>
              </a:rPr>
              <a:t>(code illustration snippet 16)</a:t>
            </a:r>
          </a:p>
          <a:p>
            <a:pPr algn="l"/>
            <a:r>
              <a:rPr lang="en-US" sz="1800">
                <a:sym typeface="Wingdings" pitchFamily="2" charset="2"/>
              </a:rPr>
              <a:t>- When do we actually using "var" ? When we have situation like this:</a:t>
            </a:r>
            <a:br>
              <a:rPr lang="en-US" sz="1800">
                <a:sym typeface="Wingdings" pitchFamily="2" charset="2"/>
              </a:rPr>
            </a:br>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r>
              <a:rPr lang="en-US" sz="1800">
                <a:sym typeface="Wingdings" pitchFamily="2" charset="2"/>
              </a:rPr>
              <a:t>- The name is ... =&gt; we use "var" to ... =&gt; </a:t>
            </a:r>
          </a:p>
        </p:txBody>
      </p:sp>
      <p:pic>
        <p:nvPicPr>
          <p:cNvPr id="2" name="Picture 1">
            <a:extLst>
              <a:ext uri="{FF2B5EF4-FFF2-40B4-BE49-F238E27FC236}">
                <a16:creationId xmlns:a16="http://schemas.microsoft.com/office/drawing/2014/main" id="{55328302-8FAC-067A-6433-28C08B31712E}"/>
              </a:ext>
            </a:extLst>
          </p:cNvPr>
          <p:cNvPicPr>
            <a:picLocks noChangeAspect="1"/>
          </p:cNvPicPr>
          <p:nvPr/>
        </p:nvPicPr>
        <p:blipFill>
          <a:blip r:embed="rId3"/>
          <a:stretch>
            <a:fillRect/>
          </a:stretch>
        </p:blipFill>
        <p:spPr>
          <a:xfrm>
            <a:off x="2647950" y="4236534"/>
            <a:ext cx="6896100" cy="838200"/>
          </a:xfrm>
          <a:prstGeom prst="rect">
            <a:avLst/>
          </a:prstGeom>
        </p:spPr>
      </p:pic>
      <p:pic>
        <p:nvPicPr>
          <p:cNvPr id="5" name="Picture 4">
            <a:extLst>
              <a:ext uri="{FF2B5EF4-FFF2-40B4-BE49-F238E27FC236}">
                <a16:creationId xmlns:a16="http://schemas.microsoft.com/office/drawing/2014/main" id="{CD0AFE2D-6E24-7BF6-7A7F-3EEF11E45AD7}"/>
              </a:ext>
            </a:extLst>
          </p:cNvPr>
          <p:cNvPicPr>
            <a:picLocks noChangeAspect="1"/>
          </p:cNvPicPr>
          <p:nvPr/>
        </p:nvPicPr>
        <p:blipFill>
          <a:blip r:embed="rId4"/>
          <a:stretch>
            <a:fillRect/>
          </a:stretch>
        </p:blipFill>
        <p:spPr>
          <a:xfrm>
            <a:off x="1877784" y="5789733"/>
            <a:ext cx="7772400" cy="495057"/>
          </a:xfrm>
          <a:prstGeom prst="rect">
            <a:avLst/>
          </a:prstGeom>
        </p:spPr>
      </p:pic>
    </p:spTree>
    <p:extLst>
      <p:ext uri="{BB962C8B-B14F-4D97-AF65-F5344CB8AC3E}">
        <p14:creationId xmlns:p14="http://schemas.microsoft.com/office/powerpoint/2010/main" val="3851951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B76BB-DEC3-5965-C68D-9AD86E89E41E}"/>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BA2B552-8BC1-C917-C8F8-FCB21025BD2D}"/>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New things</a:t>
            </a:r>
          </a:p>
        </p:txBody>
      </p:sp>
      <p:sp>
        <p:nvSpPr>
          <p:cNvPr id="4" name="Subtitle 2">
            <a:extLst>
              <a:ext uri="{FF2B5EF4-FFF2-40B4-BE49-F238E27FC236}">
                <a16:creationId xmlns:a16="http://schemas.microsoft.com/office/drawing/2014/main" id="{E20522C7-0196-9FE5-DF57-CE21376A63D1}"/>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III – instanceof operator (not a new thing but we never learned this in OCA SE 8)</a:t>
            </a:r>
          </a:p>
          <a:p>
            <a:pPr algn="l"/>
            <a:r>
              <a:rPr lang="en-US" sz="1800">
                <a:sym typeface="Wingdings" pitchFamily="2" charset="2"/>
              </a:rPr>
              <a:t>- Another type of operator we have to learn is ...</a:t>
            </a:r>
          </a:p>
          <a:p>
            <a:pPr algn="l"/>
            <a:r>
              <a:rPr lang="en-US" sz="1800">
                <a:sym typeface="Wingdings" pitchFamily="2" charset="2"/>
              </a:rPr>
              <a:t>– Its job is to ... (code illustration snippet 17)</a:t>
            </a:r>
          </a:p>
          <a:p>
            <a:pPr algn="l"/>
            <a:r>
              <a:rPr lang="en-US" sz="1800">
                <a:sym typeface="Wingdings" pitchFamily="2" charset="2"/>
              </a:rPr>
              <a:t>- We can see that there are ... but ... =&gt; This is object ... =&gt; if we use ..., the value will be ...</a:t>
            </a:r>
          </a:p>
          <a:p>
            <a:pPr algn="l"/>
            <a:r>
              <a:rPr lang="en-US" sz="1800">
                <a:sym typeface="Wingdings" pitchFamily="2" charset="2"/>
              </a:rPr>
              <a:t>– There are some cases where ... polymorphism ... (e.g: create a ... that recieve ...)</a:t>
            </a:r>
          </a:p>
          <a:p>
            <a:pPr algn="l"/>
            <a:r>
              <a:rPr lang="en-US" sz="1800">
                <a:sym typeface="Wingdings" pitchFamily="2" charset="2"/>
              </a:rPr>
              <a:t>(code illustration snippet 18)</a:t>
            </a:r>
          </a:p>
          <a:p>
            <a:pPr algn="l"/>
            <a:r>
              <a:rPr lang="en-US" sz="1800">
                <a:sym typeface="Wingdings" pitchFamily="2" charset="2"/>
              </a:rPr>
              <a:t>- We can also see that in the method, we ... "time" from ... to ....</a:t>
            </a:r>
          </a:p>
          <a:p>
            <a:pPr algn="l"/>
            <a:r>
              <a:rPr lang="en-US" sz="1800">
                <a:sym typeface="Wingdings" pitchFamily="2" charset="2"/>
              </a:rPr>
              <a:t>- This is .... when using .... with objects that ...</a:t>
            </a:r>
          </a:p>
          <a:p>
            <a:pPr algn="l"/>
            <a:r>
              <a:rPr lang="en-US" sz="1800">
                <a:sym typeface="Wingdings" pitchFamily="2" charset="2"/>
              </a:rPr>
              <a:t>- Generally, we "should" ... before ...</a:t>
            </a:r>
          </a:p>
          <a:p>
            <a:pPr algn="l"/>
            <a:r>
              <a:rPr lang="en-US" sz="1800">
                <a:sym typeface="Wingdings" pitchFamily="2" charset="2"/>
              </a:rPr>
              <a:t>- NOTE: For the exam, we will only be asked about .... with ... or ...., although ... can be used with other ... such as ...</a:t>
            </a:r>
          </a:p>
          <a:p>
            <a:pPr algn="l"/>
            <a:r>
              <a:rPr lang="en-US" sz="1800" b="1">
                <a:sym typeface="Wingdings" pitchFamily="2" charset="2"/>
              </a:rPr>
              <a:t>Invalid "instanceof"</a:t>
            </a:r>
          </a:p>
          <a:p>
            <a:pPr algn="l"/>
            <a:r>
              <a:rPr lang="en-US" sz="1800">
                <a:sym typeface="Wingdings" pitchFamily="2" charset="2"/>
              </a:rPr>
              <a:t>-  When using instanceof with ...., we will get ...</a:t>
            </a:r>
          </a:p>
          <a:p>
            <a:pPr algn="l"/>
            <a:r>
              <a:rPr lang="en-US" sz="1800" b="1">
                <a:sym typeface="Wingdings" pitchFamily="2" charset="2"/>
              </a:rPr>
              <a:t>null and the instanceof operator</a:t>
            </a:r>
          </a:p>
          <a:p>
            <a:pPr algn="l"/>
            <a:r>
              <a:rPr lang="en-US" sz="1800">
                <a:sym typeface="Wingdings" pitchFamily="2" charset="2"/>
              </a:rPr>
              <a:t>- When we use ... with ... =&gt; we will always get ...</a:t>
            </a:r>
          </a:p>
          <a:p>
            <a:pPr algn="l"/>
            <a:r>
              <a:rPr lang="en-US" sz="1800">
                <a:sym typeface="Wingdings" pitchFamily="2" charset="2"/>
              </a:rPr>
              <a:t>– Even if we ... in a ... =&gt; We will still get ...</a:t>
            </a:r>
          </a:p>
          <a:p>
            <a:pPr algn="l"/>
            <a:r>
              <a:rPr lang="en-US" sz="1800">
                <a:sym typeface="Wingdings" pitchFamily="2" charset="2"/>
              </a:rPr>
              <a:t>– But if we try ... =&gt; We get a ...</a:t>
            </a:r>
          </a:p>
          <a:p>
            <a:pPr algn="l"/>
            <a:endParaRPr lang="en-US" sz="1800">
              <a:sym typeface="Wingdings" pitchFamily="2" charset="2"/>
            </a:endParaRPr>
          </a:p>
          <a:p>
            <a:pPr algn="l"/>
            <a:endParaRPr lang="en-US" sz="1800">
              <a:sym typeface="Wingdings" pitchFamily="2" charset="2"/>
            </a:endParaRPr>
          </a:p>
        </p:txBody>
      </p:sp>
    </p:spTree>
    <p:extLst>
      <p:ext uri="{BB962C8B-B14F-4D97-AF65-F5344CB8AC3E}">
        <p14:creationId xmlns:p14="http://schemas.microsoft.com/office/powerpoint/2010/main" val="27130193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4">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155BC-3DBF-4616-541B-81EFB7143CEB}"/>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784C64F6-4220-621C-F686-B2EA3E612A57}"/>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New things</a:t>
            </a:r>
          </a:p>
        </p:txBody>
      </p:sp>
      <p:sp>
        <p:nvSpPr>
          <p:cNvPr id="4" name="Subtitle 2">
            <a:extLst>
              <a:ext uri="{FF2B5EF4-FFF2-40B4-BE49-F238E27FC236}">
                <a16:creationId xmlns:a16="http://schemas.microsoft.com/office/drawing/2014/main" id="{43C54054-E802-8FBB-371A-6EF6BEF99879}"/>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IV – Shortening code with Pattern Matching</a:t>
            </a:r>
          </a:p>
          <a:p>
            <a:pPr algn="l"/>
            <a:r>
              <a:rPr lang="en-US" sz="1800">
                <a:sym typeface="Wingdings" pitchFamily="2" charset="2"/>
              </a:rPr>
              <a:t>- In Java ..., a new ... has been developed called "Pattern Maching". This ... uses ... statement and ....</a:t>
            </a:r>
          </a:p>
          <a:p>
            <a:pPr algn="l"/>
            <a:r>
              <a:rPr lang="en-US" sz="1800">
                <a:sym typeface="Wingdings" pitchFamily="2" charset="2"/>
              </a:rPr>
              <a:t>- Pattern matching is a ... used in ... that allows ... runs under certain ...</a:t>
            </a:r>
          </a:p>
          <a:p>
            <a:pPr algn="l"/>
            <a:r>
              <a:rPr lang="en-US" sz="1800">
                <a:sym typeface="Wingdings" pitchFamily="2" charset="2"/>
              </a:rPr>
              <a:t>(pattern matching # ...)</a:t>
            </a:r>
          </a:p>
          <a:p>
            <a:pPr algn="l"/>
            <a:r>
              <a:rPr lang="en-US" sz="1800">
                <a:sym typeface="Wingdings" pitchFamily="2" charset="2"/>
              </a:rPr>
              <a:t>- ... is borned to reduce ... code (... code is a type of code that ... multiple...). Later version ... trying to .... code</a:t>
            </a:r>
          </a:p>
          <a:p>
            <a:pPr algn="l"/>
            <a:r>
              <a:rPr lang="en-US" sz="1800">
                <a:sym typeface="Wingdings" pitchFamily="2" charset="2"/>
              </a:rPr>
              <a:t>(code illustration snippet 19)</a:t>
            </a:r>
          </a:p>
          <a:p>
            <a:pPr algn="l"/>
            <a:r>
              <a:rPr lang="en-US" sz="1800">
                <a:sym typeface="Wingdings" pitchFamily="2" charset="2"/>
              </a:rPr>
              <a:t>- As you can see in the method, we always ... =&gt; ...</a:t>
            </a:r>
          </a:p>
          <a:p>
            <a:pPr algn="l"/>
            <a:r>
              <a:rPr lang="en-US" sz="1800">
                <a:sym typeface="Wingdings" pitchFamily="2" charset="2"/>
              </a:rPr>
              <a:t>- We have to do ... because the method ... is only ...</a:t>
            </a:r>
          </a:p>
          <a:p>
            <a:pPr algn="l"/>
            <a:r>
              <a:rPr lang="en-US" sz="1800">
                <a:sym typeface="Wingdings" pitchFamily="2" charset="2"/>
              </a:rPr>
              <a:t>– This type of code appears ... that Java ... has to ... </a:t>
            </a:r>
          </a:p>
          <a:p>
            <a:pPr algn="l"/>
            <a:r>
              <a:rPr lang="en-US" sz="1800">
                <a:sym typeface="Wingdings" pitchFamily="2" charset="2"/>
              </a:rPr>
              <a:t>(code illustration snippet 20)</a:t>
            </a:r>
          </a:p>
          <a:p>
            <a:pPr algn="l"/>
            <a:r>
              <a:rPr lang="en-US" sz="1800">
                <a:sym typeface="Wingdings" pitchFamily="2" charset="2"/>
              </a:rPr>
              <a:t>- If the ... is ... =&gt; we cast ... and ... =&gt; We can use ...</a:t>
            </a:r>
          </a:p>
          <a:p>
            <a:pPr algn="l"/>
            <a:r>
              <a:rPr lang="en-US" sz="1800">
                <a:sym typeface="Wingdings" pitchFamily="2" charset="2"/>
              </a:rPr>
              <a:t>– The ... "data" is called ... This new type of code even removes ... because cast can only be done when ...</a:t>
            </a:r>
          </a:p>
          <a:p>
            <a:pPr algn="l"/>
            <a:r>
              <a:rPr lang="en-US" sz="1800">
                <a:sym typeface="Wingdings" pitchFamily="2" charset="2"/>
              </a:rPr>
              <a:t>- Reassigning ... is often considered ... because we can't .... </a:t>
            </a:r>
          </a:p>
          <a:p>
            <a:pPr algn="l"/>
            <a:r>
              <a:rPr lang="en-US" sz="1800">
                <a:sym typeface="Wingdings" pitchFamily="2" charset="2"/>
              </a:rPr>
              <a:t>(code illustration snippet 21)</a:t>
            </a:r>
          </a:p>
          <a:p>
            <a:pPr algn="l"/>
            <a:r>
              <a:rPr lang="en-US" sz="1800">
                <a:sym typeface="Wingdings" pitchFamily="2" charset="2"/>
              </a:rPr>
              <a:t>- We can ... this ... by ... (code illustration snippet 22)</a:t>
            </a:r>
          </a:p>
        </p:txBody>
      </p:sp>
    </p:spTree>
    <p:extLst>
      <p:ext uri="{BB962C8B-B14F-4D97-AF65-F5344CB8AC3E}">
        <p14:creationId xmlns:p14="http://schemas.microsoft.com/office/powerpoint/2010/main" val="33896492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C15B5A-217F-8159-544B-2420B4DAD63C}"/>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94D3EE7-1A3E-9845-17F9-5206030443D0}"/>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New things</a:t>
            </a:r>
          </a:p>
        </p:txBody>
      </p:sp>
      <p:sp>
        <p:nvSpPr>
          <p:cNvPr id="4" name="Subtitle 2">
            <a:extLst>
              <a:ext uri="{FF2B5EF4-FFF2-40B4-BE49-F238E27FC236}">
                <a16:creationId xmlns:a16="http://schemas.microsoft.com/office/drawing/2014/main" id="{61707934-4EDE-D225-48BF-CC9140E4B05E}"/>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Pattern variables and Expressions</a:t>
            </a:r>
          </a:p>
          <a:p>
            <a:pPr algn="l"/>
            <a:r>
              <a:rPr lang="en-US" sz="1800">
                <a:sym typeface="Wingdings" pitchFamily="2" charset="2"/>
              </a:rPr>
              <a:t>- Pattern matching also allows us to ... to ... data</a:t>
            </a:r>
          </a:p>
          <a:p>
            <a:pPr algn="l"/>
            <a:r>
              <a:rPr lang="en-US" sz="1800">
                <a:sym typeface="Wingdings" pitchFamily="2" charset="2"/>
              </a:rPr>
              <a:t>(code illustration snippet 23)</a:t>
            </a:r>
          </a:p>
          <a:p>
            <a:pPr algn="l"/>
            <a:r>
              <a:rPr lang="en-US" sz="1800">
                <a:sym typeface="Wingdings" pitchFamily="2" charset="2"/>
              </a:rPr>
              <a:t>- A condition to use ... is .... It can't be a ..., a ..., and a ...</a:t>
            </a:r>
          </a:p>
          <a:p>
            <a:pPr algn="l"/>
            <a:r>
              <a:rPr lang="en-US" sz="1800">
                <a:sym typeface="Wingdings" pitchFamily="2" charset="2"/>
              </a:rPr>
              <a:t>– Although normal ... </a:t>
            </a:r>
          </a:p>
          <a:p>
            <a:pPr algn="l"/>
            <a:r>
              <a:rPr lang="en-US" sz="1800">
                <a:sym typeface="Wingdings" pitchFamily="2" charset="2"/>
              </a:rPr>
              <a:t>(code illustration snippet 24)</a:t>
            </a:r>
          </a:p>
          <a:p>
            <a:pPr algn="l"/>
            <a:r>
              <a:rPr lang="en-US" sz="1800" b="1">
                <a:sym typeface="Wingdings" pitchFamily="2" charset="2"/>
              </a:rPr>
              <a:t>Flow scoping</a:t>
            </a:r>
          </a:p>
          <a:p>
            <a:pPr algn="l"/>
            <a:r>
              <a:rPr lang="en-US" sz="1800">
                <a:sym typeface="Wingdings" pitchFamily="2" charset="2"/>
              </a:rPr>
              <a:t>- ... has something called </a:t>
            </a:r>
            <a:r>
              <a:rPr lang="en-US" sz="1800" b="1">
                <a:sym typeface="Wingdings" pitchFamily="2" charset="2"/>
              </a:rPr>
              <a:t>flow scoping</a:t>
            </a:r>
            <a:r>
              <a:rPr lang="en-US" sz="1800">
                <a:sym typeface="Wingdings" pitchFamily="2" charset="2"/>
              </a:rPr>
              <a:t>. Flow scoping is used to ... variable.</a:t>
            </a:r>
          </a:p>
          <a:p>
            <a:pPr algn="l"/>
            <a:r>
              <a:rPr lang="en-US" sz="1800">
                <a:sym typeface="Wingdings" pitchFamily="2" charset="2"/>
              </a:rPr>
              <a:t>- Unlike traditional ..., the ... variable ... based on ...</a:t>
            </a:r>
          </a:p>
          <a:p>
            <a:pPr algn="l"/>
            <a:r>
              <a:rPr lang="en-US" sz="1800">
                <a:sym typeface="Wingdings" pitchFamily="2" charset="2"/>
              </a:rPr>
              <a:t>(code illustration snippet 25)</a:t>
            </a:r>
          </a:p>
          <a:p>
            <a:pPr algn="l"/>
            <a:r>
              <a:rPr lang="en-US" sz="1800">
                <a:sym typeface="Wingdings" pitchFamily="2" charset="2"/>
              </a:rPr>
              <a:t>- In illustrated example, we use ... instead of ... which ... =&gt; The ... will run ... =&gt; ...</a:t>
            </a:r>
          </a:p>
          <a:p>
            <a:pPr algn="l"/>
            <a:r>
              <a:rPr lang="en-US" sz="1800">
                <a:sym typeface="Wingdings" pitchFamily="2" charset="2"/>
              </a:rPr>
              <a:t>(code illustration snippet 26, 27) </a:t>
            </a:r>
          </a:p>
          <a:p>
            <a:pPr algn="l"/>
            <a:r>
              <a:rPr lang="en-US" sz="1800">
                <a:sym typeface="Wingdings" pitchFamily="2" charset="2"/>
              </a:rPr>
              <a:t>- According to Java ... a variable ... in ... cases</a:t>
            </a:r>
          </a:p>
          <a:p>
            <a:pPr algn="l"/>
            <a:r>
              <a:rPr lang="en-US" sz="1800">
                <a:sym typeface="Wingdings" pitchFamily="2" charset="2"/>
              </a:rPr>
              <a:t>+) The condition ...</a:t>
            </a:r>
          </a:p>
          <a:p>
            <a:pPr algn="l"/>
            <a:r>
              <a:rPr lang="en-US" sz="1800">
                <a:sym typeface="Wingdings" pitchFamily="2" charset="2"/>
              </a:rPr>
              <a:t>+) The condition ... and ... completed ... (all of the statements such as ... counted as ...)</a:t>
            </a:r>
          </a:p>
          <a:p>
            <a:pPr algn="l"/>
            <a:r>
              <a:rPr lang="en-US" sz="1800">
                <a:sym typeface="Wingdings" pitchFamily="2" charset="2"/>
              </a:rPr>
              <a:t>=&gt; These are ... variable ...</a:t>
            </a:r>
          </a:p>
        </p:txBody>
      </p:sp>
    </p:spTree>
    <p:extLst>
      <p:ext uri="{BB962C8B-B14F-4D97-AF65-F5344CB8AC3E}">
        <p14:creationId xmlns:p14="http://schemas.microsoft.com/office/powerpoint/2010/main" val="19004203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4">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C1F08C-3338-BD6C-C148-14B10BCE947C}"/>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8B24CD2-1415-01EF-CEE2-DE4EE783D013}"/>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New things</a:t>
            </a:r>
          </a:p>
        </p:txBody>
      </p:sp>
      <p:sp>
        <p:nvSpPr>
          <p:cNvPr id="4" name="Subtitle 2">
            <a:extLst>
              <a:ext uri="{FF2B5EF4-FFF2-40B4-BE49-F238E27FC236}">
                <a16:creationId xmlns:a16="http://schemas.microsoft.com/office/drawing/2014/main" id="{6D570FA9-0930-19DB-3043-779264EB7A71}"/>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28,29)</a:t>
            </a:r>
          </a:p>
          <a:p>
            <a:pPr algn="l"/>
            <a:r>
              <a:rPr lang="en-US" sz="1800">
                <a:sym typeface="Wingdings" pitchFamily="2" charset="2"/>
              </a:rPr>
              <a:t>- The reason why Java design it like this is because ...: if ... complete ... =&gt; it must be, ... otherwise, Java won't know ...</a:t>
            </a:r>
          </a:p>
          <a:p>
            <a:pPr algn="l"/>
            <a:r>
              <a:rPr lang="en-US" sz="1800" b="1">
                <a:sym typeface="Wingdings" pitchFamily="2" charset="2"/>
              </a:rPr>
              <a:t>V – New swtich statement feature and Switch Expression</a:t>
            </a:r>
          </a:p>
          <a:p>
            <a:pPr algn="l"/>
            <a:r>
              <a:rPr lang="en-US" sz="1800">
                <a:sym typeface="Wingdings" pitchFamily="2" charset="2"/>
              </a:rPr>
              <a:t>- In Java 14 of ..., allowed to ....</a:t>
            </a:r>
          </a:p>
          <a:p>
            <a:pPr algn="l"/>
            <a:r>
              <a:rPr lang="en-US" sz="1800">
                <a:sym typeface="Wingdings" pitchFamily="2" charset="2"/>
              </a:rPr>
              <a:t>(code illustration snippet 30)</a:t>
            </a:r>
          </a:p>
          <a:p>
            <a:pPr algn="l"/>
            <a:r>
              <a:rPr lang="en-US" sz="1800">
                <a:sym typeface="Wingdings" pitchFamily="2" charset="2"/>
              </a:rPr>
              <a:t>(code illustration snippet 31)</a:t>
            </a:r>
          </a:p>
          <a:p>
            <a:pPr algn="l"/>
            <a:r>
              <a:rPr lang="en-US" sz="1800">
                <a:sym typeface="Wingdings" pitchFamily="2" charset="2"/>
              </a:rPr>
              <a:t>- We can see that this method is .... =&gt; in Java ..., a new type of ... called ....</a:t>
            </a:r>
          </a:p>
          <a:p>
            <a:pPr algn="l"/>
            <a:r>
              <a:rPr lang="en-US" sz="1800">
                <a:sym typeface="Wingdings" pitchFamily="2" charset="2"/>
              </a:rPr>
              <a:t>- It has ... syntax than ...</a:t>
            </a:r>
          </a:p>
          <a:p>
            <a:pPr algn="l"/>
            <a:r>
              <a:rPr lang="en-US" sz="1800">
                <a:sym typeface="Wingdings" pitchFamily="2" charset="2"/>
              </a:rPr>
              <a:t>– We use it as a ... and assign .... (of course the type ...)</a:t>
            </a:r>
          </a:p>
          <a:p>
            <a:pPr algn="l"/>
            <a:r>
              <a:rPr lang="en-US" sz="1800">
                <a:sym typeface="Wingdings" pitchFamily="2" charset="2"/>
              </a:rPr>
              <a:t>(code illustration snippet 32)</a:t>
            </a:r>
          </a:p>
          <a:p>
            <a:pPr algn="l"/>
            <a:r>
              <a:rPr lang="en-US" sz="1800">
                <a:sym typeface="Wingdings" pitchFamily="2" charset="2"/>
              </a:rPr>
              <a:t>- Of course we can use ... normal ..., and we can ... combine ... (code illustration snippet 33)</a:t>
            </a:r>
          </a:p>
          <a:p>
            <a:pPr algn="l"/>
            <a:r>
              <a:rPr lang="en-US" sz="1800">
                <a:sym typeface="Wingdings" pitchFamily="2" charset="2"/>
              </a:rPr>
              <a:t>- Rules when using ...</a:t>
            </a:r>
          </a:p>
          <a:p>
            <a:pPr algn="l"/>
            <a:r>
              <a:rPr lang="en-US" sz="1800">
                <a:sym typeface="Wingdings" pitchFamily="2" charset="2"/>
              </a:rPr>
              <a:t>+) If .. branch doesnt throw ... =&gt; return ... (except is we use local .. type ...)</a:t>
            </a:r>
          </a:p>
          <a:p>
            <a:pPr algn="l"/>
            <a:r>
              <a:rPr lang="en-US" sz="1800">
                <a:sym typeface="Wingdings" pitchFamily="2" charset="2"/>
              </a:rPr>
              <a:t>+) If switch ... value =&gt; all branch that is not a ... must ... value </a:t>
            </a:r>
          </a:p>
          <a:p>
            <a:pPr algn="l"/>
            <a:r>
              <a:rPr lang="en-US" sz="1800">
                <a:sym typeface="Wingdings" pitchFamily="2" charset="2"/>
              </a:rPr>
              <a:t>+) (note: what does it mean by: "cover all..." ? This is because switch is ... type =&gt; There will be case where ... not needed</a:t>
            </a:r>
          </a:p>
          <a:p>
            <a:pPr algn="l"/>
            <a:r>
              <a:rPr lang="en-US" sz="1800">
                <a:sym typeface="Wingdings" pitchFamily="2" charset="2"/>
              </a:rPr>
              <a:t>- However, if switch isn't ... then ... needed</a:t>
            </a:r>
          </a:p>
          <a:p>
            <a:pPr algn="l"/>
            <a:endParaRPr lang="en-US" sz="1800">
              <a:sym typeface="Wingdings" pitchFamily="2" charset="2"/>
            </a:endParaRPr>
          </a:p>
        </p:txBody>
      </p:sp>
    </p:spTree>
    <p:extLst>
      <p:ext uri="{BB962C8B-B14F-4D97-AF65-F5344CB8AC3E}">
        <p14:creationId xmlns:p14="http://schemas.microsoft.com/office/powerpoint/2010/main" val="19351372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4">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226FC-922E-599E-F6DC-A86A745BADAC}"/>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6C30E091-F649-0BFA-BAC7-F44A673EEDD8}"/>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New things</a:t>
            </a:r>
          </a:p>
        </p:txBody>
      </p:sp>
      <p:sp>
        <p:nvSpPr>
          <p:cNvPr id="4" name="Subtitle 2">
            <a:extLst>
              <a:ext uri="{FF2B5EF4-FFF2-40B4-BE49-F238E27FC236}">
                <a16:creationId xmlns:a16="http://schemas.microsoft.com/office/drawing/2014/main" id="{7AB3D9BC-37D1-9386-B529-5009F6D17190}"/>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For ... expression, ... is needed because it doesn't differ from ... =&gt; a ... is needed at the ....</a:t>
            </a:r>
          </a:p>
          <a:p>
            <a:pPr algn="l"/>
            <a:r>
              <a:rPr lang="en-US" sz="1800">
                <a:sym typeface="Wingdings" pitchFamily="2" charset="2"/>
              </a:rPr>
              <a:t>– In new ..., if we don't use ... =&gt; we must have ...</a:t>
            </a:r>
          </a:p>
          <a:p>
            <a:pPr algn="l"/>
            <a:r>
              <a:rPr lang="en-US" sz="1800">
                <a:sym typeface="Wingdings" pitchFamily="2" charset="2"/>
              </a:rPr>
              <a:t>- Otherwise, we don't need ...</a:t>
            </a:r>
          </a:p>
          <a:p>
            <a:pPr algn="l"/>
            <a:r>
              <a:rPr lang="en-US" sz="1800">
                <a:sym typeface="Wingdings" pitchFamily="2" charset="2"/>
              </a:rPr>
              <a:t>(code illustration snippet 32, again</a:t>
            </a:r>
          </a:p>
          <a:p>
            <a:pPr algn="l"/>
            <a:r>
              <a:rPr lang="en-US" sz="1800" b="1">
                <a:sym typeface="Wingdings" pitchFamily="2" charset="2"/>
              </a:rPr>
              <a:t>VI – New String class methods</a:t>
            </a:r>
          </a:p>
          <a:p>
            <a:pPr algn="l"/>
            <a:r>
              <a:rPr lang="en-US" sz="1800" b="1">
                <a:sym typeface="Wingdings" pitchFamily="2" charset="2"/>
              </a:rPr>
              <a:t>strip()</a:t>
            </a:r>
          </a:p>
          <a:p>
            <a:pPr algn="l"/>
            <a:endParaRPr lang="en-US" sz="1800" b="1">
              <a:sym typeface="Wingdings" pitchFamily="2" charset="2"/>
            </a:endParaRPr>
          </a:p>
          <a:p>
            <a:pPr algn="l"/>
            <a:r>
              <a:rPr lang="en-US" sz="1800" b="1">
                <a:sym typeface="Wingdings" pitchFamily="2" charset="2"/>
              </a:rPr>
              <a:t>stripLeading() and stripTrailing()</a:t>
            </a:r>
          </a:p>
          <a:p>
            <a:pPr algn="l"/>
            <a:r>
              <a:rPr lang="en-US" sz="1800">
                <a:sym typeface="Wingdings" pitchFamily="2" charset="2"/>
              </a:rPr>
              <a:t>- NOTE: strip() and trim() .... but strip()...</a:t>
            </a:r>
          </a:p>
          <a:p>
            <a:pPr algn="l"/>
            <a:r>
              <a:rPr lang="en-US" sz="1800" b="1">
                <a:sym typeface="Wingdings" pitchFamily="2" charset="2"/>
              </a:rPr>
              <a:t>working with indentation</a:t>
            </a:r>
          </a:p>
          <a:p>
            <a:pPr algn="l"/>
            <a:r>
              <a:rPr lang="en-US" sz="1800">
                <a:sym typeface="Wingdings" pitchFamily="2" charset="2"/>
              </a:rPr>
              <a:t>- We have 2 new methods for ...</a:t>
            </a:r>
          </a:p>
          <a:p>
            <a:pPr algn="l"/>
            <a:r>
              <a:rPr lang="en-US" sz="1800" b="1">
                <a:sym typeface="Wingdings" pitchFamily="2" charset="2"/>
              </a:rPr>
              <a:t>indent(int numberSpaces)</a:t>
            </a:r>
          </a:p>
          <a:p>
            <a:pPr algn="l"/>
            <a:r>
              <a:rPr lang="en-US" sz="1800">
                <a:sym typeface="Wingdings" pitchFamily="2" charset="2"/>
              </a:rPr>
              <a:t>- If we add a ... number =&gt; ...</a:t>
            </a:r>
          </a:p>
          <a:p>
            <a:pPr algn="l"/>
            <a:r>
              <a:rPr lang="en-US" sz="1800">
                <a:sym typeface="Wingdings" pitchFamily="2" charset="2"/>
              </a:rPr>
              <a:t>– If we add a ... number =&gt; If ... than the total ... =&gt;</a:t>
            </a:r>
          </a:p>
          <a:p>
            <a:pPr algn="l"/>
            <a:r>
              <a:rPr lang="en-US" sz="1800">
                <a:sym typeface="Wingdings" pitchFamily="2" charset="2"/>
              </a:rPr>
              <a:t>- But if the number ... than the total =&gt; ...</a:t>
            </a:r>
          </a:p>
          <a:p>
            <a:pPr algn="l"/>
            <a:r>
              <a:rPr lang="en-US" sz="1800">
                <a:sym typeface="Wingdings" pitchFamily="2" charset="2"/>
              </a:rPr>
              <a:t>- If we add 0 =&gt; ...</a:t>
            </a:r>
          </a:p>
        </p:txBody>
      </p:sp>
    </p:spTree>
    <p:extLst>
      <p:ext uri="{BB962C8B-B14F-4D97-AF65-F5344CB8AC3E}">
        <p14:creationId xmlns:p14="http://schemas.microsoft.com/office/powerpoint/2010/main" val="27433087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4">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B8D278-6DBE-B799-1FF3-ECD659CF78E1}"/>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B8E11262-FE06-5C65-B37B-5F3EA5CCEA67}"/>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New things</a:t>
            </a:r>
          </a:p>
        </p:txBody>
      </p:sp>
      <p:sp>
        <p:nvSpPr>
          <p:cNvPr id="4" name="Subtitle 2">
            <a:extLst>
              <a:ext uri="{FF2B5EF4-FFF2-40B4-BE49-F238E27FC236}">
                <a16:creationId xmlns:a16="http://schemas.microsoft.com/office/drawing/2014/main" id="{549F6D37-6A7A-D672-5A1E-CAC10D0885A1}"/>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Indent also add a ... if .... This is because if we add a ... before the line ... =&gt; ... won't ... =&gt; We must add a ... to move ... line</a:t>
            </a:r>
          </a:p>
          <a:p>
            <a:pPr algn="l"/>
            <a:r>
              <a:rPr lang="en-US" sz="1800">
                <a:sym typeface="Wingdings" pitchFamily="2" charset="2"/>
              </a:rPr>
              <a:t>(code illustration snippet 34)</a:t>
            </a:r>
          </a:p>
          <a:p>
            <a:pPr algn="l"/>
            <a:r>
              <a:rPr lang="en-US" sz="1800">
                <a:sym typeface="Wingdings" pitchFamily="2" charset="2"/>
              </a:rPr>
              <a:t>- However,  when we use ... with .... String ... there will be ... cases:</a:t>
            </a:r>
          </a:p>
          <a:p>
            <a:pPr algn="l"/>
            <a:r>
              <a:rPr lang="en-US" sz="1800">
                <a:sym typeface="Wingdings" pitchFamily="2" charset="2"/>
              </a:rPr>
              <a:t>+)... (code illustration snippet 35) </a:t>
            </a:r>
          </a:p>
          <a:p>
            <a:pPr algn="l"/>
            <a:r>
              <a:rPr lang="en-US" sz="1800">
                <a:sym typeface="Wingdings" pitchFamily="2" charset="2"/>
              </a:rPr>
              <a:t>+)...(code illustration snippet 36)</a:t>
            </a:r>
          </a:p>
          <a:p>
            <a:pPr algn="l"/>
            <a:endParaRPr lang="en-US" sz="1800">
              <a:sym typeface="Wingdings" pitchFamily="2" charset="2"/>
            </a:endParaRPr>
          </a:p>
          <a:p>
            <a:pPr algn="l"/>
            <a:r>
              <a:rPr lang="en-US" sz="1800" b="1">
                <a:sym typeface="Wingdings" pitchFamily="2" charset="2"/>
              </a:rPr>
              <a:t>(the book explains stripIndent() in a pretty stupid way, so I will explain it in my way)</a:t>
            </a:r>
            <a:br>
              <a:rPr lang="en-US" sz="1800" b="1">
                <a:sym typeface="Wingdings" pitchFamily="2" charset="2"/>
              </a:rPr>
            </a:br>
            <a:r>
              <a:rPr lang="en-US" sz="1800">
                <a:sym typeface="Wingdings" pitchFamily="2" charset="2"/>
              </a:rPr>
              <a:t>- stripIndent() is usually used with ... String, but use ... to represent ...</a:t>
            </a:r>
            <a:r>
              <a:rPr lang="en-US" sz="1800" b="1">
                <a:sym typeface="Wingdings" pitchFamily="2" charset="2"/>
              </a:rPr>
              <a:t> </a:t>
            </a:r>
            <a:r>
              <a:rPr lang="en-US" sz="1800">
                <a:sym typeface="Wingdings" pitchFamily="2" charset="2"/>
              </a:rPr>
              <a:t>=&gt; The ... line and ... space will ... =&gt; This method will ...</a:t>
            </a:r>
          </a:p>
          <a:p>
            <a:pPr algn="l"/>
            <a:r>
              <a:rPr lang="en-US" sz="1800">
                <a:sym typeface="Wingdings" pitchFamily="2" charset="2"/>
              </a:rPr>
              <a:t>(code illustration snippet 37)</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CC394A8A-2900-58E2-B6B8-3ED620A87FE8}"/>
              </a:ext>
            </a:extLst>
          </p:cNvPr>
          <p:cNvPicPr>
            <a:picLocks noChangeAspect="1"/>
          </p:cNvPicPr>
          <p:nvPr/>
        </p:nvPicPr>
        <p:blipFill>
          <a:blip r:embed="rId3"/>
          <a:stretch>
            <a:fillRect/>
          </a:stretch>
        </p:blipFill>
        <p:spPr>
          <a:xfrm>
            <a:off x="3023684" y="3614040"/>
            <a:ext cx="6769100" cy="3243960"/>
          </a:xfrm>
          <a:prstGeom prst="rect">
            <a:avLst/>
          </a:prstGeom>
        </p:spPr>
      </p:pic>
      <mc:AlternateContent xmlns:mc="http://schemas.openxmlformats.org/markup-compatibility/2006" xmlns:p14="http://schemas.microsoft.com/office/powerpoint/2010/main">
        <mc:Choice Requires="p14">
          <p:contentPart p14:bwMode="auto" r:id="rId4">
            <p14:nvContentPartPr>
              <p14:cNvPr id="5" name="Ink 4">
                <a:extLst>
                  <a:ext uri="{FF2B5EF4-FFF2-40B4-BE49-F238E27FC236}">
                    <a16:creationId xmlns:a16="http://schemas.microsoft.com/office/drawing/2014/main" id="{03F79A22-3682-ACB4-0C27-45A0F933D819}"/>
                  </a:ext>
                </a:extLst>
              </p14:cNvPr>
              <p14:cNvContentPartPr/>
              <p14:nvPr/>
            </p14:nvContentPartPr>
            <p14:xfrm>
              <a:off x="5206364" y="4540900"/>
              <a:ext cx="3692880" cy="241920"/>
            </p14:xfrm>
          </p:contentPart>
        </mc:Choice>
        <mc:Fallback xmlns="">
          <p:pic>
            <p:nvPicPr>
              <p:cNvPr id="5" name="Ink 4">
                <a:extLst>
                  <a:ext uri="{FF2B5EF4-FFF2-40B4-BE49-F238E27FC236}">
                    <a16:creationId xmlns:a16="http://schemas.microsoft.com/office/drawing/2014/main" id="{03F79A22-3682-ACB4-0C27-45A0F933D819}"/>
                  </a:ext>
                </a:extLst>
              </p:cNvPr>
              <p:cNvPicPr/>
              <p:nvPr/>
            </p:nvPicPr>
            <p:blipFill>
              <a:blip r:embed="rId5"/>
              <a:stretch>
                <a:fillRect/>
              </a:stretch>
            </p:blipFill>
            <p:spPr>
              <a:xfrm>
                <a:off x="5143364" y="4477900"/>
                <a:ext cx="3818520" cy="3675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6" name="Ink 5">
                <a:extLst>
                  <a:ext uri="{FF2B5EF4-FFF2-40B4-BE49-F238E27FC236}">
                    <a16:creationId xmlns:a16="http://schemas.microsoft.com/office/drawing/2014/main" id="{A2BB771A-5EB6-852E-DCA7-8D8B1928C06E}"/>
                  </a:ext>
                </a:extLst>
              </p14:cNvPr>
              <p14:cNvContentPartPr/>
              <p14:nvPr/>
            </p14:nvContentPartPr>
            <p14:xfrm>
              <a:off x="5127164" y="4992700"/>
              <a:ext cx="3911760" cy="167400"/>
            </p14:xfrm>
          </p:contentPart>
        </mc:Choice>
        <mc:Fallback xmlns="">
          <p:pic>
            <p:nvPicPr>
              <p:cNvPr id="6" name="Ink 5">
                <a:extLst>
                  <a:ext uri="{FF2B5EF4-FFF2-40B4-BE49-F238E27FC236}">
                    <a16:creationId xmlns:a16="http://schemas.microsoft.com/office/drawing/2014/main" id="{A2BB771A-5EB6-852E-DCA7-8D8B1928C06E}"/>
                  </a:ext>
                </a:extLst>
              </p:cNvPr>
              <p:cNvPicPr/>
              <p:nvPr/>
            </p:nvPicPr>
            <p:blipFill>
              <a:blip r:embed="rId7"/>
              <a:stretch>
                <a:fillRect/>
              </a:stretch>
            </p:blipFill>
            <p:spPr>
              <a:xfrm>
                <a:off x="5064164" y="4930060"/>
                <a:ext cx="4037400" cy="293040"/>
              </a:xfrm>
              <a:prstGeom prst="rect">
                <a:avLst/>
              </a:prstGeom>
            </p:spPr>
          </p:pic>
        </mc:Fallback>
      </mc:AlternateContent>
      <p:grpSp>
        <p:nvGrpSpPr>
          <p:cNvPr id="16" name="Group 15">
            <a:extLst>
              <a:ext uri="{FF2B5EF4-FFF2-40B4-BE49-F238E27FC236}">
                <a16:creationId xmlns:a16="http://schemas.microsoft.com/office/drawing/2014/main" id="{0DEB3199-1DEC-D918-2FFE-927B17B3A144}"/>
              </a:ext>
            </a:extLst>
          </p:cNvPr>
          <p:cNvGrpSpPr/>
          <p:nvPr/>
        </p:nvGrpSpPr>
        <p:grpSpPr>
          <a:xfrm>
            <a:off x="5032844" y="5361340"/>
            <a:ext cx="3788640" cy="329760"/>
            <a:chOff x="5032844" y="5361340"/>
            <a:chExt cx="3788640" cy="329760"/>
          </a:xfrm>
        </p:grpSpPr>
        <mc:AlternateContent xmlns:mc="http://schemas.openxmlformats.org/markup-compatibility/2006" xmlns:p14="http://schemas.microsoft.com/office/powerpoint/2010/main">
          <mc:Choice Requires="p14">
            <p:contentPart p14:bwMode="auto" r:id="rId8">
              <p14:nvContentPartPr>
                <p14:cNvPr id="7" name="Ink 6">
                  <a:extLst>
                    <a:ext uri="{FF2B5EF4-FFF2-40B4-BE49-F238E27FC236}">
                      <a16:creationId xmlns:a16="http://schemas.microsoft.com/office/drawing/2014/main" id="{EA3D1A57-BF2D-1ABE-239D-4DC68AA17885}"/>
                    </a:ext>
                  </a:extLst>
                </p14:cNvPr>
                <p14:cNvContentPartPr/>
                <p14:nvPr/>
              </p14:nvContentPartPr>
              <p14:xfrm>
                <a:off x="5032844" y="5361340"/>
                <a:ext cx="3788640" cy="61200"/>
              </p14:xfrm>
            </p:contentPart>
          </mc:Choice>
          <mc:Fallback xmlns="">
            <p:pic>
              <p:nvPicPr>
                <p:cNvPr id="7" name="Ink 6">
                  <a:extLst>
                    <a:ext uri="{FF2B5EF4-FFF2-40B4-BE49-F238E27FC236}">
                      <a16:creationId xmlns:a16="http://schemas.microsoft.com/office/drawing/2014/main" id="{EA3D1A57-BF2D-1ABE-239D-4DC68AA17885}"/>
                    </a:ext>
                  </a:extLst>
                </p:cNvPr>
                <p:cNvPicPr/>
                <p:nvPr/>
              </p:nvPicPr>
              <p:blipFill>
                <a:blip r:embed="rId9"/>
                <a:stretch>
                  <a:fillRect/>
                </a:stretch>
              </p:blipFill>
              <p:spPr>
                <a:xfrm>
                  <a:off x="4969844" y="5298700"/>
                  <a:ext cx="3914280" cy="18684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 name="Ink 7">
                  <a:extLst>
                    <a:ext uri="{FF2B5EF4-FFF2-40B4-BE49-F238E27FC236}">
                      <a16:creationId xmlns:a16="http://schemas.microsoft.com/office/drawing/2014/main" id="{8E7D91CF-371B-58BA-640C-23F1AD255C7D}"/>
                    </a:ext>
                  </a:extLst>
                </p14:cNvPr>
                <p14:cNvContentPartPr/>
                <p14:nvPr/>
              </p14:nvContentPartPr>
              <p14:xfrm>
                <a:off x="5169284" y="5524780"/>
                <a:ext cx="1669320" cy="33480"/>
              </p14:xfrm>
            </p:contentPart>
          </mc:Choice>
          <mc:Fallback xmlns="">
            <p:pic>
              <p:nvPicPr>
                <p:cNvPr id="8" name="Ink 7">
                  <a:extLst>
                    <a:ext uri="{FF2B5EF4-FFF2-40B4-BE49-F238E27FC236}">
                      <a16:creationId xmlns:a16="http://schemas.microsoft.com/office/drawing/2014/main" id="{8E7D91CF-371B-58BA-640C-23F1AD255C7D}"/>
                    </a:ext>
                  </a:extLst>
                </p:cNvPr>
                <p:cNvPicPr/>
                <p:nvPr/>
              </p:nvPicPr>
              <p:blipFill>
                <a:blip r:embed="rId11"/>
                <a:stretch>
                  <a:fillRect/>
                </a:stretch>
              </p:blipFill>
              <p:spPr>
                <a:xfrm>
                  <a:off x="5106644" y="5462140"/>
                  <a:ext cx="1794960" cy="15912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9" name="Ink 8">
                  <a:extLst>
                    <a:ext uri="{FF2B5EF4-FFF2-40B4-BE49-F238E27FC236}">
                      <a16:creationId xmlns:a16="http://schemas.microsoft.com/office/drawing/2014/main" id="{68D316AD-60BB-115A-A06E-03D9F237964A}"/>
                    </a:ext>
                  </a:extLst>
                </p14:cNvPr>
                <p14:cNvContentPartPr/>
                <p14:nvPr/>
              </p14:nvContentPartPr>
              <p14:xfrm>
                <a:off x="5164964" y="5670580"/>
                <a:ext cx="1675080" cy="20520"/>
              </p14:xfrm>
            </p:contentPart>
          </mc:Choice>
          <mc:Fallback xmlns="">
            <p:pic>
              <p:nvPicPr>
                <p:cNvPr id="9" name="Ink 8">
                  <a:extLst>
                    <a:ext uri="{FF2B5EF4-FFF2-40B4-BE49-F238E27FC236}">
                      <a16:creationId xmlns:a16="http://schemas.microsoft.com/office/drawing/2014/main" id="{68D316AD-60BB-115A-A06E-03D9F237964A}"/>
                    </a:ext>
                  </a:extLst>
                </p:cNvPr>
                <p:cNvPicPr/>
                <p:nvPr/>
              </p:nvPicPr>
              <p:blipFill>
                <a:blip r:embed="rId13"/>
                <a:stretch>
                  <a:fillRect/>
                </a:stretch>
              </p:blipFill>
              <p:spPr>
                <a:xfrm>
                  <a:off x="5102324" y="5607580"/>
                  <a:ext cx="1800720" cy="1461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4">
            <p14:nvContentPartPr>
              <p14:cNvPr id="12" name="Ink 11">
                <a:extLst>
                  <a:ext uri="{FF2B5EF4-FFF2-40B4-BE49-F238E27FC236}">
                    <a16:creationId xmlns:a16="http://schemas.microsoft.com/office/drawing/2014/main" id="{34B312C8-1EDF-B30D-6641-3BBEC089091F}"/>
                  </a:ext>
                </a:extLst>
              </p14:cNvPr>
              <p14:cNvContentPartPr/>
              <p14:nvPr/>
            </p14:nvContentPartPr>
            <p14:xfrm>
              <a:off x="5078204" y="6246220"/>
              <a:ext cx="3742200" cy="257760"/>
            </p14:xfrm>
          </p:contentPart>
        </mc:Choice>
        <mc:Fallback xmlns="">
          <p:pic>
            <p:nvPicPr>
              <p:cNvPr id="12" name="Ink 11">
                <a:extLst>
                  <a:ext uri="{FF2B5EF4-FFF2-40B4-BE49-F238E27FC236}">
                    <a16:creationId xmlns:a16="http://schemas.microsoft.com/office/drawing/2014/main" id="{34B312C8-1EDF-B30D-6641-3BBEC089091F}"/>
                  </a:ext>
                </a:extLst>
              </p:cNvPr>
              <p:cNvPicPr/>
              <p:nvPr/>
            </p:nvPicPr>
            <p:blipFill>
              <a:blip r:embed="rId15"/>
              <a:stretch>
                <a:fillRect/>
              </a:stretch>
            </p:blipFill>
            <p:spPr>
              <a:xfrm>
                <a:off x="5015204" y="6183220"/>
                <a:ext cx="3867840" cy="383400"/>
              </a:xfrm>
              <a:prstGeom prst="rect">
                <a:avLst/>
              </a:prstGeom>
            </p:spPr>
          </p:pic>
        </mc:Fallback>
      </mc:AlternateContent>
      <p:grpSp>
        <p:nvGrpSpPr>
          <p:cNvPr id="19" name="Group 18">
            <a:extLst>
              <a:ext uri="{FF2B5EF4-FFF2-40B4-BE49-F238E27FC236}">
                <a16:creationId xmlns:a16="http://schemas.microsoft.com/office/drawing/2014/main" id="{98FA29B1-D200-232E-70FA-21D5970B59A8}"/>
              </a:ext>
            </a:extLst>
          </p:cNvPr>
          <p:cNvGrpSpPr/>
          <p:nvPr/>
        </p:nvGrpSpPr>
        <p:grpSpPr>
          <a:xfrm>
            <a:off x="5230124" y="5826820"/>
            <a:ext cx="1630440" cy="235440"/>
            <a:chOff x="5230124" y="5826820"/>
            <a:chExt cx="1630440" cy="235440"/>
          </a:xfrm>
        </p:grpSpPr>
        <mc:AlternateContent xmlns:mc="http://schemas.openxmlformats.org/markup-compatibility/2006" xmlns:p14="http://schemas.microsoft.com/office/powerpoint/2010/main">
          <mc:Choice Requires="p14">
            <p:contentPart p14:bwMode="auto" r:id="rId16">
              <p14:nvContentPartPr>
                <p14:cNvPr id="10" name="Ink 9">
                  <a:extLst>
                    <a:ext uri="{FF2B5EF4-FFF2-40B4-BE49-F238E27FC236}">
                      <a16:creationId xmlns:a16="http://schemas.microsoft.com/office/drawing/2014/main" id="{E62C705A-42B4-CE84-D765-9FA92CED71C9}"/>
                    </a:ext>
                  </a:extLst>
                </p14:cNvPr>
                <p14:cNvContentPartPr/>
                <p14:nvPr/>
              </p14:nvContentPartPr>
              <p14:xfrm>
                <a:off x="5242364" y="5826820"/>
                <a:ext cx="1618200" cy="43200"/>
              </p14:xfrm>
            </p:contentPart>
          </mc:Choice>
          <mc:Fallback xmlns="">
            <p:pic>
              <p:nvPicPr>
                <p:cNvPr id="10" name="Ink 9">
                  <a:extLst>
                    <a:ext uri="{FF2B5EF4-FFF2-40B4-BE49-F238E27FC236}">
                      <a16:creationId xmlns:a16="http://schemas.microsoft.com/office/drawing/2014/main" id="{E62C705A-42B4-CE84-D765-9FA92CED71C9}"/>
                    </a:ext>
                  </a:extLst>
                </p:cNvPr>
                <p:cNvPicPr/>
                <p:nvPr/>
              </p:nvPicPr>
              <p:blipFill>
                <a:blip r:embed="rId17"/>
                <a:stretch>
                  <a:fillRect/>
                </a:stretch>
              </p:blipFill>
              <p:spPr>
                <a:xfrm>
                  <a:off x="5179364" y="5763820"/>
                  <a:ext cx="1743840" cy="1688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1" name="Ink 10">
                  <a:extLst>
                    <a:ext uri="{FF2B5EF4-FFF2-40B4-BE49-F238E27FC236}">
                      <a16:creationId xmlns:a16="http://schemas.microsoft.com/office/drawing/2014/main" id="{5ECB4AF2-F0CA-92E4-D50F-0A0080A60FA8}"/>
                    </a:ext>
                  </a:extLst>
                </p14:cNvPr>
                <p14:cNvContentPartPr/>
                <p14:nvPr/>
              </p14:nvContentPartPr>
              <p14:xfrm>
                <a:off x="5260004" y="5931580"/>
                <a:ext cx="882720" cy="44280"/>
              </p14:xfrm>
            </p:contentPart>
          </mc:Choice>
          <mc:Fallback xmlns="">
            <p:pic>
              <p:nvPicPr>
                <p:cNvPr id="11" name="Ink 10">
                  <a:extLst>
                    <a:ext uri="{FF2B5EF4-FFF2-40B4-BE49-F238E27FC236}">
                      <a16:creationId xmlns:a16="http://schemas.microsoft.com/office/drawing/2014/main" id="{5ECB4AF2-F0CA-92E4-D50F-0A0080A60FA8}"/>
                    </a:ext>
                  </a:extLst>
                </p:cNvPr>
                <p:cNvPicPr/>
                <p:nvPr/>
              </p:nvPicPr>
              <p:blipFill>
                <a:blip r:embed="rId19"/>
                <a:stretch>
                  <a:fillRect/>
                </a:stretch>
              </p:blipFill>
              <p:spPr>
                <a:xfrm>
                  <a:off x="5197364" y="5868580"/>
                  <a:ext cx="1008360" cy="1699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7" name="Ink 16">
                  <a:extLst>
                    <a:ext uri="{FF2B5EF4-FFF2-40B4-BE49-F238E27FC236}">
                      <a16:creationId xmlns:a16="http://schemas.microsoft.com/office/drawing/2014/main" id="{05E182FB-AC53-2873-A16E-75784BC8C7D4}"/>
                    </a:ext>
                  </a:extLst>
                </p14:cNvPr>
                <p14:cNvContentPartPr/>
                <p14:nvPr/>
              </p14:nvContentPartPr>
              <p14:xfrm>
                <a:off x="5230124" y="5925100"/>
                <a:ext cx="876240" cy="137160"/>
              </p14:xfrm>
            </p:contentPart>
          </mc:Choice>
          <mc:Fallback xmlns="">
            <p:pic>
              <p:nvPicPr>
                <p:cNvPr id="17" name="Ink 16">
                  <a:extLst>
                    <a:ext uri="{FF2B5EF4-FFF2-40B4-BE49-F238E27FC236}">
                      <a16:creationId xmlns:a16="http://schemas.microsoft.com/office/drawing/2014/main" id="{05E182FB-AC53-2873-A16E-75784BC8C7D4}"/>
                    </a:ext>
                  </a:extLst>
                </p:cNvPr>
                <p:cNvPicPr/>
                <p:nvPr/>
              </p:nvPicPr>
              <p:blipFill>
                <a:blip r:embed="rId21"/>
                <a:stretch>
                  <a:fillRect/>
                </a:stretch>
              </p:blipFill>
              <p:spPr>
                <a:xfrm>
                  <a:off x="5167124" y="5862100"/>
                  <a:ext cx="1001880" cy="2628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2">
            <p14:nvContentPartPr>
              <p14:cNvPr id="20" name="Ink 19">
                <a:extLst>
                  <a:ext uri="{FF2B5EF4-FFF2-40B4-BE49-F238E27FC236}">
                    <a16:creationId xmlns:a16="http://schemas.microsoft.com/office/drawing/2014/main" id="{9F41C67F-A148-656E-7BAE-B91C75C8EA27}"/>
                  </a:ext>
                </a:extLst>
              </p14:cNvPr>
              <p14:cNvContentPartPr/>
              <p14:nvPr/>
            </p14:nvContentPartPr>
            <p14:xfrm>
              <a:off x="5858684" y="6318580"/>
              <a:ext cx="246960" cy="48960"/>
            </p14:xfrm>
          </p:contentPart>
        </mc:Choice>
        <mc:Fallback xmlns="">
          <p:pic>
            <p:nvPicPr>
              <p:cNvPr id="20" name="Ink 19">
                <a:extLst>
                  <a:ext uri="{FF2B5EF4-FFF2-40B4-BE49-F238E27FC236}">
                    <a16:creationId xmlns:a16="http://schemas.microsoft.com/office/drawing/2014/main" id="{9F41C67F-A148-656E-7BAE-B91C75C8EA27}"/>
                  </a:ext>
                </a:extLst>
              </p:cNvPr>
              <p:cNvPicPr/>
              <p:nvPr/>
            </p:nvPicPr>
            <p:blipFill>
              <a:blip r:embed="rId23"/>
              <a:stretch>
                <a:fillRect/>
              </a:stretch>
            </p:blipFill>
            <p:spPr>
              <a:xfrm>
                <a:off x="5795684" y="6255940"/>
                <a:ext cx="372600" cy="174600"/>
              </a:xfrm>
              <a:prstGeom prst="rect">
                <a:avLst/>
              </a:prstGeom>
            </p:spPr>
          </p:pic>
        </mc:Fallback>
      </mc:AlternateContent>
    </p:spTree>
    <p:extLst>
      <p:ext uri="{BB962C8B-B14F-4D97-AF65-F5344CB8AC3E}">
        <p14:creationId xmlns:p14="http://schemas.microsoft.com/office/powerpoint/2010/main" val="16380542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15B97C-DBED-015C-B0FE-177227BB6B38}"/>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9D9EBAF-DDEA-75A4-98CF-C3330B6EBB86}"/>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New things</a:t>
            </a:r>
          </a:p>
        </p:txBody>
      </p:sp>
      <p:sp>
        <p:nvSpPr>
          <p:cNvPr id="4" name="Subtitle 2">
            <a:extLst>
              <a:ext uri="{FF2B5EF4-FFF2-40B4-BE49-F238E27FC236}">
                <a16:creationId xmlns:a16="http://schemas.microsoft.com/office/drawing/2014/main" id="{84E7E974-0D59-4050-2C41-710AA61A6190}"/>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In ... String, if we add a "\" ... =&gt; ....</a:t>
            </a:r>
          </a:p>
          <a:p>
            <a:pPr algn="l"/>
            <a:r>
              <a:rPr lang="en-US" sz="1800">
                <a:sym typeface="Wingdings" pitchFamily="2" charset="2"/>
              </a:rPr>
              <a:t>- To transform ...., we use </a:t>
            </a:r>
            <a:r>
              <a:rPr lang="en-US" sz="1800" b="1">
                <a:sym typeface="Wingdings" pitchFamily="2" charset="2"/>
              </a:rPr>
              <a:t>translateEscape()</a:t>
            </a:r>
            <a:endParaRPr lang="en-US" sz="1800">
              <a:sym typeface="Wingdings" pitchFamily="2" charset="2"/>
            </a:endParaRPr>
          </a:p>
          <a:p>
            <a:pPr algn="l"/>
            <a:r>
              <a:rPr lang="en-US" sz="1800">
                <a:sym typeface="Wingdings" pitchFamily="2" charset="2"/>
              </a:rPr>
              <a:t>(code illustration snippet 38)</a:t>
            </a:r>
          </a:p>
          <a:p>
            <a:pPr algn="l"/>
            <a:endParaRPr lang="en-US" sz="1800">
              <a:sym typeface="Wingdings" pitchFamily="2" charset="2"/>
            </a:endParaRPr>
          </a:p>
          <a:p>
            <a:pPr algn="l"/>
            <a:r>
              <a:rPr lang="en-US" sz="1800" b="1">
                <a:sym typeface="Wingdings" pitchFamily="2" charset="2"/>
              </a:rPr>
              <a:t>formatted()</a:t>
            </a:r>
          </a:p>
          <a:p>
            <a:pPr algn="l"/>
            <a:r>
              <a:rPr lang="en-US" sz="1800">
                <a:sym typeface="Wingdings" pitchFamily="2" charset="2"/>
              </a:rPr>
              <a:t>(code illustration snippet 39)</a:t>
            </a:r>
          </a:p>
          <a:p>
            <a:pPr algn="l"/>
            <a:r>
              <a:rPr lang="en-US" sz="1800">
                <a:sym typeface="Wingdings" pitchFamily="2" charset="2"/>
              </a:rPr>
              <a:t>NOTE: %f ....</a:t>
            </a:r>
          </a:p>
          <a:p>
            <a:pPr algn="l"/>
            <a:r>
              <a:rPr lang="en-US" sz="1800">
                <a:sym typeface="Wingdings" pitchFamily="2" charset="2"/>
              </a:rPr>
              <a:t>– If we try to pass ... =&gt; exception ...</a:t>
            </a:r>
          </a:p>
          <a:p>
            <a:pPr algn="l"/>
            <a:r>
              <a:rPr lang="en-US" sz="1800">
                <a:sym typeface="Wingdings" pitchFamily="2" charset="2"/>
              </a:rPr>
              <a:t>(code illustration snippet 40)</a:t>
            </a:r>
          </a:p>
          <a:p>
            <a:pPr algn="l"/>
            <a:r>
              <a:rPr lang="en-US" sz="1800">
                <a:sym typeface="Wingdings" pitchFamily="2" charset="2"/>
              </a:rPr>
              <a:t>- format() also support something called ...</a:t>
            </a:r>
          </a:p>
          <a:p>
            <a:pPr algn="l"/>
            <a:r>
              <a:rPr lang="en-US" sz="1800">
                <a:sym typeface="Wingdings" pitchFamily="2" charset="2"/>
              </a:rPr>
              <a:t>- We have seen some example about "%f". For standard, %f will ...., but we can ... this ... by applying ... (Be careful, Java will ... the number if we using this...)</a:t>
            </a:r>
          </a:p>
          <a:p>
            <a:pPr algn="l"/>
            <a:r>
              <a:rPr lang="en-US" sz="1800">
                <a:sym typeface="Wingdings" pitchFamily="2" charset="2"/>
              </a:rPr>
              <a:t>(code illustration snippet 41)</a:t>
            </a:r>
          </a:p>
          <a:p>
            <a:pPr algn="l"/>
            <a:r>
              <a:rPr lang="en-US" sz="1800">
                <a:sym typeface="Wingdings" pitchFamily="2" charset="2"/>
              </a:rPr>
              <a:t>- We can also ... length of ... by using ...</a:t>
            </a:r>
          </a:p>
          <a:p>
            <a:pPr algn="l"/>
            <a:r>
              <a:rPr lang="en-US" sz="1800">
                <a:sym typeface="Wingdings" pitchFamily="2" charset="2"/>
              </a:rPr>
              <a:t>(code illustration snippet 42)</a:t>
            </a:r>
          </a:p>
          <a:p>
            <a:pPr algn="l"/>
            <a:endParaRPr lang="en-US" sz="1800">
              <a:sym typeface="Wingdings" pitchFamily="2" charset="2"/>
            </a:endParaRPr>
          </a:p>
        </p:txBody>
      </p:sp>
    </p:spTree>
    <p:extLst>
      <p:ext uri="{BB962C8B-B14F-4D97-AF65-F5344CB8AC3E}">
        <p14:creationId xmlns:p14="http://schemas.microsoft.com/office/powerpoint/2010/main" val="2507368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CEFD4-A64D-2FE6-FBCE-EF4031228F49}"/>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414460D8-99EE-697F-3930-6139F6EFDD64}"/>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New things</a:t>
            </a:r>
          </a:p>
        </p:txBody>
      </p:sp>
      <p:sp>
        <p:nvSpPr>
          <p:cNvPr id="4" name="Subtitle 2">
            <a:extLst>
              <a:ext uri="{FF2B5EF4-FFF2-40B4-BE49-F238E27FC236}">
                <a16:creationId xmlns:a16="http://schemas.microsoft.com/office/drawing/2014/main" id="{8A9BA8D7-91F2-744C-2B64-6FB7B23BB4AF}"/>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If we try to specify ... length ... than ... =&gt; Whole ... and the decimal ... depend... </a:t>
            </a:r>
          </a:p>
          <a:p>
            <a:pPr algn="l"/>
            <a:r>
              <a:rPr lang="en-US" sz="1800">
                <a:sym typeface="Wingdings" pitchFamily="2" charset="2"/>
              </a:rPr>
              <a:t>(code illustration snippet 43)</a:t>
            </a:r>
          </a:p>
          <a:p>
            <a:pPr algn="l"/>
            <a:r>
              <a:rPr lang="en-US" sz="1800">
                <a:sym typeface="Wingdings" pitchFamily="2" charset="2"/>
              </a:rPr>
              <a:t>- Rule when using ... format:</a:t>
            </a:r>
          </a:p>
          <a:p>
            <a:pPr algn="l"/>
            <a:r>
              <a:rPr lang="en-US" sz="1800">
                <a:sym typeface="Wingdings" pitchFamily="2" charset="2"/>
              </a:rPr>
              <a:t>+) %a.bf</a:t>
            </a:r>
          </a:p>
          <a:p>
            <a:pPr algn="l"/>
            <a:r>
              <a:rPr lang="en-US" sz="1800">
                <a:sym typeface="Wingdings" pitchFamily="2" charset="2"/>
              </a:rPr>
              <a:t>if a &gt; b =&gt; ?</a:t>
            </a:r>
          </a:p>
          <a:p>
            <a:pPr algn="l"/>
            <a:r>
              <a:rPr lang="en-US" sz="1800">
                <a:sym typeface="Wingdings" pitchFamily="2" charset="2"/>
              </a:rPr>
              <a:t>if a &lt; b =&gt; ?</a:t>
            </a:r>
          </a:p>
          <a:p>
            <a:pPr algn="l"/>
            <a:r>
              <a:rPr lang="en-US" sz="1800">
                <a:sym typeface="Wingdings" pitchFamily="2" charset="2"/>
              </a:rPr>
              <a:t>(code illustration snippet 44)</a:t>
            </a:r>
          </a:p>
        </p:txBody>
      </p:sp>
    </p:spTree>
    <p:extLst>
      <p:ext uri="{BB962C8B-B14F-4D97-AF65-F5344CB8AC3E}">
        <p14:creationId xmlns:p14="http://schemas.microsoft.com/office/powerpoint/2010/main" val="291643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5C9931-3F2F-B132-2F62-A960EE8B981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2060E7E0-3484-026B-B421-8AC70E915D0B}"/>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New things</a:t>
            </a:r>
          </a:p>
        </p:txBody>
      </p:sp>
      <p:sp>
        <p:nvSpPr>
          <p:cNvPr id="4" name="Subtitle 2">
            <a:extLst>
              <a:ext uri="{FF2B5EF4-FFF2-40B4-BE49-F238E27FC236}">
                <a16:creationId xmlns:a16="http://schemas.microsoft.com/office/drawing/2014/main" id="{B00CEDF5-58C8-486F-0488-E45123E1FB81}"/>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VII – New java.util.Arrays methods</a:t>
            </a:r>
          </a:p>
          <a:p>
            <a:pPr algn="l"/>
            <a:r>
              <a:rPr lang="en-US" sz="1800">
                <a:sym typeface="Wingdings" pitchFamily="2" charset="2"/>
              </a:rPr>
              <a:t>compare()</a:t>
            </a:r>
          </a:p>
          <a:p>
            <a:pPr algn="l"/>
            <a:r>
              <a:rPr lang="en-US" sz="1800">
                <a:sym typeface="Wingdings" pitchFamily="2" charset="2"/>
              </a:rPr>
              <a:t>– This method is used to ...</a:t>
            </a:r>
          </a:p>
          <a:p>
            <a:pPr algn="l"/>
            <a:r>
              <a:rPr lang="en-US" sz="1800">
                <a:sym typeface="Wingdings" pitchFamily="2" charset="2"/>
              </a:rPr>
              <a:t>- This method returns ... values</a:t>
            </a:r>
          </a:p>
          <a:p>
            <a:pPr algn="l"/>
            <a:r>
              <a:rPr lang="en-US" sz="1800">
                <a:sym typeface="Wingdings" pitchFamily="2" charset="2"/>
              </a:rPr>
              <a:t>+)</a:t>
            </a:r>
          </a:p>
          <a:p>
            <a:pPr algn="l"/>
            <a:r>
              <a:rPr lang="en-US" sz="1800">
                <a:sym typeface="Wingdings" pitchFamily="2" charset="2"/>
              </a:rPr>
              <a:t>+)</a:t>
            </a:r>
          </a:p>
          <a:p>
            <a:pPr algn="l"/>
            <a:r>
              <a:rPr lang="en-US" sz="1800">
                <a:sym typeface="Wingdings" pitchFamily="2" charset="2"/>
              </a:rPr>
              <a:t>+)</a:t>
            </a:r>
          </a:p>
          <a:p>
            <a:pPr algn="l"/>
            <a:r>
              <a:rPr lang="en-US" sz="1800">
                <a:sym typeface="Wingdings" pitchFamily="2" charset="2"/>
              </a:rPr>
              <a:t>(code illustration snippet 45)</a:t>
            </a:r>
          </a:p>
          <a:p>
            <a:pPr algn="l"/>
            <a:r>
              <a:rPr lang="en-US" sz="1800">
                <a:sym typeface="Wingdings" pitchFamily="2" charset="2"/>
              </a:rPr>
              <a:t>-) Some rules when using this method</a:t>
            </a:r>
          </a:p>
          <a:p>
            <a:pPr algn="l"/>
            <a:r>
              <a:rPr lang="en-US" sz="1800">
                <a:sym typeface="Wingdings" pitchFamily="2" charset="2"/>
              </a:rPr>
              <a:t>+) </a:t>
            </a:r>
          </a:p>
          <a:p>
            <a:pPr algn="l"/>
            <a:r>
              <a:rPr lang="en-US" sz="1800">
                <a:sym typeface="Wingdings" pitchFamily="2" charset="2"/>
              </a:rPr>
              <a:t>+)</a:t>
            </a:r>
          </a:p>
          <a:p>
            <a:pPr algn="l"/>
            <a:r>
              <a:rPr lang="en-US" sz="1800">
                <a:sym typeface="Wingdings" pitchFamily="2" charset="2"/>
              </a:rPr>
              <a:t>+)</a:t>
            </a:r>
          </a:p>
          <a:p>
            <a:pPr algn="l"/>
            <a:r>
              <a:rPr lang="en-US" sz="1800">
                <a:sym typeface="Wingdings" pitchFamily="2" charset="2"/>
              </a:rPr>
              <a:t>+)</a:t>
            </a:r>
          </a:p>
          <a:p>
            <a:pPr algn="l"/>
            <a:r>
              <a:rPr lang="en-US" sz="1800">
                <a:sym typeface="Wingdings" pitchFamily="2" charset="2"/>
              </a:rPr>
              <a:t>+)</a:t>
            </a:r>
          </a:p>
          <a:p>
            <a:pPr algn="l"/>
            <a:endParaRPr lang="en-US" sz="1800">
              <a:sym typeface="Wingdings" pitchFamily="2" charset="2"/>
            </a:endParaRPr>
          </a:p>
        </p:txBody>
      </p:sp>
    </p:spTree>
    <p:extLst>
      <p:ext uri="{BB962C8B-B14F-4D97-AF65-F5344CB8AC3E}">
        <p14:creationId xmlns:p14="http://schemas.microsoft.com/office/powerpoint/2010/main" val="2249186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BFCCC7-7D6B-2306-EF1B-5C4A53160A3E}"/>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22F1C97-8EA3-ADAB-10EE-91DFB78BEE50}"/>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New things</a:t>
            </a:r>
          </a:p>
        </p:txBody>
      </p:sp>
      <p:sp>
        <p:nvSpPr>
          <p:cNvPr id="4" name="Subtitle 2">
            <a:extLst>
              <a:ext uri="{FF2B5EF4-FFF2-40B4-BE49-F238E27FC236}">
                <a16:creationId xmlns:a16="http://schemas.microsoft.com/office/drawing/2014/main" id="{82496763-C4F3-8188-E395-039DA35F8474}"/>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Here are some other rules for ... and ...</a:t>
            </a:r>
          </a:p>
          <a:p>
            <a:pPr algn="l"/>
            <a:r>
              <a:rPr lang="en-US" sz="1800">
                <a:sym typeface="Wingdings" pitchFamily="2" charset="2"/>
              </a:rPr>
              <a:t>+)</a:t>
            </a:r>
          </a:p>
          <a:p>
            <a:pPr algn="l"/>
            <a:r>
              <a:rPr lang="en-US" sz="1800">
                <a:sym typeface="Wingdings" pitchFamily="2" charset="2"/>
              </a:rPr>
              <a:t>+)</a:t>
            </a:r>
          </a:p>
          <a:p>
            <a:pPr algn="l"/>
            <a:r>
              <a:rPr lang="en-US" sz="1800">
                <a:sym typeface="Wingdings" pitchFamily="2" charset="2"/>
              </a:rPr>
              <a:t>+)</a:t>
            </a:r>
          </a:p>
          <a:p>
            <a:pPr algn="l"/>
            <a:r>
              <a:rPr lang="en-US" sz="1800">
                <a:sym typeface="Wingdings" pitchFamily="2" charset="2"/>
              </a:rPr>
              <a:t>+)</a:t>
            </a:r>
          </a:p>
          <a:p>
            <a:pPr algn="l"/>
            <a:r>
              <a:rPr lang="en-US" sz="1800">
                <a:sym typeface="Wingdings" pitchFamily="2" charset="2"/>
              </a:rPr>
              <a:t>+)</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6065B617-B3CB-0008-3E5B-AF803DE20498}"/>
              </a:ext>
            </a:extLst>
          </p:cNvPr>
          <p:cNvPicPr>
            <a:picLocks noChangeAspect="1"/>
          </p:cNvPicPr>
          <p:nvPr/>
        </p:nvPicPr>
        <p:blipFill>
          <a:blip r:embed="rId3"/>
          <a:stretch>
            <a:fillRect/>
          </a:stretch>
        </p:blipFill>
        <p:spPr>
          <a:xfrm>
            <a:off x="1877784" y="2315003"/>
            <a:ext cx="7772400" cy="4325509"/>
          </a:xfrm>
          <a:prstGeom prst="rect">
            <a:avLst/>
          </a:prstGeom>
        </p:spPr>
      </p:pic>
      <p:grpSp>
        <p:nvGrpSpPr>
          <p:cNvPr id="13" name="Group 12">
            <a:extLst>
              <a:ext uri="{FF2B5EF4-FFF2-40B4-BE49-F238E27FC236}">
                <a16:creationId xmlns:a16="http://schemas.microsoft.com/office/drawing/2014/main" id="{76A8DA01-EB46-FC60-0BCD-801E7FF12D2B}"/>
              </a:ext>
            </a:extLst>
          </p:cNvPr>
          <p:cNvGrpSpPr/>
          <p:nvPr/>
        </p:nvGrpSpPr>
        <p:grpSpPr>
          <a:xfrm>
            <a:off x="6381044" y="3118540"/>
            <a:ext cx="2949840" cy="498600"/>
            <a:chOff x="6381044" y="3118540"/>
            <a:chExt cx="2949840" cy="498600"/>
          </a:xfrm>
        </p:grpSpPr>
        <mc:AlternateContent xmlns:mc="http://schemas.openxmlformats.org/markup-compatibility/2006" xmlns:p14="http://schemas.microsoft.com/office/powerpoint/2010/main">
          <mc:Choice Requires="p14">
            <p:contentPart p14:bwMode="auto" r:id="rId4">
              <p14:nvContentPartPr>
                <p14:cNvPr id="5" name="Ink 4">
                  <a:extLst>
                    <a:ext uri="{FF2B5EF4-FFF2-40B4-BE49-F238E27FC236}">
                      <a16:creationId xmlns:a16="http://schemas.microsoft.com/office/drawing/2014/main" id="{0C941EA2-917C-B1C1-0808-DA8FD5324A73}"/>
                    </a:ext>
                  </a:extLst>
                </p14:cNvPr>
                <p14:cNvContentPartPr/>
                <p14:nvPr/>
              </p14:nvContentPartPr>
              <p14:xfrm>
                <a:off x="6381044" y="3139420"/>
                <a:ext cx="1150920" cy="55800"/>
              </p14:xfrm>
            </p:contentPart>
          </mc:Choice>
          <mc:Fallback xmlns="">
            <p:pic>
              <p:nvPicPr>
                <p:cNvPr id="5" name="Ink 4">
                  <a:extLst>
                    <a:ext uri="{FF2B5EF4-FFF2-40B4-BE49-F238E27FC236}">
                      <a16:creationId xmlns:a16="http://schemas.microsoft.com/office/drawing/2014/main" id="{0C941EA2-917C-B1C1-0808-DA8FD5324A73}"/>
                    </a:ext>
                  </a:extLst>
                </p:cNvPr>
                <p:cNvPicPr/>
                <p:nvPr/>
              </p:nvPicPr>
              <p:blipFill>
                <a:blip r:embed="rId5"/>
                <a:stretch>
                  <a:fillRect/>
                </a:stretch>
              </p:blipFill>
              <p:spPr>
                <a:xfrm>
                  <a:off x="6318404" y="3076420"/>
                  <a:ext cx="1276560" cy="18144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6" name="Ink 5">
                  <a:extLst>
                    <a:ext uri="{FF2B5EF4-FFF2-40B4-BE49-F238E27FC236}">
                      <a16:creationId xmlns:a16="http://schemas.microsoft.com/office/drawing/2014/main" id="{0E55412B-CD5F-A218-C266-51893F325765}"/>
                    </a:ext>
                  </a:extLst>
                </p14:cNvPr>
                <p14:cNvContentPartPr/>
                <p14:nvPr/>
              </p14:nvContentPartPr>
              <p14:xfrm>
                <a:off x="7696844" y="3118540"/>
                <a:ext cx="1547280" cy="16560"/>
              </p14:xfrm>
            </p:contentPart>
          </mc:Choice>
          <mc:Fallback xmlns="">
            <p:pic>
              <p:nvPicPr>
                <p:cNvPr id="6" name="Ink 5">
                  <a:extLst>
                    <a:ext uri="{FF2B5EF4-FFF2-40B4-BE49-F238E27FC236}">
                      <a16:creationId xmlns:a16="http://schemas.microsoft.com/office/drawing/2014/main" id="{0E55412B-CD5F-A218-C266-51893F325765}"/>
                    </a:ext>
                  </a:extLst>
                </p:cNvPr>
                <p:cNvPicPr/>
                <p:nvPr/>
              </p:nvPicPr>
              <p:blipFill>
                <a:blip r:embed="rId7"/>
                <a:stretch>
                  <a:fillRect/>
                </a:stretch>
              </p:blipFill>
              <p:spPr>
                <a:xfrm>
                  <a:off x="7633844" y="3055900"/>
                  <a:ext cx="1672920" cy="1422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7" name="Ink 6">
                  <a:extLst>
                    <a:ext uri="{FF2B5EF4-FFF2-40B4-BE49-F238E27FC236}">
                      <a16:creationId xmlns:a16="http://schemas.microsoft.com/office/drawing/2014/main" id="{F75C7402-6487-0B0E-5955-52F5F2D32B49}"/>
                    </a:ext>
                  </a:extLst>
                </p14:cNvPr>
                <p14:cNvContentPartPr/>
                <p14:nvPr/>
              </p14:nvContentPartPr>
              <p14:xfrm>
                <a:off x="7849844" y="3302140"/>
                <a:ext cx="1239480" cy="48960"/>
              </p14:xfrm>
            </p:contentPart>
          </mc:Choice>
          <mc:Fallback xmlns="">
            <p:pic>
              <p:nvPicPr>
                <p:cNvPr id="7" name="Ink 6">
                  <a:extLst>
                    <a:ext uri="{FF2B5EF4-FFF2-40B4-BE49-F238E27FC236}">
                      <a16:creationId xmlns:a16="http://schemas.microsoft.com/office/drawing/2014/main" id="{F75C7402-6487-0B0E-5955-52F5F2D32B49}"/>
                    </a:ext>
                  </a:extLst>
                </p:cNvPr>
                <p:cNvPicPr/>
                <p:nvPr/>
              </p:nvPicPr>
              <p:blipFill>
                <a:blip r:embed="rId9"/>
                <a:stretch>
                  <a:fillRect/>
                </a:stretch>
              </p:blipFill>
              <p:spPr>
                <a:xfrm>
                  <a:off x="7787204" y="3239500"/>
                  <a:ext cx="1365120" cy="1746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 name="Ink 7">
                  <a:extLst>
                    <a:ext uri="{FF2B5EF4-FFF2-40B4-BE49-F238E27FC236}">
                      <a16:creationId xmlns:a16="http://schemas.microsoft.com/office/drawing/2014/main" id="{D568F114-65C2-01BC-270C-B1EB59CFA840}"/>
                    </a:ext>
                  </a:extLst>
                </p14:cNvPr>
                <p14:cNvContentPartPr/>
                <p14:nvPr/>
              </p14:nvContentPartPr>
              <p14:xfrm>
                <a:off x="7778924" y="3562420"/>
                <a:ext cx="1551960" cy="54720"/>
              </p14:xfrm>
            </p:contentPart>
          </mc:Choice>
          <mc:Fallback xmlns="">
            <p:pic>
              <p:nvPicPr>
                <p:cNvPr id="8" name="Ink 7">
                  <a:extLst>
                    <a:ext uri="{FF2B5EF4-FFF2-40B4-BE49-F238E27FC236}">
                      <a16:creationId xmlns:a16="http://schemas.microsoft.com/office/drawing/2014/main" id="{D568F114-65C2-01BC-270C-B1EB59CFA840}"/>
                    </a:ext>
                  </a:extLst>
                </p:cNvPr>
                <p:cNvPicPr/>
                <p:nvPr/>
              </p:nvPicPr>
              <p:blipFill>
                <a:blip r:embed="rId11"/>
                <a:stretch>
                  <a:fillRect/>
                </a:stretch>
              </p:blipFill>
              <p:spPr>
                <a:xfrm>
                  <a:off x="7716284" y="3499420"/>
                  <a:ext cx="1677600" cy="1803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9" name="Ink 8">
                  <a:extLst>
                    <a:ext uri="{FF2B5EF4-FFF2-40B4-BE49-F238E27FC236}">
                      <a16:creationId xmlns:a16="http://schemas.microsoft.com/office/drawing/2014/main" id="{897D80ED-F74B-A28B-0B32-51013A3461A1}"/>
                    </a:ext>
                  </a:extLst>
                </p14:cNvPr>
                <p14:cNvContentPartPr/>
                <p14:nvPr/>
              </p14:nvContentPartPr>
              <p14:xfrm>
                <a:off x="8394164" y="3344260"/>
                <a:ext cx="475920" cy="53280"/>
              </p14:xfrm>
            </p:contentPart>
          </mc:Choice>
          <mc:Fallback xmlns="">
            <p:pic>
              <p:nvPicPr>
                <p:cNvPr id="9" name="Ink 8">
                  <a:extLst>
                    <a:ext uri="{FF2B5EF4-FFF2-40B4-BE49-F238E27FC236}">
                      <a16:creationId xmlns:a16="http://schemas.microsoft.com/office/drawing/2014/main" id="{897D80ED-F74B-A28B-0B32-51013A3461A1}"/>
                    </a:ext>
                  </a:extLst>
                </p:cNvPr>
                <p:cNvPicPr/>
                <p:nvPr/>
              </p:nvPicPr>
              <p:blipFill>
                <a:blip r:embed="rId13"/>
                <a:stretch>
                  <a:fillRect/>
                </a:stretch>
              </p:blipFill>
              <p:spPr>
                <a:xfrm>
                  <a:off x="8331164" y="3281620"/>
                  <a:ext cx="601560" cy="1789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0" name="Ink 9">
                  <a:extLst>
                    <a:ext uri="{FF2B5EF4-FFF2-40B4-BE49-F238E27FC236}">
                      <a16:creationId xmlns:a16="http://schemas.microsoft.com/office/drawing/2014/main" id="{DB653B35-9E6A-CABE-DE8F-BB9E577BAAF8}"/>
                    </a:ext>
                  </a:extLst>
                </p14:cNvPr>
                <p14:cNvContentPartPr/>
                <p14:nvPr/>
              </p14:nvContentPartPr>
              <p14:xfrm>
                <a:off x="8548604" y="3185500"/>
                <a:ext cx="587520" cy="69480"/>
              </p14:xfrm>
            </p:contentPart>
          </mc:Choice>
          <mc:Fallback xmlns="">
            <p:pic>
              <p:nvPicPr>
                <p:cNvPr id="10" name="Ink 9">
                  <a:extLst>
                    <a:ext uri="{FF2B5EF4-FFF2-40B4-BE49-F238E27FC236}">
                      <a16:creationId xmlns:a16="http://schemas.microsoft.com/office/drawing/2014/main" id="{DB653B35-9E6A-CABE-DE8F-BB9E577BAAF8}"/>
                    </a:ext>
                  </a:extLst>
                </p:cNvPr>
                <p:cNvPicPr/>
                <p:nvPr/>
              </p:nvPicPr>
              <p:blipFill>
                <a:blip r:embed="rId15"/>
                <a:stretch>
                  <a:fillRect/>
                </a:stretch>
              </p:blipFill>
              <p:spPr>
                <a:xfrm>
                  <a:off x="8485604" y="3122860"/>
                  <a:ext cx="713160" cy="1951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1" name="Ink 10">
                  <a:extLst>
                    <a:ext uri="{FF2B5EF4-FFF2-40B4-BE49-F238E27FC236}">
                      <a16:creationId xmlns:a16="http://schemas.microsoft.com/office/drawing/2014/main" id="{4B753EC4-D0F1-1371-2459-732AD42D7831}"/>
                    </a:ext>
                  </a:extLst>
                </p14:cNvPr>
                <p14:cNvContentPartPr/>
                <p14:nvPr/>
              </p14:nvContentPartPr>
              <p14:xfrm>
                <a:off x="8304524" y="3178660"/>
                <a:ext cx="758160" cy="298440"/>
              </p14:xfrm>
            </p:contentPart>
          </mc:Choice>
          <mc:Fallback xmlns="">
            <p:pic>
              <p:nvPicPr>
                <p:cNvPr id="11" name="Ink 10">
                  <a:extLst>
                    <a:ext uri="{FF2B5EF4-FFF2-40B4-BE49-F238E27FC236}">
                      <a16:creationId xmlns:a16="http://schemas.microsoft.com/office/drawing/2014/main" id="{4B753EC4-D0F1-1371-2459-732AD42D7831}"/>
                    </a:ext>
                  </a:extLst>
                </p:cNvPr>
                <p:cNvPicPr/>
                <p:nvPr/>
              </p:nvPicPr>
              <p:blipFill>
                <a:blip r:embed="rId17"/>
                <a:stretch>
                  <a:fillRect/>
                </a:stretch>
              </p:blipFill>
              <p:spPr>
                <a:xfrm>
                  <a:off x="8241884" y="3115660"/>
                  <a:ext cx="883800" cy="424080"/>
                </a:xfrm>
                <a:prstGeom prst="rect">
                  <a:avLst/>
                </a:prstGeom>
              </p:spPr>
            </p:pic>
          </mc:Fallback>
        </mc:AlternateContent>
      </p:grpSp>
      <p:grpSp>
        <p:nvGrpSpPr>
          <p:cNvPr id="22" name="Group 21">
            <a:extLst>
              <a:ext uri="{FF2B5EF4-FFF2-40B4-BE49-F238E27FC236}">
                <a16:creationId xmlns:a16="http://schemas.microsoft.com/office/drawing/2014/main" id="{277976AD-BB9E-33BD-79C8-BC15B976AD70}"/>
              </a:ext>
            </a:extLst>
          </p:cNvPr>
          <p:cNvGrpSpPr/>
          <p:nvPr/>
        </p:nvGrpSpPr>
        <p:grpSpPr>
          <a:xfrm>
            <a:off x="6409124" y="3928900"/>
            <a:ext cx="2334240" cy="117360"/>
            <a:chOff x="6409124" y="3928900"/>
            <a:chExt cx="2334240" cy="117360"/>
          </a:xfrm>
        </p:grpSpPr>
        <mc:AlternateContent xmlns:mc="http://schemas.openxmlformats.org/markup-compatibility/2006" xmlns:p14="http://schemas.microsoft.com/office/powerpoint/2010/main">
          <mc:Choice Requires="p14">
            <p:contentPart p14:bwMode="auto" r:id="rId18">
              <p14:nvContentPartPr>
                <p14:cNvPr id="14" name="Ink 13">
                  <a:extLst>
                    <a:ext uri="{FF2B5EF4-FFF2-40B4-BE49-F238E27FC236}">
                      <a16:creationId xmlns:a16="http://schemas.microsoft.com/office/drawing/2014/main" id="{16C3AB00-2FAD-EAA1-91B7-2033034E948D}"/>
                    </a:ext>
                  </a:extLst>
                </p14:cNvPr>
                <p14:cNvContentPartPr/>
                <p14:nvPr/>
              </p14:nvContentPartPr>
              <p14:xfrm>
                <a:off x="6409124" y="3928900"/>
                <a:ext cx="2334240" cy="46800"/>
              </p14:xfrm>
            </p:contentPart>
          </mc:Choice>
          <mc:Fallback xmlns="">
            <p:pic>
              <p:nvPicPr>
                <p:cNvPr id="14" name="Ink 13">
                  <a:extLst>
                    <a:ext uri="{FF2B5EF4-FFF2-40B4-BE49-F238E27FC236}">
                      <a16:creationId xmlns:a16="http://schemas.microsoft.com/office/drawing/2014/main" id="{16C3AB00-2FAD-EAA1-91B7-2033034E948D}"/>
                    </a:ext>
                  </a:extLst>
                </p:cNvPr>
                <p:cNvPicPr/>
                <p:nvPr/>
              </p:nvPicPr>
              <p:blipFill>
                <a:blip r:embed="rId19"/>
                <a:stretch>
                  <a:fillRect/>
                </a:stretch>
              </p:blipFill>
              <p:spPr>
                <a:xfrm>
                  <a:off x="6346124" y="3865900"/>
                  <a:ext cx="245988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6" name="Ink 15">
                  <a:extLst>
                    <a:ext uri="{FF2B5EF4-FFF2-40B4-BE49-F238E27FC236}">
                      <a16:creationId xmlns:a16="http://schemas.microsoft.com/office/drawing/2014/main" id="{FD4E7423-CF58-9FE4-235A-88FEB9D0C377}"/>
                    </a:ext>
                  </a:extLst>
                </p14:cNvPr>
                <p14:cNvContentPartPr/>
                <p14:nvPr/>
              </p14:nvContentPartPr>
              <p14:xfrm>
                <a:off x="7906724" y="4008460"/>
                <a:ext cx="581040" cy="37800"/>
              </p14:xfrm>
            </p:contentPart>
          </mc:Choice>
          <mc:Fallback xmlns="">
            <p:pic>
              <p:nvPicPr>
                <p:cNvPr id="16" name="Ink 15">
                  <a:extLst>
                    <a:ext uri="{FF2B5EF4-FFF2-40B4-BE49-F238E27FC236}">
                      <a16:creationId xmlns:a16="http://schemas.microsoft.com/office/drawing/2014/main" id="{FD4E7423-CF58-9FE4-235A-88FEB9D0C377}"/>
                    </a:ext>
                  </a:extLst>
                </p:cNvPr>
                <p:cNvPicPr/>
                <p:nvPr/>
              </p:nvPicPr>
              <p:blipFill>
                <a:blip r:embed="rId21"/>
                <a:stretch>
                  <a:fillRect/>
                </a:stretch>
              </p:blipFill>
              <p:spPr>
                <a:xfrm>
                  <a:off x="7843724" y="3945820"/>
                  <a:ext cx="706680" cy="163440"/>
                </a:xfrm>
                <a:prstGeom prst="rect">
                  <a:avLst/>
                </a:prstGeom>
              </p:spPr>
            </p:pic>
          </mc:Fallback>
        </mc:AlternateContent>
      </p:grpSp>
      <p:grpSp>
        <p:nvGrpSpPr>
          <p:cNvPr id="20" name="Group 19">
            <a:extLst>
              <a:ext uri="{FF2B5EF4-FFF2-40B4-BE49-F238E27FC236}">
                <a16:creationId xmlns:a16="http://schemas.microsoft.com/office/drawing/2014/main" id="{A73D901A-F489-AA88-7F09-494395974E41}"/>
              </a:ext>
            </a:extLst>
          </p:cNvPr>
          <p:cNvGrpSpPr/>
          <p:nvPr/>
        </p:nvGrpSpPr>
        <p:grpSpPr>
          <a:xfrm>
            <a:off x="6425324" y="4400140"/>
            <a:ext cx="2944440" cy="47520"/>
            <a:chOff x="6425324" y="4400140"/>
            <a:chExt cx="2944440" cy="47520"/>
          </a:xfrm>
        </p:grpSpPr>
        <mc:AlternateContent xmlns:mc="http://schemas.openxmlformats.org/markup-compatibility/2006" xmlns:p14="http://schemas.microsoft.com/office/powerpoint/2010/main">
          <mc:Choice Requires="p14">
            <p:contentPart p14:bwMode="auto" r:id="rId22">
              <p14:nvContentPartPr>
                <p14:cNvPr id="15" name="Ink 14">
                  <a:extLst>
                    <a:ext uri="{FF2B5EF4-FFF2-40B4-BE49-F238E27FC236}">
                      <a16:creationId xmlns:a16="http://schemas.microsoft.com/office/drawing/2014/main" id="{1D03F782-2FE4-5D02-60CF-310A78E1DD60}"/>
                    </a:ext>
                  </a:extLst>
                </p14:cNvPr>
                <p14:cNvContentPartPr/>
                <p14:nvPr/>
              </p14:nvContentPartPr>
              <p14:xfrm>
                <a:off x="6425324" y="4404820"/>
                <a:ext cx="1222560" cy="42840"/>
              </p14:xfrm>
            </p:contentPart>
          </mc:Choice>
          <mc:Fallback xmlns="">
            <p:pic>
              <p:nvPicPr>
                <p:cNvPr id="15" name="Ink 14">
                  <a:extLst>
                    <a:ext uri="{FF2B5EF4-FFF2-40B4-BE49-F238E27FC236}">
                      <a16:creationId xmlns:a16="http://schemas.microsoft.com/office/drawing/2014/main" id="{1D03F782-2FE4-5D02-60CF-310A78E1DD60}"/>
                    </a:ext>
                  </a:extLst>
                </p:cNvPr>
                <p:cNvPicPr/>
                <p:nvPr/>
              </p:nvPicPr>
              <p:blipFill>
                <a:blip r:embed="rId23"/>
                <a:stretch>
                  <a:fillRect/>
                </a:stretch>
              </p:blipFill>
              <p:spPr>
                <a:xfrm>
                  <a:off x="6362684" y="4342180"/>
                  <a:ext cx="1348200" cy="1684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7" name="Ink 16">
                  <a:extLst>
                    <a:ext uri="{FF2B5EF4-FFF2-40B4-BE49-F238E27FC236}">
                      <a16:creationId xmlns:a16="http://schemas.microsoft.com/office/drawing/2014/main" id="{DC11FA02-73C2-A938-C0B8-E351FCED5690}"/>
                    </a:ext>
                  </a:extLst>
                </p14:cNvPr>
                <p14:cNvContentPartPr/>
                <p14:nvPr/>
              </p14:nvContentPartPr>
              <p14:xfrm>
                <a:off x="7870004" y="4400140"/>
                <a:ext cx="1499760" cy="25920"/>
              </p14:xfrm>
            </p:contentPart>
          </mc:Choice>
          <mc:Fallback xmlns="">
            <p:pic>
              <p:nvPicPr>
                <p:cNvPr id="17" name="Ink 16">
                  <a:extLst>
                    <a:ext uri="{FF2B5EF4-FFF2-40B4-BE49-F238E27FC236}">
                      <a16:creationId xmlns:a16="http://schemas.microsoft.com/office/drawing/2014/main" id="{DC11FA02-73C2-A938-C0B8-E351FCED5690}"/>
                    </a:ext>
                  </a:extLst>
                </p:cNvPr>
                <p:cNvPicPr/>
                <p:nvPr/>
              </p:nvPicPr>
              <p:blipFill>
                <a:blip r:embed="rId25"/>
                <a:stretch>
                  <a:fillRect/>
                </a:stretch>
              </p:blipFill>
              <p:spPr>
                <a:xfrm>
                  <a:off x="7807364" y="4337140"/>
                  <a:ext cx="1625400" cy="1515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6">
            <p14:nvContentPartPr>
              <p14:cNvPr id="18" name="Ink 17">
                <a:extLst>
                  <a:ext uri="{FF2B5EF4-FFF2-40B4-BE49-F238E27FC236}">
                    <a16:creationId xmlns:a16="http://schemas.microsoft.com/office/drawing/2014/main" id="{BE0A12DE-75A7-700F-1ED4-D5D36E7BE4B1}"/>
                  </a:ext>
                </a:extLst>
              </p14:cNvPr>
              <p14:cNvContentPartPr/>
              <p14:nvPr/>
            </p14:nvContentPartPr>
            <p14:xfrm>
              <a:off x="7786484" y="4585180"/>
              <a:ext cx="1433880" cy="39960"/>
            </p14:xfrm>
          </p:contentPart>
        </mc:Choice>
        <mc:Fallback xmlns="">
          <p:pic>
            <p:nvPicPr>
              <p:cNvPr id="18" name="Ink 17">
                <a:extLst>
                  <a:ext uri="{FF2B5EF4-FFF2-40B4-BE49-F238E27FC236}">
                    <a16:creationId xmlns:a16="http://schemas.microsoft.com/office/drawing/2014/main" id="{BE0A12DE-75A7-700F-1ED4-D5D36E7BE4B1}"/>
                  </a:ext>
                </a:extLst>
              </p:cNvPr>
              <p:cNvPicPr/>
              <p:nvPr/>
            </p:nvPicPr>
            <p:blipFill>
              <a:blip r:embed="rId27"/>
              <a:stretch>
                <a:fillRect/>
              </a:stretch>
            </p:blipFill>
            <p:spPr>
              <a:xfrm>
                <a:off x="7723844" y="4522540"/>
                <a:ext cx="1559520" cy="165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23" name="Ink 22">
                <a:extLst>
                  <a:ext uri="{FF2B5EF4-FFF2-40B4-BE49-F238E27FC236}">
                    <a16:creationId xmlns:a16="http://schemas.microsoft.com/office/drawing/2014/main" id="{F15769EB-F8FA-581B-8F3C-0B1782A91258}"/>
                  </a:ext>
                </a:extLst>
              </p14:cNvPr>
              <p14:cNvContentPartPr/>
              <p14:nvPr/>
            </p14:nvContentPartPr>
            <p14:xfrm>
              <a:off x="7907804" y="4784260"/>
              <a:ext cx="513720" cy="79560"/>
            </p14:xfrm>
          </p:contentPart>
        </mc:Choice>
        <mc:Fallback xmlns="">
          <p:pic>
            <p:nvPicPr>
              <p:cNvPr id="23" name="Ink 22">
                <a:extLst>
                  <a:ext uri="{FF2B5EF4-FFF2-40B4-BE49-F238E27FC236}">
                    <a16:creationId xmlns:a16="http://schemas.microsoft.com/office/drawing/2014/main" id="{F15769EB-F8FA-581B-8F3C-0B1782A91258}"/>
                  </a:ext>
                </a:extLst>
              </p:cNvPr>
              <p:cNvPicPr/>
              <p:nvPr/>
            </p:nvPicPr>
            <p:blipFill>
              <a:blip r:embed="rId29"/>
              <a:stretch>
                <a:fillRect/>
              </a:stretch>
            </p:blipFill>
            <p:spPr>
              <a:xfrm>
                <a:off x="7844804" y="4721620"/>
                <a:ext cx="639360" cy="205200"/>
              </a:xfrm>
              <a:prstGeom prst="rect">
                <a:avLst/>
              </a:prstGeom>
            </p:spPr>
          </p:pic>
        </mc:Fallback>
      </mc:AlternateContent>
      <p:grpSp>
        <p:nvGrpSpPr>
          <p:cNvPr id="28" name="Group 27">
            <a:extLst>
              <a:ext uri="{FF2B5EF4-FFF2-40B4-BE49-F238E27FC236}">
                <a16:creationId xmlns:a16="http://schemas.microsoft.com/office/drawing/2014/main" id="{77D54C77-7901-4850-7CAA-028C64E4C689}"/>
              </a:ext>
            </a:extLst>
          </p:cNvPr>
          <p:cNvGrpSpPr/>
          <p:nvPr/>
        </p:nvGrpSpPr>
        <p:grpSpPr>
          <a:xfrm>
            <a:off x="6368444" y="5193580"/>
            <a:ext cx="2472840" cy="48600"/>
            <a:chOff x="6368444" y="5193580"/>
            <a:chExt cx="2472840" cy="48600"/>
          </a:xfrm>
        </p:grpSpPr>
        <mc:AlternateContent xmlns:mc="http://schemas.openxmlformats.org/markup-compatibility/2006" xmlns:p14="http://schemas.microsoft.com/office/powerpoint/2010/main">
          <mc:Choice Requires="p14">
            <p:contentPart p14:bwMode="auto" r:id="rId30">
              <p14:nvContentPartPr>
                <p14:cNvPr id="24" name="Ink 23">
                  <a:extLst>
                    <a:ext uri="{FF2B5EF4-FFF2-40B4-BE49-F238E27FC236}">
                      <a16:creationId xmlns:a16="http://schemas.microsoft.com/office/drawing/2014/main" id="{C72BB2F8-F705-3712-EECD-0C80FE0F0D91}"/>
                    </a:ext>
                  </a:extLst>
                </p14:cNvPr>
                <p14:cNvContentPartPr/>
                <p14:nvPr/>
              </p14:nvContentPartPr>
              <p14:xfrm>
                <a:off x="6368444" y="5193580"/>
                <a:ext cx="1249560" cy="43560"/>
              </p14:xfrm>
            </p:contentPart>
          </mc:Choice>
          <mc:Fallback xmlns="">
            <p:pic>
              <p:nvPicPr>
                <p:cNvPr id="24" name="Ink 23">
                  <a:extLst>
                    <a:ext uri="{FF2B5EF4-FFF2-40B4-BE49-F238E27FC236}">
                      <a16:creationId xmlns:a16="http://schemas.microsoft.com/office/drawing/2014/main" id="{C72BB2F8-F705-3712-EECD-0C80FE0F0D91}"/>
                    </a:ext>
                  </a:extLst>
                </p:cNvPr>
                <p:cNvPicPr/>
                <p:nvPr/>
              </p:nvPicPr>
              <p:blipFill>
                <a:blip r:embed="rId31"/>
                <a:stretch>
                  <a:fillRect/>
                </a:stretch>
              </p:blipFill>
              <p:spPr>
                <a:xfrm>
                  <a:off x="6305444" y="5130940"/>
                  <a:ext cx="1375200" cy="1692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5" name="Ink 24">
                  <a:extLst>
                    <a:ext uri="{FF2B5EF4-FFF2-40B4-BE49-F238E27FC236}">
                      <a16:creationId xmlns:a16="http://schemas.microsoft.com/office/drawing/2014/main" id="{DC89EB40-F974-1E7C-ABFD-2E9B8E345CDC}"/>
                    </a:ext>
                  </a:extLst>
                </p14:cNvPr>
                <p14:cNvContentPartPr/>
                <p14:nvPr/>
              </p14:nvContentPartPr>
              <p14:xfrm>
                <a:off x="7818884" y="5201140"/>
                <a:ext cx="1022400" cy="41040"/>
              </p14:xfrm>
            </p:contentPart>
          </mc:Choice>
          <mc:Fallback xmlns="">
            <p:pic>
              <p:nvPicPr>
                <p:cNvPr id="25" name="Ink 24">
                  <a:extLst>
                    <a:ext uri="{FF2B5EF4-FFF2-40B4-BE49-F238E27FC236}">
                      <a16:creationId xmlns:a16="http://schemas.microsoft.com/office/drawing/2014/main" id="{DC89EB40-F974-1E7C-ABFD-2E9B8E345CDC}"/>
                    </a:ext>
                  </a:extLst>
                </p:cNvPr>
                <p:cNvPicPr/>
                <p:nvPr/>
              </p:nvPicPr>
              <p:blipFill>
                <a:blip r:embed="rId33"/>
                <a:stretch>
                  <a:fillRect/>
                </a:stretch>
              </p:blipFill>
              <p:spPr>
                <a:xfrm>
                  <a:off x="7755884" y="5138500"/>
                  <a:ext cx="1148040" cy="1666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34">
            <p14:nvContentPartPr>
              <p14:cNvPr id="26" name="Ink 25">
                <a:extLst>
                  <a:ext uri="{FF2B5EF4-FFF2-40B4-BE49-F238E27FC236}">
                    <a16:creationId xmlns:a16="http://schemas.microsoft.com/office/drawing/2014/main" id="{FF720A4D-8266-64E3-D8E0-20557AE271AC}"/>
                  </a:ext>
                </a:extLst>
              </p14:cNvPr>
              <p14:cNvContentPartPr/>
              <p14:nvPr/>
            </p14:nvContentPartPr>
            <p14:xfrm>
              <a:off x="7844084" y="5407060"/>
              <a:ext cx="1022760" cy="39960"/>
            </p14:xfrm>
          </p:contentPart>
        </mc:Choice>
        <mc:Fallback xmlns="">
          <p:pic>
            <p:nvPicPr>
              <p:cNvPr id="26" name="Ink 25">
                <a:extLst>
                  <a:ext uri="{FF2B5EF4-FFF2-40B4-BE49-F238E27FC236}">
                    <a16:creationId xmlns:a16="http://schemas.microsoft.com/office/drawing/2014/main" id="{FF720A4D-8266-64E3-D8E0-20557AE271AC}"/>
                  </a:ext>
                </a:extLst>
              </p:cNvPr>
              <p:cNvPicPr/>
              <p:nvPr/>
            </p:nvPicPr>
            <p:blipFill>
              <a:blip r:embed="rId35"/>
              <a:stretch>
                <a:fillRect/>
              </a:stretch>
            </p:blipFill>
            <p:spPr>
              <a:xfrm>
                <a:off x="7781444" y="5344420"/>
                <a:ext cx="1148400" cy="1656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9" name="Ink 28">
                <a:extLst>
                  <a:ext uri="{FF2B5EF4-FFF2-40B4-BE49-F238E27FC236}">
                    <a16:creationId xmlns:a16="http://schemas.microsoft.com/office/drawing/2014/main" id="{346FC6BD-D716-74FE-7B2A-3AF04D337CA1}"/>
                  </a:ext>
                </a:extLst>
              </p14:cNvPr>
              <p14:cNvContentPartPr/>
              <p14:nvPr/>
            </p14:nvContentPartPr>
            <p14:xfrm>
              <a:off x="7851284" y="5630620"/>
              <a:ext cx="882000" cy="45360"/>
            </p14:xfrm>
          </p:contentPart>
        </mc:Choice>
        <mc:Fallback xmlns="">
          <p:pic>
            <p:nvPicPr>
              <p:cNvPr id="29" name="Ink 28">
                <a:extLst>
                  <a:ext uri="{FF2B5EF4-FFF2-40B4-BE49-F238E27FC236}">
                    <a16:creationId xmlns:a16="http://schemas.microsoft.com/office/drawing/2014/main" id="{346FC6BD-D716-74FE-7B2A-3AF04D337CA1}"/>
                  </a:ext>
                </a:extLst>
              </p:cNvPr>
              <p:cNvPicPr/>
              <p:nvPr/>
            </p:nvPicPr>
            <p:blipFill>
              <a:blip r:embed="rId37"/>
              <a:stretch>
                <a:fillRect/>
              </a:stretch>
            </p:blipFill>
            <p:spPr>
              <a:xfrm>
                <a:off x="7788284" y="5567620"/>
                <a:ext cx="100764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32" name="Ink 31">
                <a:extLst>
                  <a:ext uri="{FF2B5EF4-FFF2-40B4-BE49-F238E27FC236}">
                    <a16:creationId xmlns:a16="http://schemas.microsoft.com/office/drawing/2014/main" id="{88F5EABC-46CF-1E76-8727-4F343ADBDD5B}"/>
                  </a:ext>
                </a:extLst>
              </p14:cNvPr>
              <p14:cNvContentPartPr/>
              <p14:nvPr/>
            </p14:nvContentPartPr>
            <p14:xfrm>
              <a:off x="7866404" y="6231100"/>
              <a:ext cx="941040" cy="23400"/>
            </p14:xfrm>
          </p:contentPart>
        </mc:Choice>
        <mc:Fallback xmlns="">
          <p:pic>
            <p:nvPicPr>
              <p:cNvPr id="32" name="Ink 31">
                <a:extLst>
                  <a:ext uri="{FF2B5EF4-FFF2-40B4-BE49-F238E27FC236}">
                    <a16:creationId xmlns:a16="http://schemas.microsoft.com/office/drawing/2014/main" id="{88F5EABC-46CF-1E76-8727-4F343ADBDD5B}"/>
                  </a:ext>
                </a:extLst>
              </p:cNvPr>
              <p:cNvPicPr/>
              <p:nvPr/>
            </p:nvPicPr>
            <p:blipFill>
              <a:blip r:embed="rId39"/>
              <a:stretch>
                <a:fillRect/>
              </a:stretch>
            </p:blipFill>
            <p:spPr>
              <a:xfrm>
                <a:off x="7803404" y="6168100"/>
                <a:ext cx="1066680" cy="149040"/>
              </a:xfrm>
              <a:prstGeom prst="rect">
                <a:avLst/>
              </a:prstGeom>
            </p:spPr>
          </p:pic>
        </mc:Fallback>
      </mc:AlternateContent>
      <p:grpSp>
        <p:nvGrpSpPr>
          <p:cNvPr id="35" name="Group 34">
            <a:extLst>
              <a:ext uri="{FF2B5EF4-FFF2-40B4-BE49-F238E27FC236}">
                <a16:creationId xmlns:a16="http://schemas.microsoft.com/office/drawing/2014/main" id="{8AA53717-5320-BB5A-2866-F1C73A11FBBF}"/>
              </a:ext>
            </a:extLst>
          </p:cNvPr>
          <p:cNvGrpSpPr/>
          <p:nvPr/>
        </p:nvGrpSpPr>
        <p:grpSpPr>
          <a:xfrm>
            <a:off x="6360524" y="5999620"/>
            <a:ext cx="2698200" cy="97920"/>
            <a:chOff x="6360524" y="5999620"/>
            <a:chExt cx="2698200" cy="97920"/>
          </a:xfrm>
        </p:grpSpPr>
        <mc:AlternateContent xmlns:mc="http://schemas.openxmlformats.org/markup-compatibility/2006" xmlns:p14="http://schemas.microsoft.com/office/powerpoint/2010/main">
          <mc:Choice Requires="p14">
            <p:contentPart p14:bwMode="auto" r:id="rId40">
              <p14:nvContentPartPr>
                <p14:cNvPr id="30" name="Ink 29">
                  <a:extLst>
                    <a:ext uri="{FF2B5EF4-FFF2-40B4-BE49-F238E27FC236}">
                      <a16:creationId xmlns:a16="http://schemas.microsoft.com/office/drawing/2014/main" id="{7E945803-1413-EBD3-E9AE-3C40C791EB9D}"/>
                    </a:ext>
                  </a:extLst>
                </p14:cNvPr>
                <p14:cNvContentPartPr/>
                <p14:nvPr/>
              </p14:nvContentPartPr>
              <p14:xfrm>
                <a:off x="6360524" y="6044620"/>
                <a:ext cx="1209960" cy="37080"/>
              </p14:xfrm>
            </p:contentPart>
          </mc:Choice>
          <mc:Fallback xmlns="">
            <p:pic>
              <p:nvPicPr>
                <p:cNvPr id="30" name="Ink 29">
                  <a:extLst>
                    <a:ext uri="{FF2B5EF4-FFF2-40B4-BE49-F238E27FC236}">
                      <a16:creationId xmlns:a16="http://schemas.microsoft.com/office/drawing/2014/main" id="{7E945803-1413-EBD3-E9AE-3C40C791EB9D}"/>
                    </a:ext>
                  </a:extLst>
                </p:cNvPr>
                <p:cNvPicPr/>
                <p:nvPr/>
              </p:nvPicPr>
              <p:blipFill>
                <a:blip r:embed="rId41"/>
                <a:stretch>
                  <a:fillRect/>
                </a:stretch>
              </p:blipFill>
              <p:spPr>
                <a:xfrm>
                  <a:off x="6297524" y="5981620"/>
                  <a:ext cx="1335600" cy="1627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31" name="Ink 30">
                  <a:extLst>
                    <a:ext uri="{FF2B5EF4-FFF2-40B4-BE49-F238E27FC236}">
                      <a16:creationId xmlns:a16="http://schemas.microsoft.com/office/drawing/2014/main" id="{F95B203A-15E3-7400-DD34-EAD11D470745}"/>
                    </a:ext>
                  </a:extLst>
                </p14:cNvPr>
                <p14:cNvContentPartPr/>
                <p14:nvPr/>
              </p14:nvContentPartPr>
              <p14:xfrm>
                <a:off x="7821404" y="6070900"/>
                <a:ext cx="1237320" cy="26640"/>
              </p14:xfrm>
            </p:contentPart>
          </mc:Choice>
          <mc:Fallback xmlns="">
            <p:pic>
              <p:nvPicPr>
                <p:cNvPr id="31" name="Ink 30">
                  <a:extLst>
                    <a:ext uri="{FF2B5EF4-FFF2-40B4-BE49-F238E27FC236}">
                      <a16:creationId xmlns:a16="http://schemas.microsoft.com/office/drawing/2014/main" id="{F95B203A-15E3-7400-DD34-EAD11D470745}"/>
                    </a:ext>
                  </a:extLst>
                </p:cNvPr>
                <p:cNvPicPr/>
                <p:nvPr/>
              </p:nvPicPr>
              <p:blipFill>
                <a:blip r:embed="rId43"/>
                <a:stretch>
                  <a:fillRect/>
                </a:stretch>
              </p:blipFill>
              <p:spPr>
                <a:xfrm>
                  <a:off x="7758764" y="6008260"/>
                  <a:ext cx="136296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33" name="Ink 32">
                  <a:extLst>
                    <a:ext uri="{FF2B5EF4-FFF2-40B4-BE49-F238E27FC236}">
                      <a16:creationId xmlns:a16="http://schemas.microsoft.com/office/drawing/2014/main" id="{5E647E78-B983-8580-7CDF-25CEE706861B}"/>
                    </a:ext>
                  </a:extLst>
                </p14:cNvPr>
                <p14:cNvContentPartPr/>
                <p14:nvPr/>
              </p14:nvContentPartPr>
              <p14:xfrm>
                <a:off x="7997804" y="5999620"/>
                <a:ext cx="688680" cy="32400"/>
              </p14:xfrm>
            </p:contentPart>
          </mc:Choice>
          <mc:Fallback xmlns="">
            <p:pic>
              <p:nvPicPr>
                <p:cNvPr id="33" name="Ink 32">
                  <a:extLst>
                    <a:ext uri="{FF2B5EF4-FFF2-40B4-BE49-F238E27FC236}">
                      <a16:creationId xmlns:a16="http://schemas.microsoft.com/office/drawing/2014/main" id="{5E647E78-B983-8580-7CDF-25CEE706861B}"/>
                    </a:ext>
                  </a:extLst>
                </p:cNvPr>
                <p:cNvPicPr/>
                <p:nvPr/>
              </p:nvPicPr>
              <p:blipFill>
                <a:blip r:embed="rId45"/>
                <a:stretch>
                  <a:fillRect/>
                </a:stretch>
              </p:blipFill>
              <p:spPr>
                <a:xfrm>
                  <a:off x="7935164" y="5936980"/>
                  <a:ext cx="814320" cy="158040"/>
                </a:xfrm>
                <a:prstGeom prst="rect">
                  <a:avLst/>
                </a:prstGeom>
              </p:spPr>
            </p:pic>
          </mc:Fallback>
        </mc:AlternateContent>
      </p:grpSp>
    </p:spTree>
    <p:extLst>
      <p:ext uri="{BB962C8B-B14F-4D97-AF65-F5344CB8AC3E}">
        <p14:creationId xmlns:p14="http://schemas.microsoft.com/office/powerpoint/2010/main" val="42561074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40F6D4-11F2-C03A-5F69-6C28AE114CB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41CD80D0-25DF-B108-2355-0FBE430C9017}"/>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New things</a:t>
            </a:r>
          </a:p>
        </p:txBody>
      </p:sp>
      <p:sp>
        <p:nvSpPr>
          <p:cNvPr id="4" name="Subtitle 2">
            <a:extLst>
              <a:ext uri="{FF2B5EF4-FFF2-40B4-BE49-F238E27FC236}">
                <a16:creationId xmlns:a16="http://schemas.microsoft.com/office/drawing/2014/main" id="{ACE0AFA7-457F-FB9E-9474-174D85F0A71A}"/>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46)</a:t>
            </a:r>
          </a:p>
          <a:p>
            <a:pPr algn="l"/>
            <a:endParaRPr lang="en-US" sz="1800">
              <a:sym typeface="Wingdings" pitchFamily="2" charset="2"/>
            </a:endParaRPr>
          </a:p>
          <a:p>
            <a:pPr algn="l"/>
            <a:r>
              <a:rPr lang="en-US" sz="1800" b="1">
                <a:sym typeface="Wingdings" pitchFamily="2" charset="2"/>
              </a:rPr>
              <a:t>mismatch()</a:t>
            </a:r>
          </a:p>
          <a:p>
            <a:pPr algn="l"/>
            <a:r>
              <a:rPr lang="en-US" sz="1800">
                <a:sym typeface="Wingdings" pitchFamily="2" charset="2"/>
              </a:rPr>
              <a:t>- This method will return if ..., otherwise, ... returned ...</a:t>
            </a:r>
          </a:p>
          <a:p>
            <a:pPr algn="l"/>
            <a:r>
              <a:rPr lang="en-US" sz="1800">
                <a:sym typeface="Wingdings" pitchFamily="2" charset="2"/>
              </a:rPr>
              <a:t>(code illustration snippet 47)</a:t>
            </a:r>
          </a:p>
        </p:txBody>
      </p:sp>
    </p:spTree>
    <p:extLst>
      <p:ext uri="{BB962C8B-B14F-4D97-AF65-F5344CB8AC3E}">
        <p14:creationId xmlns:p14="http://schemas.microsoft.com/office/powerpoint/2010/main" val="26268363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85154-FCED-A337-AA66-DA6E1BE50183}"/>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24599EA4-3981-6D11-13FE-57ABB58AF5A1}"/>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New things</a:t>
            </a:r>
          </a:p>
        </p:txBody>
      </p:sp>
      <p:sp>
        <p:nvSpPr>
          <p:cNvPr id="4" name="Subtitle 2">
            <a:extLst>
              <a:ext uri="{FF2B5EF4-FFF2-40B4-BE49-F238E27FC236}">
                <a16:creationId xmlns:a16="http://schemas.microsoft.com/office/drawing/2014/main" id="{5898B02D-E6EB-14EA-2415-07484BFEBF04}"/>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46)</a:t>
            </a:r>
          </a:p>
          <a:p>
            <a:pPr algn="l"/>
            <a:endParaRPr lang="en-US" sz="1800">
              <a:sym typeface="Wingdings" pitchFamily="2" charset="2"/>
            </a:endParaRPr>
          </a:p>
          <a:p>
            <a:pPr algn="l"/>
            <a:r>
              <a:rPr lang="en-US" sz="1800" b="1">
                <a:sym typeface="Wingdings" pitchFamily="2" charset="2"/>
              </a:rPr>
              <a:t>mismatch()</a:t>
            </a:r>
          </a:p>
          <a:p>
            <a:pPr algn="l"/>
            <a:r>
              <a:rPr lang="en-US" sz="1800">
                <a:sym typeface="Wingdings" pitchFamily="2" charset="2"/>
              </a:rPr>
              <a:t>- This method will return if ..., otherwise, ... returned ...</a:t>
            </a:r>
          </a:p>
          <a:p>
            <a:pPr algn="l"/>
            <a:r>
              <a:rPr lang="en-US" sz="1800">
                <a:sym typeface="Wingdings" pitchFamily="2" charset="2"/>
              </a:rPr>
              <a:t>(code illustration snippet 47)</a:t>
            </a:r>
          </a:p>
          <a:p>
            <a:pPr algn="l"/>
            <a:endParaRPr lang="en-US" sz="1800">
              <a:sym typeface="Wingdings" pitchFamily="2" charset="2"/>
            </a:endParaRPr>
          </a:p>
          <a:p>
            <a:pPr algn="l"/>
            <a:r>
              <a:rPr lang="en-US" sz="1800" b="1">
                <a:sym typeface="Wingdings" pitchFamily="2" charset="2"/>
              </a:rPr>
              <a:t>VIII – Date time API</a:t>
            </a:r>
          </a:p>
          <a:p>
            <a:pPr algn="l"/>
            <a:endParaRPr lang="en-US" sz="1800">
              <a:sym typeface="Wingdings" pitchFamily="2" charset="2"/>
            </a:endParaRPr>
          </a:p>
          <a:p>
            <a:pPr algn="l"/>
            <a:r>
              <a:rPr lang="en-US" sz="1800" b="1">
                <a:sym typeface="Wingdings" pitchFamily="2" charset="2"/>
              </a:rPr>
              <a:t>ZonedDateTime</a:t>
            </a:r>
          </a:p>
          <a:p>
            <a:pPr algn="l"/>
            <a:r>
              <a:rPr lang="en-US" sz="1800">
                <a:sym typeface="Wingdings" pitchFamily="2" charset="2"/>
              </a:rPr>
              <a:t>(code illustration snippet 48) </a:t>
            </a:r>
          </a:p>
          <a:p>
            <a:pPr algn="l"/>
            <a:endParaRPr lang="en-US" sz="1800">
              <a:sym typeface="Wingdings" pitchFamily="2" charset="2"/>
            </a:endParaRPr>
          </a:p>
          <a:p>
            <a:pPr algn="l"/>
            <a:r>
              <a:rPr lang="en-US" sz="1800">
                <a:sym typeface="Wingdings" pitchFamily="2" charset="2"/>
              </a:rPr>
              <a:t>- You can see that there is a ... part in the output, that is called ...</a:t>
            </a:r>
          </a:p>
          <a:p>
            <a:pPr algn="l"/>
            <a:r>
              <a:rPr lang="en-US" sz="1800">
                <a:sym typeface="Wingdings" pitchFamily="2" charset="2"/>
              </a:rPr>
              <a:t>- This is used to calculate .... You can calculate ... by using ...</a:t>
            </a:r>
          </a:p>
          <a:p>
            <a:pPr algn="l"/>
            <a:r>
              <a:rPr lang="en-US" sz="1800">
                <a:sym typeface="Wingdings" pitchFamily="2" charset="2"/>
              </a:rPr>
              <a:t>(NOTE: There is no difference ... and ....)</a:t>
            </a:r>
          </a:p>
          <a:p>
            <a:pPr algn="l"/>
            <a:r>
              <a:rPr lang="en-US" sz="1800">
                <a:sym typeface="Wingdings" pitchFamily="2" charset="2"/>
              </a:rPr>
              <a:t>(code illustration snippet 49)</a:t>
            </a:r>
          </a:p>
        </p:txBody>
      </p:sp>
    </p:spTree>
    <p:extLst>
      <p:ext uri="{BB962C8B-B14F-4D97-AF65-F5344CB8AC3E}">
        <p14:creationId xmlns:p14="http://schemas.microsoft.com/office/powerpoint/2010/main" val="1744751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FCF38E-4637-640F-90AA-585FDE9588FB}"/>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3047C705-61D3-8192-6DB0-92D72F04244D}"/>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New things</a:t>
            </a:r>
          </a:p>
        </p:txBody>
      </p:sp>
      <p:sp>
        <p:nvSpPr>
          <p:cNvPr id="4" name="Subtitle 2">
            <a:extLst>
              <a:ext uri="{FF2B5EF4-FFF2-40B4-BE49-F238E27FC236}">
                <a16:creationId xmlns:a16="http://schemas.microsoft.com/office/drawing/2014/main" id="{3C9DC748-04BD-B15C-7D11-8DACAE77E512}"/>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Month starts at ... not ...</a:t>
            </a:r>
          </a:p>
          <a:p>
            <a:pPr algn="l"/>
            <a:endParaRPr lang="en-US" sz="1800">
              <a:sym typeface="Wingdings" pitchFamily="2" charset="2"/>
            </a:endParaRPr>
          </a:p>
          <a:p>
            <a:pPr algn="l"/>
            <a:r>
              <a:rPr lang="en-US" sz="1800">
                <a:sym typeface="Wingdings" pitchFamily="2" charset="2"/>
              </a:rPr>
              <a:t>- To create a ZonedDateTime, you must first ... Then we can able to ...</a:t>
            </a:r>
          </a:p>
          <a:p>
            <a:pPr algn="l"/>
            <a:r>
              <a:rPr lang="en-US" sz="1800">
                <a:sym typeface="Wingdings" pitchFamily="2" charset="2"/>
              </a:rPr>
              <a:t>– Java recommend to use ... or ... instead of pure ... because it may looks ...</a:t>
            </a:r>
          </a:p>
          <a:p>
            <a:pPr algn="l"/>
            <a:r>
              <a:rPr lang="en-US" sz="1800">
                <a:sym typeface="Wingdings" pitchFamily="2" charset="2"/>
              </a:rPr>
              <a:t>– Note: Why don't Java convert ... Because this declaration means ... not ...</a:t>
            </a:r>
          </a:p>
          <a:p>
            <a:pPr algn="l"/>
            <a:r>
              <a:rPr lang="en-US" sz="1800">
                <a:sym typeface="Wingdings" pitchFamily="2" charset="2"/>
              </a:rPr>
              <a:t>(code illustration snippet 50)</a:t>
            </a:r>
          </a:p>
          <a:p>
            <a:pPr algn="l"/>
            <a:endParaRPr lang="en-US" sz="1800">
              <a:sym typeface="Wingdings" pitchFamily="2" charset="2"/>
            </a:endParaRPr>
          </a:p>
          <a:p>
            <a:pPr algn="l"/>
            <a:r>
              <a:rPr lang="en-US" sz="1800">
                <a:sym typeface="Wingdings" pitchFamily="2" charset="2"/>
              </a:rPr>
              <a:t>- Please note that for ZonedDateTime, we can't use ... to create ...</a:t>
            </a:r>
          </a:p>
          <a:p>
            <a:pPr algn="l"/>
            <a:r>
              <a:rPr lang="en-US" sz="1800">
                <a:sym typeface="Wingdings" pitchFamily="2" charset="2"/>
              </a:rPr>
              <a:t>- We can see that we can't use ... to create ... =&gt; This is called ... pattern where the ... object ... to ... method...</a:t>
            </a:r>
          </a:p>
          <a:p>
            <a:pPr algn="l"/>
            <a:r>
              <a:rPr lang="en-US" sz="1800">
                <a:sym typeface="Wingdings" pitchFamily="2" charset="2"/>
              </a:rPr>
              <a:t>- If we try to use ... =&gt; ...</a:t>
            </a:r>
          </a:p>
          <a:p>
            <a:pPr algn="l"/>
            <a:r>
              <a:rPr lang="en-US" sz="1800">
                <a:sym typeface="Wingdings" pitchFamily="2" charset="2"/>
              </a:rPr>
              <a:t>(code illustration snippet 51)	</a:t>
            </a:r>
          </a:p>
          <a:p>
            <a:pPr algn="l"/>
            <a:r>
              <a:rPr lang="en-US" sz="1800">
                <a:sym typeface="Wingdings" pitchFamily="2" charset="2"/>
              </a:rPr>
              <a:t>- Also if we try to use invalid ... =&gt; ...</a:t>
            </a:r>
          </a:p>
          <a:p>
            <a:pPr algn="l"/>
            <a:r>
              <a:rPr lang="en-US" sz="1800">
                <a:sym typeface="Wingdings" pitchFamily="2" charset="2"/>
              </a:rPr>
              <a:t>(code illustration snippet 52)</a:t>
            </a:r>
          </a:p>
          <a:p>
            <a:pPr algn="l"/>
            <a:endParaRPr lang="en-US" sz="1800">
              <a:sym typeface="Wingdings" pitchFamily="2" charset="2"/>
            </a:endParaRPr>
          </a:p>
          <a:p>
            <a:pPr algn="l"/>
            <a:r>
              <a:rPr lang="en-US" sz="1800">
                <a:sym typeface="Wingdings" pitchFamily="2" charset="2"/>
              </a:rPr>
              <a:t>- When manipulating ..., we can use method ...</a:t>
            </a:r>
          </a:p>
          <a:p>
            <a:pPr algn="l"/>
            <a:r>
              <a:rPr lang="en-US" sz="1800">
                <a:sym typeface="Wingdings" pitchFamily="2" charset="2"/>
              </a:rPr>
              <a:t>(code illustration snippet 53)</a:t>
            </a:r>
          </a:p>
        </p:txBody>
      </p:sp>
    </p:spTree>
    <p:extLst>
      <p:ext uri="{BB962C8B-B14F-4D97-AF65-F5344CB8AC3E}">
        <p14:creationId xmlns:p14="http://schemas.microsoft.com/office/powerpoint/2010/main" val="29842153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DCA13-EE07-0588-399A-7A6834668657}"/>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84422571-2841-4398-077D-5EE1885B090B}"/>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New things</a:t>
            </a:r>
          </a:p>
        </p:txBody>
      </p:sp>
      <p:sp>
        <p:nvSpPr>
          <p:cNvPr id="4" name="Subtitle 2">
            <a:extLst>
              <a:ext uri="{FF2B5EF4-FFF2-40B4-BE49-F238E27FC236}">
                <a16:creationId xmlns:a16="http://schemas.microsoft.com/office/drawing/2014/main" id="{261C9B1A-8EE5-7804-A1AD-768D30C0912B}"/>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54)</a:t>
            </a:r>
          </a:p>
          <a:p>
            <a:pPr algn="l"/>
            <a:endParaRPr lang="en-US" sz="1800">
              <a:sym typeface="Wingdings" pitchFamily="2" charset="2"/>
            </a:endParaRPr>
          </a:p>
        </p:txBody>
      </p:sp>
      <p:pic>
        <p:nvPicPr>
          <p:cNvPr id="5" name="Picture 4">
            <a:extLst>
              <a:ext uri="{FF2B5EF4-FFF2-40B4-BE49-F238E27FC236}">
                <a16:creationId xmlns:a16="http://schemas.microsoft.com/office/drawing/2014/main" id="{24FD170E-12CF-D2D6-25E6-BFB9EBB9464A}"/>
              </a:ext>
            </a:extLst>
          </p:cNvPr>
          <p:cNvPicPr>
            <a:picLocks noChangeAspect="1"/>
          </p:cNvPicPr>
          <p:nvPr/>
        </p:nvPicPr>
        <p:blipFill>
          <a:blip r:embed="rId3"/>
          <a:stretch>
            <a:fillRect/>
          </a:stretch>
        </p:blipFill>
        <p:spPr>
          <a:xfrm>
            <a:off x="2209800" y="1138469"/>
            <a:ext cx="7772400" cy="5719531"/>
          </a:xfrm>
          <a:prstGeom prst="rect">
            <a:avLst/>
          </a:prstGeom>
        </p:spPr>
      </p:pic>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4B0EE458-5195-22EA-79B0-90E6E51C36FB}"/>
                  </a:ext>
                </a:extLst>
              </p14:cNvPr>
              <p14:cNvContentPartPr/>
              <p14:nvPr/>
            </p14:nvContentPartPr>
            <p14:xfrm>
              <a:off x="4387364" y="1994260"/>
              <a:ext cx="160200" cy="2880"/>
            </p14:xfrm>
          </p:contentPart>
        </mc:Choice>
        <mc:Fallback xmlns="">
          <p:pic>
            <p:nvPicPr>
              <p:cNvPr id="6" name="Ink 5">
                <a:extLst>
                  <a:ext uri="{FF2B5EF4-FFF2-40B4-BE49-F238E27FC236}">
                    <a16:creationId xmlns:a16="http://schemas.microsoft.com/office/drawing/2014/main" id="{4B0EE458-5195-22EA-79B0-90E6E51C36FB}"/>
                  </a:ext>
                </a:extLst>
              </p:cNvPr>
              <p:cNvPicPr/>
              <p:nvPr/>
            </p:nvPicPr>
            <p:blipFill>
              <a:blip r:embed="rId5"/>
              <a:stretch>
                <a:fillRect/>
              </a:stretch>
            </p:blipFill>
            <p:spPr>
              <a:xfrm>
                <a:off x="4324364" y="1931620"/>
                <a:ext cx="285840" cy="12852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7" name="Ink 6">
                <a:extLst>
                  <a:ext uri="{FF2B5EF4-FFF2-40B4-BE49-F238E27FC236}">
                    <a16:creationId xmlns:a16="http://schemas.microsoft.com/office/drawing/2014/main" id="{2610F5FF-A5DD-5B38-CCED-968CA14C1045}"/>
                  </a:ext>
                </a:extLst>
              </p14:cNvPr>
              <p14:cNvContentPartPr/>
              <p14:nvPr/>
            </p14:nvContentPartPr>
            <p14:xfrm>
              <a:off x="6184124" y="1997500"/>
              <a:ext cx="221400" cy="15840"/>
            </p14:xfrm>
          </p:contentPart>
        </mc:Choice>
        <mc:Fallback xmlns="">
          <p:pic>
            <p:nvPicPr>
              <p:cNvPr id="7" name="Ink 6">
                <a:extLst>
                  <a:ext uri="{FF2B5EF4-FFF2-40B4-BE49-F238E27FC236}">
                    <a16:creationId xmlns:a16="http://schemas.microsoft.com/office/drawing/2014/main" id="{2610F5FF-A5DD-5B38-CCED-968CA14C1045}"/>
                  </a:ext>
                </a:extLst>
              </p:cNvPr>
              <p:cNvPicPr/>
              <p:nvPr/>
            </p:nvPicPr>
            <p:blipFill>
              <a:blip r:embed="rId7"/>
              <a:stretch>
                <a:fillRect/>
              </a:stretch>
            </p:blipFill>
            <p:spPr>
              <a:xfrm>
                <a:off x="6121484" y="1934500"/>
                <a:ext cx="347040" cy="14148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8" name="Ink 7">
                <a:extLst>
                  <a:ext uri="{FF2B5EF4-FFF2-40B4-BE49-F238E27FC236}">
                    <a16:creationId xmlns:a16="http://schemas.microsoft.com/office/drawing/2014/main" id="{A5A80790-F35F-8963-8D9F-5B1298E06BB4}"/>
                  </a:ext>
                </a:extLst>
              </p14:cNvPr>
              <p14:cNvContentPartPr/>
              <p14:nvPr/>
            </p14:nvContentPartPr>
            <p14:xfrm>
              <a:off x="8040644" y="1994620"/>
              <a:ext cx="179280" cy="36000"/>
            </p14:xfrm>
          </p:contentPart>
        </mc:Choice>
        <mc:Fallback xmlns="">
          <p:pic>
            <p:nvPicPr>
              <p:cNvPr id="8" name="Ink 7">
                <a:extLst>
                  <a:ext uri="{FF2B5EF4-FFF2-40B4-BE49-F238E27FC236}">
                    <a16:creationId xmlns:a16="http://schemas.microsoft.com/office/drawing/2014/main" id="{A5A80790-F35F-8963-8D9F-5B1298E06BB4}"/>
                  </a:ext>
                </a:extLst>
              </p:cNvPr>
              <p:cNvPicPr/>
              <p:nvPr/>
            </p:nvPicPr>
            <p:blipFill>
              <a:blip r:embed="rId9"/>
              <a:stretch>
                <a:fillRect/>
              </a:stretch>
            </p:blipFill>
            <p:spPr>
              <a:xfrm>
                <a:off x="7977644" y="1931980"/>
                <a:ext cx="304920" cy="16164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9" name="Ink 8">
                <a:extLst>
                  <a:ext uri="{FF2B5EF4-FFF2-40B4-BE49-F238E27FC236}">
                    <a16:creationId xmlns:a16="http://schemas.microsoft.com/office/drawing/2014/main" id="{13D23FDF-70D6-FC1D-E42C-7060F4028689}"/>
                  </a:ext>
                </a:extLst>
              </p14:cNvPr>
              <p14:cNvContentPartPr/>
              <p14:nvPr/>
            </p14:nvContentPartPr>
            <p14:xfrm>
              <a:off x="4347764" y="2609500"/>
              <a:ext cx="249120" cy="7560"/>
            </p14:xfrm>
          </p:contentPart>
        </mc:Choice>
        <mc:Fallback xmlns="">
          <p:pic>
            <p:nvPicPr>
              <p:cNvPr id="9" name="Ink 8">
                <a:extLst>
                  <a:ext uri="{FF2B5EF4-FFF2-40B4-BE49-F238E27FC236}">
                    <a16:creationId xmlns:a16="http://schemas.microsoft.com/office/drawing/2014/main" id="{13D23FDF-70D6-FC1D-E42C-7060F4028689}"/>
                  </a:ext>
                </a:extLst>
              </p:cNvPr>
              <p:cNvPicPr/>
              <p:nvPr/>
            </p:nvPicPr>
            <p:blipFill>
              <a:blip r:embed="rId11"/>
              <a:stretch>
                <a:fillRect/>
              </a:stretch>
            </p:blipFill>
            <p:spPr>
              <a:xfrm>
                <a:off x="4284764" y="2546860"/>
                <a:ext cx="374760" cy="1332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582B8339-DBEC-B02F-5B96-CC8D58944230}"/>
                  </a:ext>
                </a:extLst>
              </p14:cNvPr>
              <p14:cNvContentPartPr/>
              <p14:nvPr/>
            </p14:nvContentPartPr>
            <p14:xfrm>
              <a:off x="6125084" y="2617420"/>
              <a:ext cx="268920" cy="2880"/>
            </p14:xfrm>
          </p:contentPart>
        </mc:Choice>
        <mc:Fallback xmlns="">
          <p:pic>
            <p:nvPicPr>
              <p:cNvPr id="10" name="Ink 9">
                <a:extLst>
                  <a:ext uri="{FF2B5EF4-FFF2-40B4-BE49-F238E27FC236}">
                    <a16:creationId xmlns:a16="http://schemas.microsoft.com/office/drawing/2014/main" id="{582B8339-DBEC-B02F-5B96-CC8D58944230}"/>
                  </a:ext>
                </a:extLst>
              </p:cNvPr>
              <p:cNvPicPr/>
              <p:nvPr/>
            </p:nvPicPr>
            <p:blipFill>
              <a:blip r:embed="rId13"/>
              <a:stretch>
                <a:fillRect/>
              </a:stretch>
            </p:blipFill>
            <p:spPr>
              <a:xfrm>
                <a:off x="6062084" y="2554420"/>
                <a:ext cx="394560" cy="1285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 name="Ink 10">
                <a:extLst>
                  <a:ext uri="{FF2B5EF4-FFF2-40B4-BE49-F238E27FC236}">
                    <a16:creationId xmlns:a16="http://schemas.microsoft.com/office/drawing/2014/main" id="{3F931149-E44E-ED64-F517-8E8FFC011F12}"/>
                  </a:ext>
                </a:extLst>
              </p14:cNvPr>
              <p14:cNvContentPartPr/>
              <p14:nvPr/>
            </p14:nvContentPartPr>
            <p14:xfrm>
              <a:off x="7987004" y="2636860"/>
              <a:ext cx="348840" cy="9720"/>
            </p14:xfrm>
          </p:contentPart>
        </mc:Choice>
        <mc:Fallback xmlns="">
          <p:pic>
            <p:nvPicPr>
              <p:cNvPr id="11" name="Ink 10">
                <a:extLst>
                  <a:ext uri="{FF2B5EF4-FFF2-40B4-BE49-F238E27FC236}">
                    <a16:creationId xmlns:a16="http://schemas.microsoft.com/office/drawing/2014/main" id="{3F931149-E44E-ED64-F517-8E8FFC011F12}"/>
                  </a:ext>
                </a:extLst>
              </p:cNvPr>
              <p:cNvPicPr/>
              <p:nvPr/>
            </p:nvPicPr>
            <p:blipFill>
              <a:blip r:embed="rId15"/>
              <a:stretch>
                <a:fillRect/>
              </a:stretch>
            </p:blipFill>
            <p:spPr>
              <a:xfrm>
                <a:off x="7924004" y="2573860"/>
                <a:ext cx="474480" cy="13536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2" name="Ink 11">
                <a:extLst>
                  <a:ext uri="{FF2B5EF4-FFF2-40B4-BE49-F238E27FC236}">
                    <a16:creationId xmlns:a16="http://schemas.microsoft.com/office/drawing/2014/main" id="{EB022EAA-47C7-877D-B5B2-CB1BCEAB4DDF}"/>
                  </a:ext>
                </a:extLst>
              </p14:cNvPr>
              <p14:cNvContentPartPr/>
              <p14:nvPr/>
            </p14:nvContentPartPr>
            <p14:xfrm>
              <a:off x="4402844" y="3258940"/>
              <a:ext cx="313200" cy="27000"/>
            </p14:xfrm>
          </p:contentPart>
        </mc:Choice>
        <mc:Fallback xmlns="">
          <p:pic>
            <p:nvPicPr>
              <p:cNvPr id="12" name="Ink 11">
                <a:extLst>
                  <a:ext uri="{FF2B5EF4-FFF2-40B4-BE49-F238E27FC236}">
                    <a16:creationId xmlns:a16="http://schemas.microsoft.com/office/drawing/2014/main" id="{EB022EAA-47C7-877D-B5B2-CB1BCEAB4DDF}"/>
                  </a:ext>
                </a:extLst>
              </p:cNvPr>
              <p:cNvPicPr/>
              <p:nvPr/>
            </p:nvPicPr>
            <p:blipFill>
              <a:blip r:embed="rId17"/>
              <a:stretch>
                <a:fillRect/>
              </a:stretch>
            </p:blipFill>
            <p:spPr>
              <a:xfrm>
                <a:off x="4340204" y="3195940"/>
                <a:ext cx="43884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3" name="Ink 12">
                <a:extLst>
                  <a:ext uri="{FF2B5EF4-FFF2-40B4-BE49-F238E27FC236}">
                    <a16:creationId xmlns:a16="http://schemas.microsoft.com/office/drawing/2014/main" id="{EB07AA4E-9D7D-888A-6673-36F30D47980E}"/>
                  </a:ext>
                </a:extLst>
              </p14:cNvPr>
              <p14:cNvContentPartPr/>
              <p14:nvPr/>
            </p14:nvContentPartPr>
            <p14:xfrm>
              <a:off x="6021044" y="3239500"/>
              <a:ext cx="346680" cy="19440"/>
            </p14:xfrm>
          </p:contentPart>
        </mc:Choice>
        <mc:Fallback xmlns="">
          <p:pic>
            <p:nvPicPr>
              <p:cNvPr id="13" name="Ink 12">
                <a:extLst>
                  <a:ext uri="{FF2B5EF4-FFF2-40B4-BE49-F238E27FC236}">
                    <a16:creationId xmlns:a16="http://schemas.microsoft.com/office/drawing/2014/main" id="{EB07AA4E-9D7D-888A-6673-36F30D47980E}"/>
                  </a:ext>
                </a:extLst>
              </p:cNvPr>
              <p:cNvPicPr/>
              <p:nvPr/>
            </p:nvPicPr>
            <p:blipFill>
              <a:blip r:embed="rId19"/>
              <a:stretch>
                <a:fillRect/>
              </a:stretch>
            </p:blipFill>
            <p:spPr>
              <a:xfrm>
                <a:off x="5958044" y="3176860"/>
                <a:ext cx="47232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4" name="Ink 13">
                <a:extLst>
                  <a:ext uri="{FF2B5EF4-FFF2-40B4-BE49-F238E27FC236}">
                    <a16:creationId xmlns:a16="http://schemas.microsoft.com/office/drawing/2014/main" id="{71500142-66CC-AC8E-B6EE-E99241C772FF}"/>
                  </a:ext>
                </a:extLst>
              </p14:cNvPr>
              <p14:cNvContentPartPr/>
              <p14:nvPr/>
            </p14:nvContentPartPr>
            <p14:xfrm>
              <a:off x="7861724" y="3253900"/>
              <a:ext cx="404640" cy="37080"/>
            </p14:xfrm>
          </p:contentPart>
        </mc:Choice>
        <mc:Fallback xmlns="">
          <p:pic>
            <p:nvPicPr>
              <p:cNvPr id="14" name="Ink 13">
                <a:extLst>
                  <a:ext uri="{FF2B5EF4-FFF2-40B4-BE49-F238E27FC236}">
                    <a16:creationId xmlns:a16="http://schemas.microsoft.com/office/drawing/2014/main" id="{71500142-66CC-AC8E-B6EE-E99241C772FF}"/>
                  </a:ext>
                </a:extLst>
              </p:cNvPr>
              <p:cNvPicPr/>
              <p:nvPr/>
            </p:nvPicPr>
            <p:blipFill>
              <a:blip r:embed="rId21"/>
              <a:stretch>
                <a:fillRect/>
              </a:stretch>
            </p:blipFill>
            <p:spPr>
              <a:xfrm>
                <a:off x="7798724" y="3190900"/>
                <a:ext cx="530280" cy="1627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5" name="Ink 14">
                <a:extLst>
                  <a:ext uri="{FF2B5EF4-FFF2-40B4-BE49-F238E27FC236}">
                    <a16:creationId xmlns:a16="http://schemas.microsoft.com/office/drawing/2014/main" id="{6CC4B5EE-D5BE-54F1-5151-58BB61A9603D}"/>
                  </a:ext>
                </a:extLst>
              </p14:cNvPr>
              <p14:cNvContentPartPr/>
              <p14:nvPr/>
            </p14:nvContentPartPr>
            <p14:xfrm>
              <a:off x="4191524" y="3878140"/>
              <a:ext cx="425880" cy="38160"/>
            </p14:xfrm>
          </p:contentPart>
        </mc:Choice>
        <mc:Fallback xmlns="">
          <p:pic>
            <p:nvPicPr>
              <p:cNvPr id="15" name="Ink 14">
                <a:extLst>
                  <a:ext uri="{FF2B5EF4-FFF2-40B4-BE49-F238E27FC236}">
                    <a16:creationId xmlns:a16="http://schemas.microsoft.com/office/drawing/2014/main" id="{6CC4B5EE-D5BE-54F1-5151-58BB61A9603D}"/>
                  </a:ext>
                </a:extLst>
              </p:cNvPr>
              <p:cNvPicPr/>
              <p:nvPr/>
            </p:nvPicPr>
            <p:blipFill>
              <a:blip r:embed="rId23"/>
              <a:stretch>
                <a:fillRect/>
              </a:stretch>
            </p:blipFill>
            <p:spPr>
              <a:xfrm>
                <a:off x="4128524" y="3815140"/>
                <a:ext cx="551520" cy="1638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6" name="Ink 15">
                <a:extLst>
                  <a:ext uri="{FF2B5EF4-FFF2-40B4-BE49-F238E27FC236}">
                    <a16:creationId xmlns:a16="http://schemas.microsoft.com/office/drawing/2014/main" id="{EAFEF0A1-5B4C-85F1-D8FD-4B9A88725D0D}"/>
                  </a:ext>
                </a:extLst>
              </p14:cNvPr>
              <p14:cNvContentPartPr/>
              <p14:nvPr/>
            </p14:nvContentPartPr>
            <p14:xfrm>
              <a:off x="6093044" y="3842860"/>
              <a:ext cx="375840" cy="45360"/>
            </p14:xfrm>
          </p:contentPart>
        </mc:Choice>
        <mc:Fallback xmlns="">
          <p:pic>
            <p:nvPicPr>
              <p:cNvPr id="16" name="Ink 15">
                <a:extLst>
                  <a:ext uri="{FF2B5EF4-FFF2-40B4-BE49-F238E27FC236}">
                    <a16:creationId xmlns:a16="http://schemas.microsoft.com/office/drawing/2014/main" id="{EAFEF0A1-5B4C-85F1-D8FD-4B9A88725D0D}"/>
                  </a:ext>
                </a:extLst>
              </p:cNvPr>
              <p:cNvPicPr/>
              <p:nvPr/>
            </p:nvPicPr>
            <p:blipFill>
              <a:blip r:embed="rId25"/>
              <a:stretch>
                <a:fillRect/>
              </a:stretch>
            </p:blipFill>
            <p:spPr>
              <a:xfrm>
                <a:off x="6030404" y="3779860"/>
                <a:ext cx="50148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7" name="Ink 16">
                <a:extLst>
                  <a:ext uri="{FF2B5EF4-FFF2-40B4-BE49-F238E27FC236}">
                    <a16:creationId xmlns:a16="http://schemas.microsoft.com/office/drawing/2014/main" id="{B562A4BB-16B5-3809-4F9D-E3B5CA5C1B31}"/>
                  </a:ext>
                </a:extLst>
              </p14:cNvPr>
              <p14:cNvContentPartPr/>
              <p14:nvPr/>
            </p14:nvContentPartPr>
            <p14:xfrm>
              <a:off x="7942724" y="3883540"/>
              <a:ext cx="340560" cy="5040"/>
            </p14:xfrm>
          </p:contentPart>
        </mc:Choice>
        <mc:Fallback xmlns="">
          <p:pic>
            <p:nvPicPr>
              <p:cNvPr id="17" name="Ink 16">
                <a:extLst>
                  <a:ext uri="{FF2B5EF4-FFF2-40B4-BE49-F238E27FC236}">
                    <a16:creationId xmlns:a16="http://schemas.microsoft.com/office/drawing/2014/main" id="{B562A4BB-16B5-3809-4F9D-E3B5CA5C1B31}"/>
                  </a:ext>
                </a:extLst>
              </p:cNvPr>
              <p:cNvPicPr/>
              <p:nvPr/>
            </p:nvPicPr>
            <p:blipFill>
              <a:blip r:embed="rId27"/>
              <a:stretch>
                <a:fillRect/>
              </a:stretch>
            </p:blipFill>
            <p:spPr>
              <a:xfrm>
                <a:off x="7880084" y="3820900"/>
                <a:ext cx="466200" cy="13068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8" name="Ink 17">
                <a:extLst>
                  <a:ext uri="{FF2B5EF4-FFF2-40B4-BE49-F238E27FC236}">
                    <a16:creationId xmlns:a16="http://schemas.microsoft.com/office/drawing/2014/main" id="{002DC0E5-DA15-EF8C-840D-776C7DC3BA4E}"/>
                  </a:ext>
                </a:extLst>
              </p14:cNvPr>
              <p14:cNvContentPartPr/>
              <p14:nvPr/>
            </p14:nvContentPartPr>
            <p14:xfrm>
              <a:off x="4195484" y="4502380"/>
              <a:ext cx="635400" cy="20160"/>
            </p14:xfrm>
          </p:contentPart>
        </mc:Choice>
        <mc:Fallback xmlns="">
          <p:pic>
            <p:nvPicPr>
              <p:cNvPr id="18" name="Ink 17">
                <a:extLst>
                  <a:ext uri="{FF2B5EF4-FFF2-40B4-BE49-F238E27FC236}">
                    <a16:creationId xmlns:a16="http://schemas.microsoft.com/office/drawing/2014/main" id="{002DC0E5-DA15-EF8C-840D-776C7DC3BA4E}"/>
                  </a:ext>
                </a:extLst>
              </p:cNvPr>
              <p:cNvPicPr/>
              <p:nvPr/>
            </p:nvPicPr>
            <p:blipFill>
              <a:blip r:embed="rId29"/>
              <a:stretch>
                <a:fillRect/>
              </a:stretch>
            </p:blipFill>
            <p:spPr>
              <a:xfrm>
                <a:off x="4132844" y="4439380"/>
                <a:ext cx="761040" cy="145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9" name="Ink 18">
                <a:extLst>
                  <a:ext uri="{FF2B5EF4-FFF2-40B4-BE49-F238E27FC236}">
                    <a16:creationId xmlns:a16="http://schemas.microsoft.com/office/drawing/2014/main" id="{FE124CAA-E675-DD45-2334-E6AE72BEF40F}"/>
                  </a:ext>
                </a:extLst>
              </p14:cNvPr>
              <p14:cNvContentPartPr/>
              <p14:nvPr/>
            </p14:nvContentPartPr>
            <p14:xfrm>
              <a:off x="6107444" y="4484020"/>
              <a:ext cx="351720" cy="34560"/>
            </p14:xfrm>
          </p:contentPart>
        </mc:Choice>
        <mc:Fallback xmlns="">
          <p:pic>
            <p:nvPicPr>
              <p:cNvPr id="19" name="Ink 18">
                <a:extLst>
                  <a:ext uri="{FF2B5EF4-FFF2-40B4-BE49-F238E27FC236}">
                    <a16:creationId xmlns:a16="http://schemas.microsoft.com/office/drawing/2014/main" id="{FE124CAA-E675-DD45-2334-E6AE72BEF40F}"/>
                  </a:ext>
                </a:extLst>
              </p:cNvPr>
              <p:cNvPicPr/>
              <p:nvPr/>
            </p:nvPicPr>
            <p:blipFill>
              <a:blip r:embed="rId31"/>
              <a:stretch>
                <a:fillRect/>
              </a:stretch>
            </p:blipFill>
            <p:spPr>
              <a:xfrm>
                <a:off x="6044804" y="4421020"/>
                <a:ext cx="477360" cy="1602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0" name="Ink 19">
                <a:extLst>
                  <a:ext uri="{FF2B5EF4-FFF2-40B4-BE49-F238E27FC236}">
                    <a16:creationId xmlns:a16="http://schemas.microsoft.com/office/drawing/2014/main" id="{1D6B7C07-7B95-5C95-B86A-9489FC0519F5}"/>
                  </a:ext>
                </a:extLst>
              </p14:cNvPr>
              <p14:cNvContentPartPr/>
              <p14:nvPr/>
            </p14:nvContentPartPr>
            <p14:xfrm>
              <a:off x="8025164" y="4502020"/>
              <a:ext cx="445680" cy="22320"/>
            </p14:xfrm>
          </p:contentPart>
        </mc:Choice>
        <mc:Fallback xmlns="">
          <p:pic>
            <p:nvPicPr>
              <p:cNvPr id="20" name="Ink 19">
                <a:extLst>
                  <a:ext uri="{FF2B5EF4-FFF2-40B4-BE49-F238E27FC236}">
                    <a16:creationId xmlns:a16="http://schemas.microsoft.com/office/drawing/2014/main" id="{1D6B7C07-7B95-5C95-B86A-9489FC0519F5}"/>
                  </a:ext>
                </a:extLst>
              </p:cNvPr>
              <p:cNvPicPr/>
              <p:nvPr/>
            </p:nvPicPr>
            <p:blipFill>
              <a:blip r:embed="rId33"/>
              <a:stretch>
                <a:fillRect/>
              </a:stretch>
            </p:blipFill>
            <p:spPr>
              <a:xfrm>
                <a:off x="7962164" y="4439380"/>
                <a:ext cx="571320" cy="14796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1" name="Ink 20">
                <a:extLst>
                  <a:ext uri="{FF2B5EF4-FFF2-40B4-BE49-F238E27FC236}">
                    <a16:creationId xmlns:a16="http://schemas.microsoft.com/office/drawing/2014/main" id="{0CB635BC-FCFC-6EDC-AC69-ED809206D7C3}"/>
                  </a:ext>
                </a:extLst>
              </p14:cNvPr>
              <p14:cNvContentPartPr/>
              <p14:nvPr/>
            </p14:nvContentPartPr>
            <p14:xfrm>
              <a:off x="4319324" y="5152900"/>
              <a:ext cx="297000" cy="11880"/>
            </p14:xfrm>
          </p:contentPart>
        </mc:Choice>
        <mc:Fallback xmlns="">
          <p:pic>
            <p:nvPicPr>
              <p:cNvPr id="21" name="Ink 20">
                <a:extLst>
                  <a:ext uri="{FF2B5EF4-FFF2-40B4-BE49-F238E27FC236}">
                    <a16:creationId xmlns:a16="http://schemas.microsoft.com/office/drawing/2014/main" id="{0CB635BC-FCFC-6EDC-AC69-ED809206D7C3}"/>
                  </a:ext>
                </a:extLst>
              </p:cNvPr>
              <p:cNvPicPr/>
              <p:nvPr/>
            </p:nvPicPr>
            <p:blipFill>
              <a:blip r:embed="rId35"/>
              <a:stretch>
                <a:fillRect/>
              </a:stretch>
            </p:blipFill>
            <p:spPr>
              <a:xfrm>
                <a:off x="4256684" y="5090260"/>
                <a:ext cx="422640" cy="13752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2" name="Ink 21">
                <a:extLst>
                  <a:ext uri="{FF2B5EF4-FFF2-40B4-BE49-F238E27FC236}">
                    <a16:creationId xmlns:a16="http://schemas.microsoft.com/office/drawing/2014/main" id="{7B2BF787-0818-3905-2784-AAA08C0BA5A4}"/>
                  </a:ext>
                </a:extLst>
              </p14:cNvPr>
              <p14:cNvContentPartPr/>
              <p14:nvPr/>
            </p14:nvContentPartPr>
            <p14:xfrm>
              <a:off x="6201764" y="5139940"/>
              <a:ext cx="182160" cy="36000"/>
            </p14:xfrm>
          </p:contentPart>
        </mc:Choice>
        <mc:Fallback xmlns="">
          <p:pic>
            <p:nvPicPr>
              <p:cNvPr id="22" name="Ink 21">
                <a:extLst>
                  <a:ext uri="{FF2B5EF4-FFF2-40B4-BE49-F238E27FC236}">
                    <a16:creationId xmlns:a16="http://schemas.microsoft.com/office/drawing/2014/main" id="{7B2BF787-0818-3905-2784-AAA08C0BA5A4}"/>
                  </a:ext>
                </a:extLst>
              </p:cNvPr>
              <p:cNvPicPr/>
              <p:nvPr/>
            </p:nvPicPr>
            <p:blipFill>
              <a:blip r:embed="rId37"/>
              <a:stretch>
                <a:fillRect/>
              </a:stretch>
            </p:blipFill>
            <p:spPr>
              <a:xfrm>
                <a:off x="6139124" y="5077300"/>
                <a:ext cx="307800" cy="16164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3" name="Ink 22">
                <a:extLst>
                  <a:ext uri="{FF2B5EF4-FFF2-40B4-BE49-F238E27FC236}">
                    <a16:creationId xmlns:a16="http://schemas.microsoft.com/office/drawing/2014/main" id="{686873C0-83E8-8110-BD57-2C47D0D82ACA}"/>
                  </a:ext>
                </a:extLst>
              </p14:cNvPr>
              <p14:cNvContentPartPr/>
              <p14:nvPr/>
            </p14:nvContentPartPr>
            <p14:xfrm>
              <a:off x="8046764" y="5156860"/>
              <a:ext cx="195120" cy="360"/>
            </p14:xfrm>
          </p:contentPart>
        </mc:Choice>
        <mc:Fallback xmlns="">
          <p:pic>
            <p:nvPicPr>
              <p:cNvPr id="23" name="Ink 22">
                <a:extLst>
                  <a:ext uri="{FF2B5EF4-FFF2-40B4-BE49-F238E27FC236}">
                    <a16:creationId xmlns:a16="http://schemas.microsoft.com/office/drawing/2014/main" id="{686873C0-83E8-8110-BD57-2C47D0D82ACA}"/>
                  </a:ext>
                </a:extLst>
              </p:cNvPr>
              <p:cNvPicPr/>
              <p:nvPr/>
            </p:nvPicPr>
            <p:blipFill>
              <a:blip r:embed="rId39"/>
              <a:stretch>
                <a:fillRect/>
              </a:stretch>
            </p:blipFill>
            <p:spPr>
              <a:xfrm>
                <a:off x="7983764" y="5094220"/>
                <a:ext cx="320760" cy="12600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4" name="Ink 23">
                <a:extLst>
                  <a:ext uri="{FF2B5EF4-FFF2-40B4-BE49-F238E27FC236}">
                    <a16:creationId xmlns:a16="http://schemas.microsoft.com/office/drawing/2014/main" id="{3EB173CE-1D10-44F7-237F-9B22EFF602B2}"/>
                  </a:ext>
                </a:extLst>
              </p14:cNvPr>
              <p14:cNvContentPartPr/>
              <p14:nvPr/>
            </p14:nvContentPartPr>
            <p14:xfrm>
              <a:off x="4342004" y="5759140"/>
              <a:ext cx="249840" cy="10080"/>
            </p14:xfrm>
          </p:contentPart>
        </mc:Choice>
        <mc:Fallback xmlns="">
          <p:pic>
            <p:nvPicPr>
              <p:cNvPr id="24" name="Ink 23">
                <a:extLst>
                  <a:ext uri="{FF2B5EF4-FFF2-40B4-BE49-F238E27FC236}">
                    <a16:creationId xmlns:a16="http://schemas.microsoft.com/office/drawing/2014/main" id="{3EB173CE-1D10-44F7-237F-9B22EFF602B2}"/>
                  </a:ext>
                </a:extLst>
              </p:cNvPr>
              <p:cNvPicPr/>
              <p:nvPr/>
            </p:nvPicPr>
            <p:blipFill>
              <a:blip r:embed="rId41"/>
              <a:stretch>
                <a:fillRect/>
              </a:stretch>
            </p:blipFill>
            <p:spPr>
              <a:xfrm>
                <a:off x="4279004" y="5696140"/>
                <a:ext cx="375480" cy="1357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5" name="Ink 24">
                <a:extLst>
                  <a:ext uri="{FF2B5EF4-FFF2-40B4-BE49-F238E27FC236}">
                    <a16:creationId xmlns:a16="http://schemas.microsoft.com/office/drawing/2014/main" id="{53E442AB-7D67-8D53-3872-13C071E6CEB7}"/>
                  </a:ext>
                </a:extLst>
              </p14:cNvPr>
              <p14:cNvContentPartPr/>
              <p14:nvPr/>
            </p14:nvContentPartPr>
            <p14:xfrm>
              <a:off x="6082244" y="5757700"/>
              <a:ext cx="317160" cy="43560"/>
            </p14:xfrm>
          </p:contentPart>
        </mc:Choice>
        <mc:Fallback xmlns="">
          <p:pic>
            <p:nvPicPr>
              <p:cNvPr id="25" name="Ink 24">
                <a:extLst>
                  <a:ext uri="{FF2B5EF4-FFF2-40B4-BE49-F238E27FC236}">
                    <a16:creationId xmlns:a16="http://schemas.microsoft.com/office/drawing/2014/main" id="{53E442AB-7D67-8D53-3872-13C071E6CEB7}"/>
                  </a:ext>
                </a:extLst>
              </p:cNvPr>
              <p:cNvPicPr/>
              <p:nvPr/>
            </p:nvPicPr>
            <p:blipFill>
              <a:blip r:embed="rId43"/>
              <a:stretch>
                <a:fillRect/>
              </a:stretch>
            </p:blipFill>
            <p:spPr>
              <a:xfrm>
                <a:off x="6019604" y="5694700"/>
                <a:ext cx="442800" cy="16920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6" name="Ink 25">
                <a:extLst>
                  <a:ext uri="{FF2B5EF4-FFF2-40B4-BE49-F238E27FC236}">
                    <a16:creationId xmlns:a16="http://schemas.microsoft.com/office/drawing/2014/main" id="{1849231E-CF3F-0638-32C0-62D1649AFBD0}"/>
                  </a:ext>
                </a:extLst>
              </p14:cNvPr>
              <p14:cNvContentPartPr/>
              <p14:nvPr/>
            </p14:nvContentPartPr>
            <p14:xfrm>
              <a:off x="7992404" y="5752300"/>
              <a:ext cx="370440" cy="38520"/>
            </p14:xfrm>
          </p:contentPart>
        </mc:Choice>
        <mc:Fallback xmlns="">
          <p:pic>
            <p:nvPicPr>
              <p:cNvPr id="26" name="Ink 25">
                <a:extLst>
                  <a:ext uri="{FF2B5EF4-FFF2-40B4-BE49-F238E27FC236}">
                    <a16:creationId xmlns:a16="http://schemas.microsoft.com/office/drawing/2014/main" id="{1849231E-CF3F-0638-32C0-62D1649AFBD0}"/>
                  </a:ext>
                </a:extLst>
              </p:cNvPr>
              <p:cNvPicPr/>
              <p:nvPr/>
            </p:nvPicPr>
            <p:blipFill>
              <a:blip r:embed="rId45"/>
              <a:stretch>
                <a:fillRect/>
              </a:stretch>
            </p:blipFill>
            <p:spPr>
              <a:xfrm>
                <a:off x="7929764" y="5689660"/>
                <a:ext cx="496080" cy="16416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7" name="Ink 26">
                <a:extLst>
                  <a:ext uri="{FF2B5EF4-FFF2-40B4-BE49-F238E27FC236}">
                    <a16:creationId xmlns:a16="http://schemas.microsoft.com/office/drawing/2014/main" id="{D443917B-F984-BE64-CE74-02677466062E}"/>
                  </a:ext>
                </a:extLst>
              </p14:cNvPr>
              <p14:cNvContentPartPr/>
              <p14:nvPr/>
            </p14:nvContentPartPr>
            <p14:xfrm>
              <a:off x="4349564" y="6385900"/>
              <a:ext cx="91440" cy="20160"/>
            </p14:xfrm>
          </p:contentPart>
        </mc:Choice>
        <mc:Fallback xmlns="">
          <p:pic>
            <p:nvPicPr>
              <p:cNvPr id="27" name="Ink 26">
                <a:extLst>
                  <a:ext uri="{FF2B5EF4-FFF2-40B4-BE49-F238E27FC236}">
                    <a16:creationId xmlns:a16="http://schemas.microsoft.com/office/drawing/2014/main" id="{D443917B-F984-BE64-CE74-02677466062E}"/>
                  </a:ext>
                </a:extLst>
              </p:cNvPr>
              <p:cNvPicPr/>
              <p:nvPr/>
            </p:nvPicPr>
            <p:blipFill>
              <a:blip r:embed="rId47"/>
              <a:stretch>
                <a:fillRect/>
              </a:stretch>
            </p:blipFill>
            <p:spPr>
              <a:xfrm>
                <a:off x="4286564" y="6323260"/>
                <a:ext cx="217080" cy="1458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8" name="Ink 27">
                <a:extLst>
                  <a:ext uri="{FF2B5EF4-FFF2-40B4-BE49-F238E27FC236}">
                    <a16:creationId xmlns:a16="http://schemas.microsoft.com/office/drawing/2014/main" id="{60C20C35-9178-E804-799C-D87AE3C50EB9}"/>
                  </a:ext>
                </a:extLst>
              </p14:cNvPr>
              <p14:cNvContentPartPr/>
              <p14:nvPr/>
            </p14:nvContentPartPr>
            <p14:xfrm>
              <a:off x="6185924" y="6395260"/>
              <a:ext cx="251640" cy="45720"/>
            </p14:xfrm>
          </p:contentPart>
        </mc:Choice>
        <mc:Fallback xmlns="">
          <p:pic>
            <p:nvPicPr>
              <p:cNvPr id="28" name="Ink 27">
                <a:extLst>
                  <a:ext uri="{FF2B5EF4-FFF2-40B4-BE49-F238E27FC236}">
                    <a16:creationId xmlns:a16="http://schemas.microsoft.com/office/drawing/2014/main" id="{60C20C35-9178-E804-799C-D87AE3C50EB9}"/>
                  </a:ext>
                </a:extLst>
              </p:cNvPr>
              <p:cNvPicPr/>
              <p:nvPr/>
            </p:nvPicPr>
            <p:blipFill>
              <a:blip r:embed="rId49"/>
              <a:stretch>
                <a:fillRect/>
              </a:stretch>
            </p:blipFill>
            <p:spPr>
              <a:xfrm>
                <a:off x="6123284" y="6332260"/>
                <a:ext cx="377280" cy="17136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9" name="Ink 28">
                <a:extLst>
                  <a:ext uri="{FF2B5EF4-FFF2-40B4-BE49-F238E27FC236}">
                    <a16:creationId xmlns:a16="http://schemas.microsoft.com/office/drawing/2014/main" id="{86E29862-78B6-5666-56F7-3C48B66C32A3}"/>
                  </a:ext>
                </a:extLst>
              </p14:cNvPr>
              <p14:cNvContentPartPr/>
              <p14:nvPr/>
            </p14:nvContentPartPr>
            <p14:xfrm>
              <a:off x="8019404" y="6392740"/>
              <a:ext cx="453960" cy="64440"/>
            </p14:xfrm>
          </p:contentPart>
        </mc:Choice>
        <mc:Fallback xmlns="">
          <p:pic>
            <p:nvPicPr>
              <p:cNvPr id="29" name="Ink 28">
                <a:extLst>
                  <a:ext uri="{FF2B5EF4-FFF2-40B4-BE49-F238E27FC236}">
                    <a16:creationId xmlns:a16="http://schemas.microsoft.com/office/drawing/2014/main" id="{86E29862-78B6-5666-56F7-3C48B66C32A3}"/>
                  </a:ext>
                </a:extLst>
              </p:cNvPr>
              <p:cNvPicPr/>
              <p:nvPr/>
            </p:nvPicPr>
            <p:blipFill>
              <a:blip r:embed="rId51"/>
              <a:stretch>
                <a:fillRect/>
              </a:stretch>
            </p:blipFill>
            <p:spPr>
              <a:xfrm>
                <a:off x="7956764" y="6330100"/>
                <a:ext cx="579600" cy="190080"/>
              </a:xfrm>
              <a:prstGeom prst="rect">
                <a:avLst/>
              </a:prstGeom>
            </p:spPr>
          </p:pic>
        </mc:Fallback>
      </mc:AlternateContent>
    </p:spTree>
    <p:extLst>
      <p:ext uri="{BB962C8B-B14F-4D97-AF65-F5344CB8AC3E}">
        <p14:creationId xmlns:p14="http://schemas.microsoft.com/office/powerpoint/2010/main" val="8586059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537DC5-8DF8-4A6A-E713-0227A9F19CBB}"/>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7A3F6DB5-8012-72E9-B79C-9D0EABE3DDB6}"/>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New things</a:t>
            </a:r>
          </a:p>
        </p:txBody>
      </p:sp>
      <p:sp>
        <p:nvSpPr>
          <p:cNvPr id="4" name="Subtitle 2">
            <a:extLst>
              <a:ext uri="{FF2B5EF4-FFF2-40B4-BE49-F238E27FC236}">
                <a16:creationId xmlns:a16="http://schemas.microsoft.com/office/drawing/2014/main" id="{5C7F17E6-A11A-ACB0-C7B3-EE0CFF92FEBF}"/>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55)</a:t>
            </a:r>
          </a:p>
          <a:p>
            <a:pPr algn="l"/>
            <a:r>
              <a:rPr lang="en-US" sz="1800">
                <a:sym typeface="Wingdings" pitchFamily="2" charset="2"/>
              </a:rPr>
              <a:t>- The problem with the code is that ... </a:t>
            </a:r>
          </a:p>
          <a:p>
            <a:pPr algn="l"/>
            <a:r>
              <a:rPr lang="en-US" sz="1800">
                <a:sym typeface="Wingdings" pitchFamily="2" charset="2"/>
              </a:rPr>
              <a:t>- In order to change ..., we use something called ...</a:t>
            </a:r>
          </a:p>
          <a:p>
            <a:pPr algn="l"/>
            <a:r>
              <a:rPr lang="en-US" sz="1800">
                <a:sym typeface="Wingdings" pitchFamily="2" charset="2"/>
              </a:rPr>
              <a:t>- Period represents ...</a:t>
            </a:r>
          </a:p>
          <a:p>
            <a:pPr algn="l"/>
            <a:r>
              <a:rPr lang="en-US" sz="1800">
                <a:sym typeface="Wingdings" pitchFamily="2" charset="2"/>
              </a:rPr>
              <a:t>(code illustration snippet 56)</a:t>
            </a:r>
          </a:p>
          <a:p>
            <a:pPr algn="l"/>
            <a:r>
              <a:rPr lang="en-US" sz="1800">
                <a:sym typeface="Wingdings" pitchFamily="2" charset="2"/>
              </a:rPr>
              <a:t>- We can use ... and ... on Period</a:t>
            </a:r>
          </a:p>
          <a:p>
            <a:pPr algn="l"/>
            <a:r>
              <a:rPr lang="en-US" sz="1800">
                <a:sym typeface="Wingdings" pitchFamily="2" charset="2"/>
              </a:rPr>
              <a:t>(code illustration snippet 57)</a:t>
            </a:r>
          </a:p>
          <a:p>
            <a:pPr algn="l"/>
            <a:r>
              <a:rPr lang="en-US" sz="1800">
                <a:sym typeface="Wingdings" pitchFamily="2" charset="2"/>
              </a:rPr>
              <a:t>- Period use ... method =&gt; we cant use method ... =&gt; If we try to use then Java will ... method</a:t>
            </a:r>
          </a:p>
          <a:p>
            <a:pPr algn="l"/>
            <a:r>
              <a:rPr lang="en-US" sz="1800">
                <a:sym typeface="Wingdings" pitchFamily="2" charset="2"/>
              </a:rPr>
              <a:t>(code illustration snippet 58, 59)</a:t>
            </a:r>
          </a:p>
          <a:p>
            <a:pPr algn="l"/>
            <a:r>
              <a:rPr lang="en-US" sz="1800">
                <a:sym typeface="Wingdings" pitchFamily="2" charset="2"/>
              </a:rPr>
              <a:t>The picture below is ...</a:t>
            </a:r>
          </a:p>
        </p:txBody>
      </p:sp>
      <p:pic>
        <p:nvPicPr>
          <p:cNvPr id="2" name="Picture 1">
            <a:extLst>
              <a:ext uri="{FF2B5EF4-FFF2-40B4-BE49-F238E27FC236}">
                <a16:creationId xmlns:a16="http://schemas.microsoft.com/office/drawing/2014/main" id="{AC11FE36-948B-BF82-E66C-8E4D7DB7FCDC}"/>
              </a:ext>
            </a:extLst>
          </p:cNvPr>
          <p:cNvPicPr>
            <a:picLocks noChangeAspect="1"/>
          </p:cNvPicPr>
          <p:nvPr/>
        </p:nvPicPr>
        <p:blipFill>
          <a:blip r:embed="rId3"/>
          <a:stretch>
            <a:fillRect/>
          </a:stretch>
        </p:blipFill>
        <p:spPr>
          <a:xfrm>
            <a:off x="3014434" y="4189412"/>
            <a:ext cx="5499100" cy="2451100"/>
          </a:xfrm>
          <a:prstGeom prst="rect">
            <a:avLst/>
          </a:prstGeom>
        </p:spPr>
      </p:pic>
      <mc:AlternateContent xmlns:mc="http://schemas.openxmlformats.org/markup-compatibility/2006" xmlns:p14="http://schemas.microsoft.com/office/powerpoint/2010/main">
        <mc:Choice Requires="p14">
          <p:contentPart p14:bwMode="auto" r:id="rId4">
            <p14:nvContentPartPr>
              <p14:cNvPr id="5" name="Ink 4">
                <a:extLst>
                  <a:ext uri="{FF2B5EF4-FFF2-40B4-BE49-F238E27FC236}">
                    <a16:creationId xmlns:a16="http://schemas.microsoft.com/office/drawing/2014/main" id="{12CECC0C-C2DE-3484-B3BA-2EBDBACA3B0B}"/>
                  </a:ext>
                </a:extLst>
              </p14:cNvPr>
              <p14:cNvContentPartPr/>
              <p14:nvPr/>
            </p14:nvContentPartPr>
            <p14:xfrm>
              <a:off x="3597173" y="5895940"/>
              <a:ext cx="442080" cy="12960"/>
            </p14:xfrm>
          </p:contentPart>
        </mc:Choice>
        <mc:Fallback xmlns="">
          <p:pic>
            <p:nvPicPr>
              <p:cNvPr id="5" name="Ink 4">
                <a:extLst>
                  <a:ext uri="{FF2B5EF4-FFF2-40B4-BE49-F238E27FC236}">
                    <a16:creationId xmlns:a16="http://schemas.microsoft.com/office/drawing/2014/main" id="{12CECC0C-C2DE-3484-B3BA-2EBDBACA3B0B}"/>
                  </a:ext>
                </a:extLst>
              </p:cNvPr>
              <p:cNvPicPr/>
              <p:nvPr/>
            </p:nvPicPr>
            <p:blipFill>
              <a:blip r:embed="rId5"/>
              <a:stretch>
                <a:fillRect/>
              </a:stretch>
            </p:blipFill>
            <p:spPr>
              <a:xfrm>
                <a:off x="3534533" y="5832940"/>
                <a:ext cx="567720" cy="138600"/>
              </a:xfrm>
              <a:prstGeom prst="rect">
                <a:avLst/>
              </a:prstGeom>
            </p:spPr>
          </p:pic>
        </mc:Fallback>
      </mc:AlternateContent>
      <p:grpSp>
        <p:nvGrpSpPr>
          <p:cNvPr id="9" name="Group 8">
            <a:extLst>
              <a:ext uri="{FF2B5EF4-FFF2-40B4-BE49-F238E27FC236}">
                <a16:creationId xmlns:a16="http://schemas.microsoft.com/office/drawing/2014/main" id="{A839B257-30AD-A6E0-F9B4-8005D6C7184B}"/>
              </a:ext>
            </a:extLst>
          </p:cNvPr>
          <p:cNvGrpSpPr/>
          <p:nvPr/>
        </p:nvGrpSpPr>
        <p:grpSpPr>
          <a:xfrm>
            <a:off x="3371093" y="6148300"/>
            <a:ext cx="2344680" cy="78480"/>
            <a:chOff x="3371093" y="6148300"/>
            <a:chExt cx="2344680" cy="78480"/>
          </a:xfrm>
        </p:grpSpPr>
        <mc:AlternateContent xmlns:mc="http://schemas.openxmlformats.org/markup-compatibility/2006" xmlns:p14="http://schemas.microsoft.com/office/powerpoint/2010/main">
          <mc:Choice Requires="p14">
            <p:contentPart p14:bwMode="auto" r:id="rId6">
              <p14:nvContentPartPr>
                <p14:cNvPr id="6" name="Ink 5">
                  <a:extLst>
                    <a:ext uri="{FF2B5EF4-FFF2-40B4-BE49-F238E27FC236}">
                      <a16:creationId xmlns:a16="http://schemas.microsoft.com/office/drawing/2014/main" id="{B3367ABF-41F8-FEEE-5BEB-F780945D5A4C}"/>
                    </a:ext>
                  </a:extLst>
                </p14:cNvPr>
                <p14:cNvContentPartPr/>
                <p14:nvPr/>
              </p14:nvContentPartPr>
              <p14:xfrm>
                <a:off x="3371093" y="6148300"/>
                <a:ext cx="822960" cy="33120"/>
              </p14:xfrm>
            </p:contentPart>
          </mc:Choice>
          <mc:Fallback xmlns="">
            <p:pic>
              <p:nvPicPr>
                <p:cNvPr id="6" name="Ink 5">
                  <a:extLst>
                    <a:ext uri="{FF2B5EF4-FFF2-40B4-BE49-F238E27FC236}">
                      <a16:creationId xmlns:a16="http://schemas.microsoft.com/office/drawing/2014/main" id="{B3367ABF-41F8-FEEE-5BEB-F780945D5A4C}"/>
                    </a:ext>
                  </a:extLst>
                </p:cNvPr>
                <p:cNvPicPr/>
                <p:nvPr/>
              </p:nvPicPr>
              <p:blipFill>
                <a:blip r:embed="rId7"/>
                <a:stretch>
                  <a:fillRect/>
                </a:stretch>
              </p:blipFill>
              <p:spPr>
                <a:xfrm>
                  <a:off x="3308453" y="6085660"/>
                  <a:ext cx="948600" cy="1587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7" name="Ink 6">
                  <a:extLst>
                    <a:ext uri="{FF2B5EF4-FFF2-40B4-BE49-F238E27FC236}">
                      <a16:creationId xmlns:a16="http://schemas.microsoft.com/office/drawing/2014/main" id="{76D9CAF4-9790-1314-1D8E-0B859E685E05}"/>
                    </a:ext>
                  </a:extLst>
                </p14:cNvPr>
                <p14:cNvContentPartPr/>
                <p14:nvPr/>
              </p14:nvContentPartPr>
              <p14:xfrm>
                <a:off x="4933853" y="6189340"/>
                <a:ext cx="781920" cy="37440"/>
              </p14:xfrm>
            </p:contentPart>
          </mc:Choice>
          <mc:Fallback xmlns="">
            <p:pic>
              <p:nvPicPr>
                <p:cNvPr id="7" name="Ink 6">
                  <a:extLst>
                    <a:ext uri="{FF2B5EF4-FFF2-40B4-BE49-F238E27FC236}">
                      <a16:creationId xmlns:a16="http://schemas.microsoft.com/office/drawing/2014/main" id="{76D9CAF4-9790-1314-1D8E-0B859E685E05}"/>
                    </a:ext>
                  </a:extLst>
                </p:cNvPr>
                <p:cNvPicPr/>
                <p:nvPr/>
              </p:nvPicPr>
              <p:blipFill>
                <a:blip r:embed="rId9"/>
                <a:stretch>
                  <a:fillRect/>
                </a:stretch>
              </p:blipFill>
              <p:spPr>
                <a:xfrm>
                  <a:off x="4871213" y="6126700"/>
                  <a:ext cx="907560" cy="1630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
            <p14:nvContentPartPr>
              <p14:cNvPr id="10" name="Ink 9">
                <a:extLst>
                  <a:ext uri="{FF2B5EF4-FFF2-40B4-BE49-F238E27FC236}">
                    <a16:creationId xmlns:a16="http://schemas.microsoft.com/office/drawing/2014/main" id="{B9D5A6F1-8232-A7C4-2A97-2B1F46B37E9A}"/>
                  </a:ext>
                </a:extLst>
              </p14:cNvPr>
              <p14:cNvContentPartPr/>
              <p14:nvPr/>
            </p14:nvContentPartPr>
            <p14:xfrm>
              <a:off x="4533893" y="6498940"/>
              <a:ext cx="567360" cy="65520"/>
            </p14:xfrm>
          </p:contentPart>
        </mc:Choice>
        <mc:Fallback xmlns="">
          <p:pic>
            <p:nvPicPr>
              <p:cNvPr id="10" name="Ink 9">
                <a:extLst>
                  <a:ext uri="{FF2B5EF4-FFF2-40B4-BE49-F238E27FC236}">
                    <a16:creationId xmlns:a16="http://schemas.microsoft.com/office/drawing/2014/main" id="{B9D5A6F1-8232-A7C4-2A97-2B1F46B37E9A}"/>
                  </a:ext>
                </a:extLst>
              </p:cNvPr>
              <p:cNvPicPr/>
              <p:nvPr/>
            </p:nvPicPr>
            <p:blipFill>
              <a:blip r:embed="rId11"/>
              <a:stretch>
                <a:fillRect/>
              </a:stretch>
            </p:blipFill>
            <p:spPr>
              <a:xfrm>
                <a:off x="4471253" y="6436300"/>
                <a:ext cx="693000" cy="1911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1" name="Ink 10">
                <a:extLst>
                  <a:ext uri="{FF2B5EF4-FFF2-40B4-BE49-F238E27FC236}">
                    <a16:creationId xmlns:a16="http://schemas.microsoft.com/office/drawing/2014/main" id="{95C044FB-8C86-551B-6262-79359EF05007}"/>
                  </a:ext>
                </a:extLst>
              </p14:cNvPr>
              <p14:cNvContentPartPr/>
              <p14:nvPr/>
            </p14:nvContentPartPr>
            <p14:xfrm>
              <a:off x="6229133" y="6011140"/>
              <a:ext cx="512640" cy="23400"/>
            </p14:xfrm>
          </p:contentPart>
        </mc:Choice>
        <mc:Fallback xmlns="">
          <p:pic>
            <p:nvPicPr>
              <p:cNvPr id="11" name="Ink 10">
                <a:extLst>
                  <a:ext uri="{FF2B5EF4-FFF2-40B4-BE49-F238E27FC236}">
                    <a16:creationId xmlns:a16="http://schemas.microsoft.com/office/drawing/2014/main" id="{95C044FB-8C86-551B-6262-79359EF05007}"/>
                  </a:ext>
                </a:extLst>
              </p:cNvPr>
              <p:cNvPicPr/>
              <p:nvPr/>
            </p:nvPicPr>
            <p:blipFill>
              <a:blip r:embed="rId13"/>
              <a:stretch>
                <a:fillRect/>
              </a:stretch>
            </p:blipFill>
            <p:spPr>
              <a:xfrm>
                <a:off x="6166133" y="5948140"/>
                <a:ext cx="638280" cy="149040"/>
              </a:xfrm>
              <a:prstGeom prst="rect">
                <a:avLst/>
              </a:prstGeom>
            </p:spPr>
          </p:pic>
        </mc:Fallback>
      </mc:AlternateContent>
    </p:spTree>
    <p:extLst>
      <p:ext uri="{BB962C8B-B14F-4D97-AF65-F5344CB8AC3E}">
        <p14:creationId xmlns:p14="http://schemas.microsoft.com/office/powerpoint/2010/main" val="1431826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A6912-648D-1A24-F873-DE000B0C4BC1}"/>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638EC82-3EAC-B5DD-D895-B5AF6D5E0419}"/>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New things</a:t>
            </a:r>
          </a:p>
        </p:txBody>
      </p:sp>
      <p:sp>
        <p:nvSpPr>
          <p:cNvPr id="4" name="Subtitle 2">
            <a:extLst>
              <a:ext uri="{FF2B5EF4-FFF2-40B4-BE49-F238E27FC236}">
                <a16:creationId xmlns:a16="http://schemas.microsoft.com/office/drawing/2014/main" id="{CB55A054-9E01-1DFD-A4B0-436BD0DDA8BE}"/>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All parts that are ... will be ... (code illustration snippet 60)</a:t>
            </a:r>
          </a:p>
          <a:p>
            <a:pPr algn="l"/>
            <a:r>
              <a:rPr lang="en-US" sz="1800">
                <a:sym typeface="Wingdings" pitchFamily="2" charset="2"/>
              </a:rPr>
              <a:t>- As usual, Period can only be used ...</a:t>
            </a:r>
          </a:p>
          <a:p>
            <a:pPr algn="l"/>
            <a:r>
              <a:rPr lang="en-US" sz="1800">
                <a:sym typeface="Wingdings" pitchFamily="2" charset="2"/>
              </a:rPr>
              <a:t>(code illustration snippet 61)</a:t>
            </a:r>
          </a:p>
          <a:p>
            <a:pPr algn="l"/>
            <a:endParaRPr lang="en-US" sz="1800" b="1">
              <a:sym typeface="Wingdings" pitchFamily="2" charset="2"/>
            </a:endParaRPr>
          </a:p>
          <a:p>
            <a:pPr algn="l"/>
            <a:r>
              <a:rPr lang="en-US" sz="1800" b="1">
                <a:sym typeface="Wingdings" pitchFamily="2" charset="2"/>
              </a:rPr>
              <a:t>Working with Duration</a:t>
            </a:r>
          </a:p>
          <a:p>
            <a:pPr algn="l"/>
            <a:r>
              <a:rPr lang="en-US" sz="1800">
                <a:sym typeface="Wingdings" pitchFamily="2" charset="2"/>
              </a:rPr>
              <a:t>- We also have Duration, ... than ....</a:t>
            </a:r>
          </a:p>
          <a:p>
            <a:pPr algn="l"/>
            <a:r>
              <a:rPr lang="en-US" sz="1800">
                <a:sym typeface="Wingdings" pitchFamily="2" charset="2"/>
              </a:rPr>
              <a:t>– Of course we can represent 1 ... by passing ..., however, that isn't ... since we have ... to handle ...</a:t>
            </a:r>
          </a:p>
          <a:p>
            <a:pPr algn="l"/>
            <a:r>
              <a:rPr lang="en-US" sz="1800">
                <a:sym typeface="Wingdings" pitchFamily="2" charset="2"/>
              </a:rPr>
              <a:t>(code illustration snippet 62)</a:t>
            </a:r>
          </a:p>
          <a:p>
            <a:pPr algn="l"/>
            <a:r>
              <a:rPr lang="en-US" sz="1800">
                <a:sym typeface="Wingdings" pitchFamily="2" charset="2"/>
              </a:rPr>
              <a:t>- Note that Duration doesn't have method ..., so we can only use ... (e.g: if we want 1h30m,....)</a:t>
            </a:r>
          </a:p>
          <a:p>
            <a:pPr algn="l"/>
            <a:r>
              <a:rPr lang="en-US" sz="1800">
                <a:sym typeface="Wingdings" pitchFamily="2" charset="2"/>
              </a:rPr>
              <a:t>- Duration has ... method that recieve 2 parameters ... 1 is ... and 1 is ... interface (represent ...)</a:t>
            </a:r>
          </a:p>
          <a:p>
            <a:pPr algn="l"/>
            <a:r>
              <a:rPr lang="en-US" sz="1800">
                <a:sym typeface="Wingdings" pitchFamily="2" charset="2"/>
              </a:rPr>
              <a:t>- Currently there is only ... interface (caled ...) </a:t>
            </a:r>
          </a:p>
          <a:p>
            <a:pPr algn="l"/>
            <a:r>
              <a:rPr lang="en-US" sz="1800">
                <a:sym typeface="Wingdings" pitchFamily="2" charset="2"/>
              </a:rPr>
              <a:t>(code illustration snippet 63)</a:t>
            </a:r>
          </a:p>
          <a:p>
            <a:pPr algn="l"/>
            <a:r>
              <a:rPr lang="en-US" sz="1800">
                <a:sym typeface="Wingdings" pitchFamily="2" charset="2"/>
              </a:rPr>
              <a:t>- ChronoUnit also have some useful ... (1/2 ....)</a:t>
            </a:r>
          </a:p>
          <a:p>
            <a:pPr algn="l"/>
            <a:endParaRPr lang="en-US" sz="1800">
              <a:sym typeface="Wingdings" pitchFamily="2" charset="2"/>
            </a:endParaRPr>
          </a:p>
          <a:p>
            <a:pPr algn="l"/>
            <a:endParaRPr lang="en-US" sz="1800">
              <a:sym typeface="Wingdings" pitchFamily="2" charset="2"/>
            </a:endParaRPr>
          </a:p>
        </p:txBody>
      </p:sp>
    </p:spTree>
    <p:extLst>
      <p:ext uri="{BB962C8B-B14F-4D97-AF65-F5344CB8AC3E}">
        <p14:creationId xmlns:p14="http://schemas.microsoft.com/office/powerpoint/2010/main" val="31314194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4F1AC9-5EDF-1C13-C302-86E6849876E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48767D86-F6B6-001A-F1B1-287531450F5A}"/>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New things</a:t>
            </a:r>
          </a:p>
        </p:txBody>
      </p:sp>
      <p:sp>
        <p:nvSpPr>
          <p:cNvPr id="4" name="Subtitle 2">
            <a:extLst>
              <a:ext uri="{FF2B5EF4-FFF2-40B4-BE49-F238E27FC236}">
                <a16:creationId xmlns:a16="http://schemas.microsoft.com/office/drawing/2014/main" id="{A236D1CC-E999-3182-008A-4337C2FDC516}"/>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ChronoUnit for difference</a:t>
            </a:r>
          </a:p>
          <a:p>
            <a:pPr algn="l"/>
            <a:r>
              <a:rPr lang="en-US" sz="1800">
                <a:sym typeface="Wingdings" pitchFamily="2" charset="2"/>
              </a:rPr>
              <a:t>- ChronoUnit is also useful for ... between ...</a:t>
            </a:r>
          </a:p>
          <a:p>
            <a:pPr algn="l"/>
            <a:r>
              <a:rPr lang="en-US" sz="1800">
                <a:sym typeface="Wingdings" pitchFamily="2" charset="2"/>
              </a:rPr>
              <a:t>(code illustration snippet 64)</a:t>
            </a:r>
          </a:p>
          <a:p>
            <a:pPr algn="l"/>
            <a:r>
              <a:rPr lang="en-US" sz="1800">
                <a:sym typeface="Wingdings" pitchFamily="2" charset="2"/>
              </a:rPr>
              <a:t>- ChronoaUnit also has a method called ..., used to truncate ... all time that ... than passed ... to ... </a:t>
            </a:r>
          </a:p>
          <a:p>
            <a:pPr algn="l"/>
            <a:r>
              <a:rPr lang="en-US" sz="1800">
                <a:sym typeface="Wingdings" pitchFamily="2" charset="2"/>
              </a:rPr>
              <a:t>- E.g: If I pass hour then ... </a:t>
            </a:r>
          </a:p>
          <a:p>
            <a:pPr algn="l"/>
            <a:r>
              <a:rPr lang="en-US" sz="1800">
                <a:sym typeface="Wingdings" pitchFamily="2" charset="2"/>
              </a:rPr>
              <a:t>- The maximum of ... is ... (which mean that hours ...)</a:t>
            </a:r>
          </a:p>
          <a:p>
            <a:pPr algn="l"/>
            <a:r>
              <a:rPr lang="en-US" sz="1800">
                <a:sym typeface="Wingdings" pitchFamily="2" charset="2"/>
              </a:rPr>
              <a:t>- This method is only applicable to ... (If I use on ... then ... )</a:t>
            </a:r>
          </a:p>
          <a:p>
            <a:pPr algn="l"/>
            <a:r>
              <a:rPr lang="en-US" sz="1800">
                <a:sym typeface="Wingdings" pitchFamily="2" charset="2"/>
              </a:rPr>
              <a:t>(code illustration snippet 65)</a:t>
            </a:r>
          </a:p>
          <a:p>
            <a:pPr algn="l"/>
            <a:endParaRPr lang="en-US" sz="1800">
              <a:sym typeface="Wingdings" pitchFamily="2" charset="2"/>
            </a:endParaRPr>
          </a:p>
          <a:p>
            <a:pPr algn="l"/>
            <a:r>
              <a:rPr lang="en-US" sz="1800" b="1">
                <a:sym typeface="Wingdings" pitchFamily="2" charset="2"/>
              </a:rPr>
              <a:t>Period VS Duration</a:t>
            </a:r>
          </a:p>
          <a:p>
            <a:pPr algn="l"/>
            <a:r>
              <a:rPr lang="en-US" sz="1800">
                <a:sym typeface="Wingdings" pitchFamily="2" charset="2"/>
              </a:rPr>
              <a:t>- Although I can represent a day ... they are still</a:t>
            </a:r>
          </a:p>
          <a:p>
            <a:pPr algn="l"/>
            <a:r>
              <a:rPr lang="en-US" sz="1800">
                <a:sym typeface="Wingdings" pitchFamily="2" charset="2"/>
              </a:rPr>
              <a:t>(code illustration snippet 66)</a:t>
            </a:r>
          </a:p>
        </p:txBody>
      </p:sp>
    </p:spTree>
    <p:extLst>
      <p:ext uri="{BB962C8B-B14F-4D97-AF65-F5344CB8AC3E}">
        <p14:creationId xmlns:p14="http://schemas.microsoft.com/office/powerpoint/2010/main" val="3755428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852A8B-718A-B060-25C4-C5D96B82CECB}"/>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9D9A8C97-6F02-7768-086E-DBFE473AC0E7}"/>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New things</a:t>
            </a:r>
          </a:p>
        </p:txBody>
      </p:sp>
      <p:sp>
        <p:nvSpPr>
          <p:cNvPr id="4" name="Subtitle 2">
            <a:extLst>
              <a:ext uri="{FF2B5EF4-FFF2-40B4-BE49-F238E27FC236}">
                <a16:creationId xmlns:a16="http://schemas.microsoft.com/office/drawing/2014/main" id="{F66B66E4-0934-D4A8-0EE9-E7154EEFE664}"/>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2" name="Picture 1">
            <a:extLst>
              <a:ext uri="{FF2B5EF4-FFF2-40B4-BE49-F238E27FC236}">
                <a16:creationId xmlns:a16="http://schemas.microsoft.com/office/drawing/2014/main" id="{3F78FE78-AE31-D2CB-F923-609012CAB991}"/>
              </a:ext>
            </a:extLst>
          </p:cNvPr>
          <p:cNvPicPr>
            <a:picLocks noChangeAspect="1"/>
          </p:cNvPicPr>
          <p:nvPr/>
        </p:nvPicPr>
        <p:blipFill>
          <a:blip r:embed="rId3"/>
          <a:stretch>
            <a:fillRect/>
          </a:stretch>
        </p:blipFill>
        <p:spPr>
          <a:xfrm>
            <a:off x="1323850" y="1027412"/>
            <a:ext cx="9544300" cy="3165445"/>
          </a:xfrm>
          <a:prstGeom prst="rect">
            <a:avLst/>
          </a:prstGeom>
        </p:spPr>
      </p:pic>
      <mc:AlternateContent xmlns:mc="http://schemas.openxmlformats.org/markup-compatibility/2006" xmlns:p14="http://schemas.microsoft.com/office/powerpoint/2010/main">
        <mc:Choice Requires="p14">
          <p:contentPart p14:bwMode="auto" r:id="rId4">
            <p14:nvContentPartPr>
              <p14:cNvPr id="5" name="Ink 4">
                <a:extLst>
                  <a:ext uri="{FF2B5EF4-FFF2-40B4-BE49-F238E27FC236}">
                    <a16:creationId xmlns:a16="http://schemas.microsoft.com/office/drawing/2014/main" id="{F7E2C47A-545C-2C2F-0DD7-16E0089032BC}"/>
                  </a:ext>
                </a:extLst>
              </p14:cNvPr>
              <p14:cNvContentPartPr/>
              <p14:nvPr/>
            </p14:nvContentPartPr>
            <p14:xfrm>
              <a:off x="4119893" y="2027740"/>
              <a:ext cx="405360" cy="101160"/>
            </p14:xfrm>
          </p:contentPart>
        </mc:Choice>
        <mc:Fallback xmlns="">
          <p:pic>
            <p:nvPicPr>
              <p:cNvPr id="5" name="Ink 4">
                <a:extLst>
                  <a:ext uri="{FF2B5EF4-FFF2-40B4-BE49-F238E27FC236}">
                    <a16:creationId xmlns:a16="http://schemas.microsoft.com/office/drawing/2014/main" id="{F7E2C47A-545C-2C2F-0DD7-16E0089032BC}"/>
                  </a:ext>
                </a:extLst>
              </p:cNvPr>
              <p:cNvPicPr/>
              <p:nvPr/>
            </p:nvPicPr>
            <p:blipFill>
              <a:blip r:embed="rId5"/>
              <a:stretch>
                <a:fillRect/>
              </a:stretch>
            </p:blipFill>
            <p:spPr>
              <a:xfrm>
                <a:off x="4056893" y="1965100"/>
                <a:ext cx="531000" cy="2268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6" name="Ink 5">
                <a:extLst>
                  <a:ext uri="{FF2B5EF4-FFF2-40B4-BE49-F238E27FC236}">
                    <a16:creationId xmlns:a16="http://schemas.microsoft.com/office/drawing/2014/main" id="{131909CB-A3F4-11C4-89F7-2152F621AD1C}"/>
                  </a:ext>
                </a:extLst>
              </p14:cNvPr>
              <p14:cNvContentPartPr/>
              <p14:nvPr/>
            </p14:nvContentPartPr>
            <p14:xfrm>
              <a:off x="4155893" y="2593660"/>
              <a:ext cx="267840" cy="27720"/>
            </p14:xfrm>
          </p:contentPart>
        </mc:Choice>
        <mc:Fallback xmlns="">
          <p:pic>
            <p:nvPicPr>
              <p:cNvPr id="6" name="Ink 5">
                <a:extLst>
                  <a:ext uri="{FF2B5EF4-FFF2-40B4-BE49-F238E27FC236}">
                    <a16:creationId xmlns:a16="http://schemas.microsoft.com/office/drawing/2014/main" id="{131909CB-A3F4-11C4-89F7-2152F621AD1C}"/>
                  </a:ext>
                </a:extLst>
              </p:cNvPr>
              <p:cNvPicPr/>
              <p:nvPr/>
            </p:nvPicPr>
            <p:blipFill>
              <a:blip r:embed="rId7"/>
              <a:stretch>
                <a:fillRect/>
              </a:stretch>
            </p:blipFill>
            <p:spPr>
              <a:xfrm>
                <a:off x="4092893" y="2530660"/>
                <a:ext cx="393480" cy="1533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7" name="Ink 6">
                <a:extLst>
                  <a:ext uri="{FF2B5EF4-FFF2-40B4-BE49-F238E27FC236}">
                    <a16:creationId xmlns:a16="http://schemas.microsoft.com/office/drawing/2014/main" id="{C3FC6F19-8BBA-B8F7-0C82-26CCBBB28D55}"/>
                  </a:ext>
                </a:extLst>
              </p14:cNvPr>
              <p14:cNvContentPartPr/>
              <p14:nvPr/>
            </p14:nvContentPartPr>
            <p14:xfrm>
              <a:off x="4136813" y="3128980"/>
              <a:ext cx="186120" cy="12600"/>
            </p14:xfrm>
          </p:contentPart>
        </mc:Choice>
        <mc:Fallback xmlns="">
          <p:pic>
            <p:nvPicPr>
              <p:cNvPr id="7" name="Ink 6">
                <a:extLst>
                  <a:ext uri="{FF2B5EF4-FFF2-40B4-BE49-F238E27FC236}">
                    <a16:creationId xmlns:a16="http://schemas.microsoft.com/office/drawing/2014/main" id="{C3FC6F19-8BBA-B8F7-0C82-26CCBBB28D55}"/>
                  </a:ext>
                </a:extLst>
              </p:cNvPr>
              <p:cNvPicPr/>
              <p:nvPr/>
            </p:nvPicPr>
            <p:blipFill>
              <a:blip r:embed="rId9"/>
              <a:stretch>
                <a:fillRect/>
              </a:stretch>
            </p:blipFill>
            <p:spPr>
              <a:xfrm>
                <a:off x="4074173" y="3066340"/>
                <a:ext cx="311760" cy="13824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 name="Ink 7">
                <a:extLst>
                  <a:ext uri="{FF2B5EF4-FFF2-40B4-BE49-F238E27FC236}">
                    <a16:creationId xmlns:a16="http://schemas.microsoft.com/office/drawing/2014/main" id="{F80F47E2-C248-F489-1CD4-B1B47D78DF52}"/>
                  </a:ext>
                </a:extLst>
              </p14:cNvPr>
              <p14:cNvContentPartPr/>
              <p14:nvPr/>
            </p14:nvContentPartPr>
            <p14:xfrm>
              <a:off x="4164893" y="3650980"/>
              <a:ext cx="216000" cy="27360"/>
            </p14:xfrm>
          </p:contentPart>
        </mc:Choice>
        <mc:Fallback xmlns="">
          <p:pic>
            <p:nvPicPr>
              <p:cNvPr id="8" name="Ink 7">
                <a:extLst>
                  <a:ext uri="{FF2B5EF4-FFF2-40B4-BE49-F238E27FC236}">
                    <a16:creationId xmlns:a16="http://schemas.microsoft.com/office/drawing/2014/main" id="{F80F47E2-C248-F489-1CD4-B1B47D78DF52}"/>
                  </a:ext>
                </a:extLst>
              </p:cNvPr>
              <p:cNvPicPr/>
              <p:nvPr/>
            </p:nvPicPr>
            <p:blipFill>
              <a:blip r:embed="rId11"/>
              <a:stretch>
                <a:fillRect/>
              </a:stretch>
            </p:blipFill>
            <p:spPr>
              <a:xfrm>
                <a:off x="4101893" y="3588340"/>
                <a:ext cx="341640" cy="1530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9" name="Ink 8">
                <a:extLst>
                  <a:ext uri="{FF2B5EF4-FFF2-40B4-BE49-F238E27FC236}">
                    <a16:creationId xmlns:a16="http://schemas.microsoft.com/office/drawing/2014/main" id="{79E70944-B3A3-0857-371B-95FAC676A547}"/>
                  </a:ext>
                </a:extLst>
              </p14:cNvPr>
              <p14:cNvContentPartPr/>
              <p14:nvPr/>
            </p14:nvContentPartPr>
            <p14:xfrm>
              <a:off x="7387973" y="2063740"/>
              <a:ext cx="159120" cy="25920"/>
            </p14:xfrm>
          </p:contentPart>
        </mc:Choice>
        <mc:Fallback xmlns="">
          <p:pic>
            <p:nvPicPr>
              <p:cNvPr id="9" name="Ink 8">
                <a:extLst>
                  <a:ext uri="{FF2B5EF4-FFF2-40B4-BE49-F238E27FC236}">
                    <a16:creationId xmlns:a16="http://schemas.microsoft.com/office/drawing/2014/main" id="{79E70944-B3A3-0857-371B-95FAC676A547}"/>
                  </a:ext>
                </a:extLst>
              </p:cNvPr>
              <p:cNvPicPr/>
              <p:nvPr/>
            </p:nvPicPr>
            <p:blipFill>
              <a:blip r:embed="rId13"/>
              <a:stretch>
                <a:fillRect/>
              </a:stretch>
            </p:blipFill>
            <p:spPr>
              <a:xfrm>
                <a:off x="7325333" y="2001100"/>
                <a:ext cx="284760" cy="1515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0" name="Ink 9">
                <a:extLst>
                  <a:ext uri="{FF2B5EF4-FFF2-40B4-BE49-F238E27FC236}">
                    <a16:creationId xmlns:a16="http://schemas.microsoft.com/office/drawing/2014/main" id="{4E425FBF-B9B6-7FE4-A83D-E86DED43E9FF}"/>
                  </a:ext>
                </a:extLst>
              </p14:cNvPr>
              <p14:cNvContentPartPr/>
              <p14:nvPr/>
            </p14:nvContentPartPr>
            <p14:xfrm>
              <a:off x="7397333" y="2601220"/>
              <a:ext cx="259920" cy="61200"/>
            </p14:xfrm>
          </p:contentPart>
        </mc:Choice>
        <mc:Fallback xmlns="">
          <p:pic>
            <p:nvPicPr>
              <p:cNvPr id="10" name="Ink 9">
                <a:extLst>
                  <a:ext uri="{FF2B5EF4-FFF2-40B4-BE49-F238E27FC236}">
                    <a16:creationId xmlns:a16="http://schemas.microsoft.com/office/drawing/2014/main" id="{4E425FBF-B9B6-7FE4-A83D-E86DED43E9FF}"/>
                  </a:ext>
                </a:extLst>
              </p:cNvPr>
              <p:cNvPicPr/>
              <p:nvPr/>
            </p:nvPicPr>
            <p:blipFill>
              <a:blip r:embed="rId15"/>
              <a:stretch>
                <a:fillRect/>
              </a:stretch>
            </p:blipFill>
            <p:spPr>
              <a:xfrm>
                <a:off x="7334693" y="2538580"/>
                <a:ext cx="385560" cy="18684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2" name="Ink 11">
                <a:extLst>
                  <a:ext uri="{FF2B5EF4-FFF2-40B4-BE49-F238E27FC236}">
                    <a16:creationId xmlns:a16="http://schemas.microsoft.com/office/drawing/2014/main" id="{173ABF9E-AC8F-3ADB-9649-6143127679DE}"/>
                  </a:ext>
                </a:extLst>
              </p14:cNvPr>
              <p14:cNvContentPartPr/>
              <p14:nvPr/>
            </p14:nvContentPartPr>
            <p14:xfrm>
              <a:off x="7357013" y="3677980"/>
              <a:ext cx="346320" cy="33120"/>
            </p14:xfrm>
          </p:contentPart>
        </mc:Choice>
        <mc:Fallback xmlns="">
          <p:pic>
            <p:nvPicPr>
              <p:cNvPr id="12" name="Ink 11">
                <a:extLst>
                  <a:ext uri="{FF2B5EF4-FFF2-40B4-BE49-F238E27FC236}">
                    <a16:creationId xmlns:a16="http://schemas.microsoft.com/office/drawing/2014/main" id="{173ABF9E-AC8F-3ADB-9649-6143127679DE}"/>
                  </a:ext>
                </a:extLst>
              </p:cNvPr>
              <p:cNvPicPr/>
              <p:nvPr/>
            </p:nvPicPr>
            <p:blipFill>
              <a:blip r:embed="rId17"/>
              <a:stretch>
                <a:fillRect/>
              </a:stretch>
            </p:blipFill>
            <p:spPr>
              <a:xfrm>
                <a:off x="7294013" y="3615340"/>
                <a:ext cx="471960" cy="158760"/>
              </a:xfrm>
              <a:prstGeom prst="rect">
                <a:avLst/>
              </a:prstGeom>
            </p:spPr>
          </p:pic>
        </mc:Fallback>
      </mc:AlternateContent>
      <p:grpSp>
        <p:nvGrpSpPr>
          <p:cNvPr id="15" name="Group 14">
            <a:extLst>
              <a:ext uri="{FF2B5EF4-FFF2-40B4-BE49-F238E27FC236}">
                <a16:creationId xmlns:a16="http://schemas.microsoft.com/office/drawing/2014/main" id="{19EF6335-62DB-C7E8-3B80-7B75F5F6938A}"/>
              </a:ext>
            </a:extLst>
          </p:cNvPr>
          <p:cNvGrpSpPr/>
          <p:nvPr/>
        </p:nvGrpSpPr>
        <p:grpSpPr>
          <a:xfrm>
            <a:off x="7357733" y="3105220"/>
            <a:ext cx="328680" cy="91800"/>
            <a:chOff x="7357733" y="3105220"/>
            <a:chExt cx="328680" cy="91800"/>
          </a:xfrm>
        </p:grpSpPr>
        <mc:AlternateContent xmlns:mc="http://schemas.openxmlformats.org/markup-compatibility/2006" xmlns:p14="http://schemas.microsoft.com/office/powerpoint/2010/main">
          <mc:Choice Requires="p14">
            <p:contentPart p14:bwMode="auto" r:id="rId18">
              <p14:nvContentPartPr>
                <p14:cNvPr id="11" name="Ink 10">
                  <a:extLst>
                    <a:ext uri="{FF2B5EF4-FFF2-40B4-BE49-F238E27FC236}">
                      <a16:creationId xmlns:a16="http://schemas.microsoft.com/office/drawing/2014/main" id="{9A658C4F-CA76-14A9-C0C1-A906250B3157}"/>
                    </a:ext>
                  </a:extLst>
                </p14:cNvPr>
                <p14:cNvContentPartPr/>
                <p14:nvPr/>
              </p14:nvContentPartPr>
              <p14:xfrm>
                <a:off x="7357733" y="3105220"/>
                <a:ext cx="328680" cy="24480"/>
              </p14:xfrm>
            </p:contentPart>
          </mc:Choice>
          <mc:Fallback xmlns="">
            <p:pic>
              <p:nvPicPr>
                <p:cNvPr id="11" name="Ink 10">
                  <a:extLst>
                    <a:ext uri="{FF2B5EF4-FFF2-40B4-BE49-F238E27FC236}">
                      <a16:creationId xmlns:a16="http://schemas.microsoft.com/office/drawing/2014/main" id="{9A658C4F-CA76-14A9-C0C1-A906250B3157}"/>
                    </a:ext>
                  </a:extLst>
                </p:cNvPr>
                <p:cNvPicPr/>
                <p:nvPr/>
              </p:nvPicPr>
              <p:blipFill>
                <a:blip r:embed="rId19"/>
                <a:stretch>
                  <a:fillRect/>
                </a:stretch>
              </p:blipFill>
              <p:spPr>
                <a:xfrm>
                  <a:off x="7294733" y="3042220"/>
                  <a:ext cx="454320" cy="1501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3" name="Ink 12">
                  <a:extLst>
                    <a:ext uri="{FF2B5EF4-FFF2-40B4-BE49-F238E27FC236}">
                      <a16:creationId xmlns:a16="http://schemas.microsoft.com/office/drawing/2014/main" id="{C409F94C-5E49-33EE-B1F8-DA769B22873A}"/>
                    </a:ext>
                  </a:extLst>
                </p14:cNvPr>
                <p14:cNvContentPartPr/>
                <p14:nvPr/>
              </p14:nvContentPartPr>
              <p14:xfrm>
                <a:off x="7425773" y="3182980"/>
                <a:ext cx="183960" cy="14040"/>
              </p14:xfrm>
            </p:contentPart>
          </mc:Choice>
          <mc:Fallback xmlns="">
            <p:pic>
              <p:nvPicPr>
                <p:cNvPr id="13" name="Ink 12">
                  <a:extLst>
                    <a:ext uri="{FF2B5EF4-FFF2-40B4-BE49-F238E27FC236}">
                      <a16:creationId xmlns:a16="http://schemas.microsoft.com/office/drawing/2014/main" id="{C409F94C-5E49-33EE-B1F8-DA769B22873A}"/>
                    </a:ext>
                  </a:extLst>
                </p:cNvPr>
                <p:cNvPicPr/>
                <p:nvPr/>
              </p:nvPicPr>
              <p:blipFill>
                <a:blip r:embed="rId21"/>
                <a:stretch>
                  <a:fillRect/>
                </a:stretch>
              </p:blipFill>
              <p:spPr>
                <a:xfrm>
                  <a:off x="7363133" y="3120340"/>
                  <a:ext cx="309600" cy="139680"/>
                </a:xfrm>
                <a:prstGeom prst="rect">
                  <a:avLst/>
                </a:prstGeom>
              </p:spPr>
            </p:pic>
          </mc:Fallback>
        </mc:AlternateContent>
      </p:grpSp>
    </p:spTree>
    <p:extLst>
      <p:ext uri="{BB962C8B-B14F-4D97-AF65-F5344CB8AC3E}">
        <p14:creationId xmlns:p14="http://schemas.microsoft.com/office/powerpoint/2010/main" val="14177739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2A94E-E401-7BB3-17F6-BA8D81279209}"/>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6C2B3FA-A6EF-BBAD-0958-5619332311FC}"/>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New things</a:t>
            </a:r>
          </a:p>
        </p:txBody>
      </p:sp>
      <p:sp>
        <p:nvSpPr>
          <p:cNvPr id="4" name="Subtitle 2">
            <a:extLst>
              <a:ext uri="{FF2B5EF4-FFF2-40B4-BE49-F238E27FC236}">
                <a16:creationId xmlns:a16="http://schemas.microsoft.com/office/drawing/2014/main" id="{BBE14038-E2B1-7BA3-C9F0-0A18DDB2D9EB}"/>
              </a:ext>
            </a:extLst>
          </p:cNvPr>
          <p:cNvSpPr txBox="1">
            <a:spLocks/>
          </p:cNvSpPr>
          <p:nvPr/>
        </p:nvSpPr>
        <p:spPr>
          <a:xfrm>
            <a:off x="0" y="820738"/>
            <a:ext cx="12192000" cy="6037262"/>
          </a:xfrm>
          <a:prstGeom prst="rect">
            <a:avLst/>
          </a:prstGeom>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Working with Instant</a:t>
            </a:r>
          </a:p>
          <a:p>
            <a:pPr algn="l"/>
            <a:r>
              <a:rPr lang="en-US" sz="1800">
                <a:sym typeface="Wingdings" pitchFamily="2" charset="2"/>
              </a:rPr>
              <a:t>- Instant represents ... in time</a:t>
            </a:r>
          </a:p>
          <a:p>
            <a:pPr algn="l"/>
            <a:r>
              <a:rPr lang="en-US" sz="1800">
                <a:sym typeface="Wingdings" pitchFamily="2" charset="2"/>
              </a:rPr>
              <a:t>(code illustration snippet 67)</a:t>
            </a:r>
          </a:p>
          <a:p>
            <a:pPr algn="l"/>
            <a:r>
              <a:rPr lang="en-US" sz="1800">
                <a:sym typeface="Wingdings" pitchFamily="2" charset="2"/>
              </a:rPr>
              <a:t>- We can calculate ... between ...</a:t>
            </a:r>
          </a:p>
          <a:p>
            <a:pPr algn="l"/>
            <a:r>
              <a:rPr lang="en-US" sz="1800">
                <a:sym typeface="Wingdings" pitchFamily="2" charset="2"/>
              </a:rPr>
              <a:t>(code illustration snippet 68)</a:t>
            </a:r>
          </a:p>
          <a:p>
            <a:pPr algn="l"/>
            <a:r>
              <a:rPr lang="en-US" sz="1800">
                <a:sym typeface="Wingdings" pitchFamily="2" charset="2"/>
              </a:rPr>
              <a:t>- We can convert a ... to ... </a:t>
            </a:r>
          </a:p>
          <a:p>
            <a:pPr algn="l"/>
            <a:r>
              <a:rPr lang="en-US" sz="1800">
                <a:sym typeface="Wingdings" pitchFamily="2" charset="2"/>
              </a:rPr>
              <a:t>(code illustration snippet 69)</a:t>
            </a:r>
          </a:p>
          <a:p>
            <a:pPr algn="l"/>
            <a:r>
              <a:rPr lang="en-US" sz="1800">
                <a:sym typeface="Wingdings" pitchFamily="2" charset="2"/>
              </a:rPr>
              <a:t>- Note: We can't convert ... to Instant because ... represent many ... since we have many .... Instant is different because there is only 1 ... </a:t>
            </a:r>
          </a:p>
          <a:p>
            <a:pPr algn="l"/>
            <a:endParaRPr lang="en-US" sz="1800">
              <a:sym typeface="Wingdings" pitchFamily="2" charset="2"/>
            </a:endParaRPr>
          </a:p>
          <a:p>
            <a:pPr algn="l"/>
            <a:r>
              <a:rPr lang="en-US" sz="1800" b="1">
                <a:sym typeface="Wingdings" pitchFamily="2" charset="2"/>
              </a:rPr>
              <a:t>Accounting for daylight saving time (the book explain this pretty stupid so I have to search on gg)</a:t>
            </a:r>
          </a:p>
          <a:p>
            <a:pPr algn="l"/>
            <a:r>
              <a:rPr lang="en-US" sz="1800">
                <a:sym typeface="Wingdings" pitchFamily="2" charset="2"/>
              </a:rPr>
              <a:t>- Basically, we have a special ... called Daylight saving time (việt nam gọi là giờ mùa hè).</a:t>
            </a:r>
          </a:p>
          <a:p>
            <a:pPr algn="l"/>
            <a:r>
              <a:rPr lang="en-US" sz="1800">
                <a:sym typeface="Wingdings" pitchFamily="2" charset="2"/>
              </a:rPr>
              <a:t>– In exam, we will study about ... The rule is: On &lt;month&gt; ... the clock will ... (therefore the offset will...)and On &lt;month&gt;, the clock will be ... (therefore the offset will be ...)</a:t>
            </a:r>
          </a:p>
          <a:p>
            <a:pPr algn="l"/>
            <a:r>
              <a:rPr lang="en-US" sz="1800">
                <a:sym typeface="Wingdings" pitchFamily="2" charset="2"/>
              </a:rPr>
              <a:t>(code illustration snippet 70, 71)</a:t>
            </a:r>
          </a:p>
          <a:p>
            <a:pPr algn="l"/>
            <a:r>
              <a:rPr lang="en-US" sz="1800">
                <a:sym typeface="Wingdings" pitchFamily="2" charset="2"/>
              </a:rPr>
              <a:t>(NOTE: ... time zone ? ... time zone)</a:t>
            </a:r>
          </a:p>
          <a:p>
            <a:pPr algn="l"/>
            <a:r>
              <a:rPr lang="en-US" sz="1800">
                <a:sym typeface="Wingdings" pitchFamily="2" charset="2"/>
              </a:rPr>
              <a:t>NOTE 2: If we change ... directly on Local ... =&gt; The result will be ... since Local... only ... while ...DateTime... also...</a:t>
            </a:r>
          </a:p>
          <a:p>
            <a:pPr algn="l"/>
            <a:endParaRPr lang="en-US" sz="1800">
              <a:sym typeface="Wingdings" pitchFamily="2" charset="2"/>
            </a:endParaRPr>
          </a:p>
        </p:txBody>
      </p:sp>
    </p:spTree>
    <p:extLst>
      <p:ext uri="{BB962C8B-B14F-4D97-AF65-F5344CB8AC3E}">
        <p14:creationId xmlns:p14="http://schemas.microsoft.com/office/powerpoint/2010/main" val="307779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BA903-E6B7-4415-F116-1C6CCA92E161}"/>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22327EF6-D6A2-C84C-1A59-0152D4CCA9E3}"/>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New things</a:t>
            </a:r>
          </a:p>
        </p:txBody>
      </p:sp>
      <p:sp>
        <p:nvSpPr>
          <p:cNvPr id="4" name="Subtitle 2">
            <a:extLst>
              <a:ext uri="{FF2B5EF4-FFF2-40B4-BE49-F238E27FC236}">
                <a16:creationId xmlns:a16="http://schemas.microsoft.com/office/drawing/2014/main" id="{7BEF70DE-2155-7A98-4F46-DD20AEC6905B}"/>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Some new things in method</a:t>
            </a:r>
          </a:p>
          <a:p>
            <a:pPr algn="l"/>
            <a:r>
              <a:rPr lang="en-US" sz="1800">
                <a:sym typeface="Wingdings" pitchFamily="2" charset="2"/>
              </a:rPr>
              <a:t>NOTE: We can cast ... into float without ... (JLS) (we havent seen this) =&gt; applicable to method ... type</a:t>
            </a:r>
          </a:p>
          <a:p>
            <a:pPr algn="l"/>
            <a:r>
              <a:rPr lang="en-US" sz="1800" b="1">
                <a:sym typeface="Wingdings" pitchFamily="2" charset="2"/>
              </a:rPr>
              <a:t>Exception list</a:t>
            </a:r>
          </a:p>
          <a:p>
            <a:pPr algn="l"/>
            <a:r>
              <a:rPr lang="en-US" sz="1800">
                <a:sym typeface="Wingdings" pitchFamily="2" charset="2"/>
              </a:rPr>
              <a:t>- The throws clause can ... multiple ... </a:t>
            </a:r>
          </a:p>
          <a:p>
            <a:pPr algn="l"/>
            <a:r>
              <a:rPr lang="en-US" sz="1800">
                <a:sym typeface="Wingdings" pitchFamily="2" charset="2"/>
              </a:rPr>
              <a:t>(code illustration snippet 72, 73)</a:t>
            </a:r>
          </a:p>
          <a:p>
            <a:pPr algn="l"/>
            <a:endParaRPr lang="en-US" sz="1800">
              <a:sym typeface="Wingdings" pitchFamily="2" charset="2"/>
            </a:endParaRPr>
          </a:p>
          <a:p>
            <a:pPr algn="l"/>
            <a:r>
              <a:rPr lang="en-US" sz="1800" b="1">
                <a:sym typeface="Wingdings" pitchFamily="2" charset="2"/>
              </a:rPr>
              <a:t>Effectively final variable and method parameter</a:t>
            </a:r>
          </a:p>
          <a:p>
            <a:pPr algn="l"/>
            <a:r>
              <a:rPr lang="en-US" sz="1800">
                <a:sym typeface="Wingdings" pitchFamily="2" charset="2"/>
              </a:rPr>
              <a:t>- A variable can be considered as ... if it is not ... after ...</a:t>
            </a:r>
          </a:p>
          <a:p>
            <a:pPr algn="l"/>
            <a:r>
              <a:rPr lang="en-US" sz="1800">
                <a:sym typeface="Wingdings" pitchFamily="2" charset="2"/>
              </a:rPr>
              <a:t>(code illustration snippet 74)</a:t>
            </a:r>
          </a:p>
          <a:p>
            <a:pPr algn="l"/>
            <a:r>
              <a:rPr lang="en-US" sz="1800">
                <a:sym typeface="Wingdings" pitchFamily="2" charset="2"/>
              </a:rPr>
              <a:t>- During OCA, we have asked a question: "Can we consider a function .... as a ....", we can now answer that question</a:t>
            </a:r>
          </a:p>
          <a:p>
            <a:pPr algn="l"/>
            <a:r>
              <a:rPr lang="en-US" sz="1800">
                <a:sym typeface="Wingdings" pitchFamily="2" charset="2"/>
              </a:rPr>
              <a:t>- The book said that function ... is local ... that has been ...</a:t>
            </a:r>
          </a:p>
          <a:p>
            <a:pPr algn="l"/>
            <a:r>
              <a:rPr lang="en-US" sz="1800">
                <a:sym typeface="Wingdings" pitchFamily="2" charset="2"/>
              </a:rPr>
              <a:t>- Now, we know that a method ... is ... (JLS)</a:t>
            </a:r>
          </a:p>
          <a:p>
            <a:pPr algn="l"/>
            <a:r>
              <a:rPr lang="en-US" sz="1800">
                <a:sym typeface="Wingdings" pitchFamily="2" charset="2"/>
              </a:rPr>
              <a:t>- JLS specifically define that a method ... is a ... that will use the value ... to ...</a:t>
            </a:r>
          </a:p>
        </p:txBody>
      </p:sp>
    </p:spTree>
    <p:extLst>
      <p:ext uri="{BB962C8B-B14F-4D97-AF65-F5344CB8AC3E}">
        <p14:creationId xmlns:p14="http://schemas.microsoft.com/office/powerpoint/2010/main" val="20624850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AFF20-4967-9D27-F083-FAE120618D16}"/>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2C926114-C03F-BBF9-A85D-55FA81F6883E}"/>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New things</a:t>
            </a:r>
          </a:p>
        </p:txBody>
      </p:sp>
      <p:sp>
        <p:nvSpPr>
          <p:cNvPr id="4" name="Subtitle 2">
            <a:extLst>
              <a:ext uri="{FF2B5EF4-FFF2-40B4-BE49-F238E27FC236}">
                <a16:creationId xmlns:a16="http://schemas.microsoft.com/office/drawing/2014/main" id="{44FCAECA-1165-DC5F-D778-0A89C78243A5}"/>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Go back to "effectively final", ... can also be ... if they .... above</a:t>
            </a:r>
          </a:p>
          <a:p>
            <a:pPr algn="l"/>
            <a:r>
              <a:rPr lang="en-US" sz="1800">
                <a:sym typeface="Wingdings" pitchFamily="2" charset="2"/>
              </a:rPr>
              <a:t>- This is important because when we study about ... and ... we can understand that local .... and ... expression within ... body can only be able to ... variable that is ...</a:t>
            </a:r>
          </a:p>
          <a:p>
            <a:pPr algn="l"/>
            <a:endParaRPr lang="en-US" sz="1800">
              <a:sym typeface="Wingdings" pitchFamily="2" charset="2"/>
            </a:endParaRPr>
          </a:p>
          <a:p>
            <a:pPr algn="l"/>
            <a:r>
              <a:rPr lang="en-US" sz="1800" b="1">
                <a:sym typeface="Wingdings" pitchFamily="2" charset="2"/>
              </a:rPr>
              <a:t>some new instance variable keywords</a:t>
            </a:r>
          </a:p>
          <a:p>
            <a:pPr algn="l"/>
            <a:endParaRPr lang="en-US" sz="1800" b="1">
              <a:sym typeface="Wingdings" pitchFamily="2" charset="2"/>
            </a:endParaRPr>
          </a:p>
          <a:p>
            <a:pPr algn="l"/>
            <a:r>
              <a:rPr lang="en-US" sz="1800" b="1">
                <a:sym typeface="Wingdings" pitchFamily="2" charset="2"/>
              </a:rPr>
              <a:t>transient</a:t>
            </a:r>
          </a:p>
          <a:p>
            <a:pPr algn="l"/>
            <a:endParaRPr lang="en-US" sz="1800" b="1">
              <a:sym typeface="Wingdings" pitchFamily="2" charset="2"/>
            </a:endParaRPr>
          </a:p>
          <a:p>
            <a:pPr algn="l"/>
            <a:r>
              <a:rPr lang="en-US" sz="1800" b="1">
                <a:sym typeface="Wingdings" pitchFamily="2" charset="2"/>
              </a:rPr>
              <a:t>volatile</a:t>
            </a:r>
          </a:p>
          <a:p>
            <a:pPr algn="l"/>
            <a:endParaRPr lang="en-US" sz="1800" b="1">
              <a:sym typeface="Wingdings" pitchFamily="2" charset="2"/>
            </a:endParaRPr>
          </a:p>
          <a:p>
            <a:pPr algn="l"/>
            <a:r>
              <a:rPr lang="en-US" sz="1800" b="1">
                <a:sym typeface="Wingdings" pitchFamily="2" charset="2"/>
              </a:rPr>
              <a:t>Working with vararg</a:t>
            </a:r>
          </a:p>
          <a:p>
            <a:pPr algn="l"/>
            <a:r>
              <a:rPr lang="en-US" sz="1800">
                <a:sym typeface="Wingdings" pitchFamily="2" charset="2"/>
              </a:rPr>
              <a:t>- Some rules when creating method with vararg</a:t>
            </a:r>
          </a:p>
          <a:p>
            <a:pPr algn="l"/>
            <a:r>
              <a:rPr lang="en-US" sz="1800">
                <a:sym typeface="Wingdings" pitchFamily="2" charset="2"/>
              </a:rPr>
              <a:t>+)</a:t>
            </a:r>
          </a:p>
          <a:p>
            <a:pPr algn="l"/>
            <a:r>
              <a:rPr lang="en-US" sz="1800">
                <a:sym typeface="Wingdings" pitchFamily="2" charset="2"/>
              </a:rPr>
              <a:t>+)</a:t>
            </a:r>
          </a:p>
          <a:p>
            <a:pPr algn="l"/>
            <a:r>
              <a:rPr lang="en-US" sz="1800">
                <a:sym typeface="Wingdings" pitchFamily="2" charset="2"/>
              </a:rPr>
              <a:t>(code illustration snippet 75)</a:t>
            </a:r>
          </a:p>
          <a:p>
            <a:pPr algn="l"/>
            <a:r>
              <a:rPr lang="en-US" sz="1800">
                <a:sym typeface="Wingdings" pitchFamily="2" charset="2"/>
              </a:rPr>
              <a:t>- When calling ... we can either use whole ... or .... (code illustration snippet 76)</a:t>
            </a:r>
          </a:p>
        </p:txBody>
      </p:sp>
    </p:spTree>
    <p:extLst>
      <p:ext uri="{BB962C8B-B14F-4D97-AF65-F5344CB8AC3E}">
        <p14:creationId xmlns:p14="http://schemas.microsoft.com/office/powerpoint/2010/main" val="3347172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BE508-4F3B-9CC8-FAA6-D906E70EAE06}"/>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6C07EF9E-E848-870E-58AE-18E86FCDF81A}"/>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New things</a:t>
            </a:r>
          </a:p>
        </p:txBody>
      </p:sp>
      <p:sp>
        <p:nvSpPr>
          <p:cNvPr id="4" name="Subtitle 2">
            <a:extLst>
              <a:ext uri="{FF2B5EF4-FFF2-40B4-BE49-F238E27FC236}">
                <a16:creationId xmlns:a16="http://schemas.microsoft.com/office/drawing/2014/main" id="{29BCA163-C214-BC0D-E72F-FD632E120848}"/>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Overall, vararg is ... =&gt; we can use all operations ... </a:t>
            </a:r>
          </a:p>
          <a:p>
            <a:pPr algn="l"/>
            <a:r>
              <a:rPr lang="en-US" sz="1800">
                <a:sym typeface="Wingdings" pitchFamily="2" charset="2"/>
              </a:rPr>
              <a:t>(code illustration snippet 77)</a:t>
            </a:r>
          </a:p>
          <a:p>
            <a:pPr algn="l"/>
            <a:endParaRPr lang="en-US" sz="1800">
              <a:sym typeface="Wingdings" pitchFamily="2" charset="2"/>
            </a:endParaRPr>
          </a:p>
          <a:p>
            <a:pPr algn="l"/>
            <a:r>
              <a:rPr lang="en-US" sz="1800">
                <a:sym typeface="Wingdings" pitchFamily="2" charset="2"/>
              </a:rPr>
              <a:t>(code illustration snippet 78)</a:t>
            </a:r>
          </a:p>
          <a:p>
            <a:pPr algn="l"/>
            <a:endParaRPr lang="en-US" sz="1800">
              <a:sym typeface="Wingdings" pitchFamily="2" charset="2"/>
            </a:endParaRPr>
          </a:p>
          <a:p>
            <a:pPr algn="l"/>
            <a:r>
              <a:rPr lang="en-US" sz="1800">
                <a:sym typeface="Wingdings" pitchFamily="2" charset="2"/>
              </a:rPr>
              <a:t>If we try to pass ... =&gt; ...</a:t>
            </a:r>
          </a:p>
          <a:p>
            <a:pPr algn="l"/>
            <a:r>
              <a:rPr lang="en-US" sz="1800">
                <a:sym typeface="Wingdings" pitchFamily="2" charset="2"/>
              </a:rPr>
              <a:t>(code illustration snippet 79)</a:t>
            </a:r>
          </a:p>
          <a:p>
            <a:pPr algn="l"/>
            <a:endParaRPr lang="en-US" sz="1800">
              <a:sym typeface="Wingdings" pitchFamily="2" charset="2"/>
            </a:endParaRPr>
          </a:p>
          <a:p>
            <a:pPr algn="l"/>
            <a:r>
              <a:rPr lang="en-US" sz="1800" b="1">
                <a:sym typeface="Wingdings" pitchFamily="2" charset="2"/>
              </a:rPr>
              <a:t>Revise weird case about "protected" access modifier</a:t>
            </a:r>
          </a:p>
          <a:p>
            <a:pPr algn="l"/>
            <a:r>
              <a:rPr lang="en-US" sz="1800">
                <a:sym typeface="Wingdings" pitchFamily="2" charset="2"/>
              </a:rPr>
              <a:t>-) For protected ..., we have ... cases</a:t>
            </a:r>
          </a:p>
          <a:p>
            <a:pPr algn="l"/>
            <a:r>
              <a:rPr lang="en-US" sz="1800">
                <a:sym typeface="Wingdings" pitchFamily="2" charset="2"/>
              </a:rPr>
              <a:t>+)</a:t>
            </a:r>
          </a:p>
          <a:p>
            <a:pPr algn="l"/>
            <a:r>
              <a:rPr lang="en-US" sz="1800">
                <a:sym typeface="Wingdings" pitchFamily="2" charset="2"/>
              </a:rPr>
              <a:t>+) Either ... is satisfied</a:t>
            </a:r>
          </a:p>
          <a:p>
            <a:pPr algn="l"/>
            <a:r>
              <a:rPr lang="en-US" sz="1800">
                <a:sym typeface="Wingdings" pitchFamily="2" charset="2"/>
              </a:rPr>
              <a:t>*) Accessing using ... =&gt; Only ... class</a:t>
            </a:r>
          </a:p>
          <a:p>
            <a:pPr algn="l"/>
            <a:r>
              <a:rPr lang="en-US" sz="1800">
                <a:sym typeface="Wingdings" pitchFamily="2" charset="2"/>
              </a:rPr>
              <a:t>*) Accessing using ... =&gt; The type must be ... or sub of ...</a:t>
            </a:r>
          </a:p>
          <a:p>
            <a:pPr algn="l"/>
            <a:r>
              <a:rPr lang="en-US" sz="1800">
                <a:sym typeface="Wingdings" pitchFamily="2" charset="2"/>
              </a:rPr>
              <a:t>(code illustration snippet 80)</a:t>
            </a:r>
          </a:p>
        </p:txBody>
      </p:sp>
    </p:spTree>
    <p:extLst>
      <p:ext uri="{BB962C8B-B14F-4D97-AF65-F5344CB8AC3E}">
        <p14:creationId xmlns:p14="http://schemas.microsoft.com/office/powerpoint/2010/main" val="4028696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A498B3-6AAF-684C-6A2E-46C84027AC4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AFBE06D4-8414-D54B-D05E-1C7D5A1668F3}"/>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New things</a:t>
            </a:r>
          </a:p>
        </p:txBody>
      </p:sp>
      <p:sp>
        <p:nvSpPr>
          <p:cNvPr id="4" name="Subtitle 2">
            <a:extLst>
              <a:ext uri="{FF2B5EF4-FFF2-40B4-BE49-F238E27FC236}">
                <a16:creationId xmlns:a16="http://schemas.microsoft.com/office/drawing/2014/main" id="{7D66FB57-6B00-F361-C649-8B99FBF4E7E1}"/>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Limit of autoboxing and numeric promotion</a:t>
            </a:r>
          </a:p>
          <a:p>
            <a:pPr algn="l"/>
            <a:r>
              <a:rPr lang="en-US" sz="1800">
                <a:sym typeface="Wingdings" pitchFamily="2" charset="2"/>
              </a:rPr>
              <a:t>- We can't do ... and ... at the same ..., we have to do it ...</a:t>
            </a:r>
          </a:p>
          <a:p>
            <a:pPr algn="l"/>
            <a:endParaRPr lang="en-US" sz="1800">
              <a:sym typeface="Wingdings" pitchFamily="2" charset="2"/>
            </a:endParaRPr>
          </a:p>
          <a:p>
            <a:pPr algn="l"/>
            <a:r>
              <a:rPr lang="en-US" sz="1800" b="1">
                <a:sym typeface="Wingdings" pitchFamily="2" charset="2"/>
              </a:rPr>
              <a:t>Method overloading (update for varargs)</a:t>
            </a:r>
          </a:p>
          <a:p>
            <a:pPr algn="l"/>
            <a:r>
              <a:rPr lang="en-US" sz="1800">
                <a:sym typeface="Wingdings" pitchFamily="2" charset="2"/>
              </a:rPr>
              <a:t>- A method with param ... and ... will be considered as the ... because varargs is technically ...</a:t>
            </a:r>
          </a:p>
          <a:p>
            <a:pPr algn="l"/>
            <a:r>
              <a:rPr lang="en-US" sz="1800">
                <a:sym typeface="Wingdings" pitchFamily="2" charset="2"/>
              </a:rPr>
              <a:t>(code illustration snippet 81)</a:t>
            </a:r>
          </a:p>
          <a:p>
            <a:pPr algn="l"/>
            <a:r>
              <a:rPr lang="en-US" sz="1800" b="1">
                <a:sym typeface="Wingdings" pitchFamily="2" charset="2"/>
              </a:rPr>
              <a:t>New casting rule</a:t>
            </a:r>
          </a:p>
          <a:p>
            <a:pPr algn="l"/>
            <a:r>
              <a:rPr lang="en-US" sz="1800">
                <a:sym typeface="Wingdings" pitchFamily="2" charset="2"/>
              </a:rPr>
              <a:t>- We can cast a "long" into ...</a:t>
            </a:r>
          </a:p>
          <a:p>
            <a:pPr algn="l"/>
            <a:endParaRPr lang="en-US" sz="1800">
              <a:sym typeface="Wingdings" pitchFamily="2" charset="2"/>
            </a:endParaRPr>
          </a:p>
          <a:p>
            <a:pPr algn="l"/>
            <a:endParaRPr lang="en-US" sz="1800">
              <a:sym typeface="Wingdings" pitchFamily="2" charset="2"/>
            </a:endParaRPr>
          </a:p>
        </p:txBody>
      </p:sp>
    </p:spTree>
    <p:extLst>
      <p:ext uri="{BB962C8B-B14F-4D97-AF65-F5344CB8AC3E}">
        <p14:creationId xmlns:p14="http://schemas.microsoft.com/office/powerpoint/2010/main" val="23262454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14592</TotalTime>
  <Words>3368</Words>
  <Application>Microsoft Macintosh PowerPoint</Application>
  <PresentationFormat>Widescreen</PresentationFormat>
  <Paragraphs>385</Paragraphs>
  <Slides>30</Slides>
  <Notes>29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Aptos</vt:lpstr>
      <vt:lpstr>Aptos Display</vt:lpstr>
      <vt:lpstr>Arial</vt:lpstr>
      <vt:lpstr>Wingdings</vt:lpstr>
      <vt:lpstr>Office Theme</vt:lpstr>
      <vt:lpstr>Java SE 17 –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Dinh Vinh Mai</dc:creator>
  <cp:lastModifiedBy>Mai Dinh Vinh  (S.CECS)</cp:lastModifiedBy>
  <cp:revision>31</cp:revision>
  <dcterms:created xsi:type="dcterms:W3CDTF">2024-07-05T03:43:45Z</dcterms:created>
  <dcterms:modified xsi:type="dcterms:W3CDTF">2025-11-11T07:05:36Z</dcterms:modified>
</cp:coreProperties>
</file>