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9" r:id="rId3"/>
    <p:sldId id="260" r:id="rId4"/>
    <p:sldId id="261"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CD2C29-6869-4EB9-A262-397E95AA9D5D}">
          <p14:sldIdLst>
            <p14:sldId id="256"/>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AF12651-E492-4749-A948-8FB040B70964}" v="10997" dt="2024-07-11T23:31:06.5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510" autoAdjust="0"/>
    <p:restoredTop sz="92164"/>
  </p:normalViewPr>
  <p:slideViewPr>
    <p:cSldViewPr snapToGrid="0">
      <p:cViewPr>
        <p:scale>
          <a:sx n="104" d="100"/>
          <a:sy n="104" d="100"/>
        </p:scale>
        <p:origin x="728" y="4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nh Vinh Mai" userId="b8e4a559-41e0-4141-8dc1-330451d69615" providerId="ADAL" clId="{9AF12651-E492-4749-A948-8FB040B70964}"/>
    <pc:docChg chg="undo custSel addSld delSld modSld sldOrd addSection delSection modSection">
      <pc:chgData name="Dinh Vinh Mai" userId="b8e4a559-41e0-4141-8dc1-330451d69615" providerId="ADAL" clId="{9AF12651-E492-4749-A948-8FB040B70964}" dt="2024-07-11T23:31:06.508" v="15304" actId="20577"/>
      <pc:docMkLst>
        <pc:docMk/>
      </pc:docMkLst>
      <pc:sldChg chg="del">
        <pc:chgData name="Dinh Vinh Mai" userId="b8e4a559-41e0-4141-8dc1-330451d69615" providerId="ADAL" clId="{9AF12651-E492-4749-A948-8FB040B70964}" dt="2024-07-11T01:41:42.792" v="0" actId="47"/>
        <pc:sldMkLst>
          <pc:docMk/>
          <pc:sldMk cId="217268900" sldId="256"/>
        </pc:sldMkLst>
      </pc:sldChg>
      <pc:sldChg chg="modSp new mod">
        <pc:chgData name="Dinh Vinh Mai" userId="b8e4a559-41e0-4141-8dc1-330451d69615" providerId="ADAL" clId="{9AF12651-E492-4749-A948-8FB040B70964}" dt="2024-07-11T01:42:31.374" v="77" actId="20577"/>
        <pc:sldMkLst>
          <pc:docMk/>
          <pc:sldMk cId="2437323191" sldId="256"/>
        </pc:sldMkLst>
        <pc:spChg chg="mod">
          <ac:chgData name="Dinh Vinh Mai" userId="b8e4a559-41e0-4141-8dc1-330451d69615" providerId="ADAL" clId="{9AF12651-E492-4749-A948-8FB040B70964}" dt="2024-07-11T01:41:58.931" v="44" actId="20577"/>
          <ac:spMkLst>
            <pc:docMk/>
            <pc:sldMk cId="2437323191" sldId="256"/>
            <ac:spMk id="2" creationId="{5F432DBD-CB83-55BD-128C-2C66E47798F8}"/>
          </ac:spMkLst>
        </pc:spChg>
        <pc:spChg chg="mod">
          <ac:chgData name="Dinh Vinh Mai" userId="b8e4a559-41e0-4141-8dc1-330451d69615" providerId="ADAL" clId="{9AF12651-E492-4749-A948-8FB040B70964}" dt="2024-07-11T01:42:31.374" v="77" actId="20577"/>
          <ac:spMkLst>
            <pc:docMk/>
            <pc:sldMk cId="2437323191" sldId="256"/>
            <ac:spMk id="3" creationId="{96DD8BC4-D539-661E-8A88-53AF6C208F93}"/>
          </ac:spMkLst>
        </pc:spChg>
      </pc:sldChg>
      <pc:sldChg chg="addSp delSp modSp add del mod">
        <pc:chgData name="Dinh Vinh Mai" userId="b8e4a559-41e0-4141-8dc1-330451d69615" providerId="ADAL" clId="{9AF12651-E492-4749-A948-8FB040B70964}" dt="2024-07-11T01:48:04.827" v="216" actId="47"/>
        <pc:sldMkLst>
          <pc:docMk/>
          <pc:sldMk cId="1145363845" sldId="257"/>
        </pc:sldMkLst>
        <pc:spChg chg="del mod">
          <ac:chgData name="Dinh Vinh Mai" userId="b8e4a559-41e0-4141-8dc1-330451d69615" providerId="ADAL" clId="{9AF12651-E492-4749-A948-8FB040B70964}" dt="2024-07-11T01:44:11.394" v="80" actId="478"/>
          <ac:spMkLst>
            <pc:docMk/>
            <pc:sldMk cId="1145363845" sldId="257"/>
            <ac:spMk id="2" creationId="{5F432DBD-CB83-55BD-128C-2C66E47798F8}"/>
          </ac:spMkLst>
        </pc:spChg>
        <pc:spChg chg="mod">
          <ac:chgData name="Dinh Vinh Mai" userId="b8e4a559-41e0-4141-8dc1-330451d69615" providerId="ADAL" clId="{9AF12651-E492-4749-A948-8FB040B70964}" dt="2024-07-11T01:46:05.600" v="116" actId="1076"/>
          <ac:spMkLst>
            <pc:docMk/>
            <pc:sldMk cId="1145363845" sldId="257"/>
            <ac:spMk id="3" creationId="{96DD8BC4-D539-661E-8A88-53AF6C208F93}"/>
          </ac:spMkLst>
        </pc:spChg>
        <pc:spChg chg="add del mod">
          <ac:chgData name="Dinh Vinh Mai" userId="b8e4a559-41e0-4141-8dc1-330451d69615" providerId="ADAL" clId="{9AF12651-E492-4749-A948-8FB040B70964}" dt="2024-07-11T01:47:56.554" v="215" actId="478"/>
          <ac:spMkLst>
            <pc:docMk/>
            <pc:sldMk cId="1145363845" sldId="257"/>
            <ac:spMk id="4" creationId="{BBA13038-CAB8-FCA0-CDE8-65E40C2F10A3}"/>
          </ac:spMkLst>
        </pc:spChg>
      </pc:sldChg>
      <pc:sldChg chg="del">
        <pc:chgData name="Dinh Vinh Mai" userId="b8e4a559-41e0-4141-8dc1-330451d69615" providerId="ADAL" clId="{9AF12651-E492-4749-A948-8FB040B70964}" dt="2024-07-11T01:41:42.792" v="0" actId="47"/>
        <pc:sldMkLst>
          <pc:docMk/>
          <pc:sldMk cId="3564134708" sldId="257"/>
        </pc:sldMkLst>
      </pc:sldChg>
      <pc:sldChg chg="modSp add mod modAnim">
        <pc:chgData name="Dinh Vinh Mai" userId="b8e4a559-41e0-4141-8dc1-330451d69615" providerId="ADAL" clId="{9AF12651-E492-4749-A948-8FB040B70964}" dt="2024-07-11T02:13:51.984" v="3027"/>
        <pc:sldMkLst>
          <pc:docMk/>
          <pc:sldMk cId="715447292" sldId="258"/>
        </pc:sldMkLst>
        <pc:spChg chg="mod">
          <ac:chgData name="Dinh Vinh Mai" userId="b8e4a559-41e0-4141-8dc1-330451d69615" providerId="ADAL" clId="{9AF12651-E492-4749-A948-8FB040B70964}" dt="2024-07-11T02:13:26.874" v="3021" actId="20577"/>
          <ac:spMkLst>
            <pc:docMk/>
            <pc:sldMk cId="715447292" sldId="258"/>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315607852" sldId="258"/>
        </pc:sldMkLst>
      </pc:sldChg>
      <pc:sldChg chg="del">
        <pc:chgData name="Dinh Vinh Mai" userId="b8e4a559-41e0-4141-8dc1-330451d69615" providerId="ADAL" clId="{9AF12651-E492-4749-A948-8FB040B70964}" dt="2024-07-11T01:41:42.792" v="0" actId="47"/>
        <pc:sldMkLst>
          <pc:docMk/>
          <pc:sldMk cId="1400435694" sldId="259"/>
        </pc:sldMkLst>
      </pc:sldChg>
      <pc:sldChg chg="modSp add modAnim">
        <pc:chgData name="Dinh Vinh Mai" userId="b8e4a559-41e0-4141-8dc1-330451d69615" providerId="ADAL" clId="{9AF12651-E492-4749-A948-8FB040B70964}" dt="2024-07-11T08:30:39.020" v="5812"/>
        <pc:sldMkLst>
          <pc:docMk/>
          <pc:sldMk cId="2078495021" sldId="259"/>
        </pc:sldMkLst>
        <pc:spChg chg="mod">
          <ac:chgData name="Dinh Vinh Mai" userId="b8e4a559-41e0-4141-8dc1-330451d69615" providerId="ADAL" clId="{9AF12651-E492-4749-A948-8FB040B70964}" dt="2024-07-11T08:30:19.371" v="5808" actId="20577"/>
          <ac:spMkLst>
            <pc:docMk/>
            <pc:sldMk cId="2078495021" sldId="259"/>
            <ac:spMk id="4" creationId="{BBA13038-CAB8-FCA0-CDE8-65E40C2F10A3}"/>
          </ac:spMkLst>
        </pc:spChg>
      </pc:sldChg>
      <pc:sldChg chg="addSp modSp add mod modAnim">
        <pc:chgData name="Dinh Vinh Mai" userId="b8e4a559-41e0-4141-8dc1-330451d69615" providerId="ADAL" clId="{9AF12651-E492-4749-A948-8FB040B70964}" dt="2024-07-11T08:44:30.109" v="6044" actId="14100"/>
        <pc:sldMkLst>
          <pc:docMk/>
          <pc:sldMk cId="114777668" sldId="260"/>
        </pc:sldMkLst>
        <pc:spChg chg="mod">
          <ac:chgData name="Dinh Vinh Mai" userId="b8e4a559-41e0-4141-8dc1-330451d69615" providerId="ADAL" clId="{9AF12651-E492-4749-A948-8FB040B70964}" dt="2024-07-11T08:33:51.742" v="5824" actId="1076"/>
          <ac:spMkLst>
            <pc:docMk/>
            <pc:sldMk cId="114777668" sldId="260"/>
            <ac:spMk id="3" creationId="{96DD8BC4-D539-661E-8A88-53AF6C208F93}"/>
          </ac:spMkLst>
        </pc:spChg>
        <pc:spChg chg="mod">
          <ac:chgData name="Dinh Vinh Mai" userId="b8e4a559-41e0-4141-8dc1-330451d69615" providerId="ADAL" clId="{9AF12651-E492-4749-A948-8FB040B70964}" dt="2024-07-11T08:32:24.252" v="5814" actId="20577"/>
          <ac:spMkLst>
            <pc:docMk/>
            <pc:sldMk cId="114777668" sldId="260"/>
            <ac:spMk id="4" creationId="{BBA13038-CAB8-FCA0-CDE8-65E40C2F10A3}"/>
          </ac:spMkLst>
        </pc:spChg>
        <pc:spChg chg="add mod">
          <ac:chgData name="Dinh Vinh Mai" userId="b8e4a559-41e0-4141-8dc1-330451d69615" providerId="ADAL" clId="{9AF12651-E492-4749-A948-8FB040B70964}" dt="2024-07-11T08:44:24.609" v="6040" actId="14100"/>
          <ac:spMkLst>
            <pc:docMk/>
            <pc:sldMk cId="114777668" sldId="260"/>
            <ac:spMk id="6" creationId="{4914E028-BBB3-509D-27BD-0D7E14D586F4}"/>
          </ac:spMkLst>
        </pc:spChg>
        <pc:picChg chg="add mod">
          <ac:chgData name="Dinh Vinh Mai" userId="b8e4a559-41e0-4141-8dc1-330451d69615" providerId="ADAL" clId="{9AF12651-E492-4749-A948-8FB040B70964}" dt="2024-07-11T08:44:30.109" v="6044" actId="14100"/>
          <ac:picMkLst>
            <pc:docMk/>
            <pc:sldMk cId="114777668" sldId="260"/>
            <ac:picMk id="5" creationId="{85C0B44A-39CB-36E8-9FE5-05418ECC25C9}"/>
          </ac:picMkLst>
        </pc:picChg>
      </pc:sldChg>
      <pc:sldChg chg="del">
        <pc:chgData name="Dinh Vinh Mai" userId="b8e4a559-41e0-4141-8dc1-330451d69615" providerId="ADAL" clId="{9AF12651-E492-4749-A948-8FB040B70964}" dt="2024-07-11T01:41:42.792" v="0" actId="47"/>
        <pc:sldMkLst>
          <pc:docMk/>
          <pc:sldMk cId="1028437802" sldId="260"/>
        </pc:sldMkLst>
      </pc:sldChg>
      <pc:sldChg chg="del">
        <pc:chgData name="Dinh Vinh Mai" userId="b8e4a559-41e0-4141-8dc1-330451d69615" providerId="ADAL" clId="{9AF12651-E492-4749-A948-8FB040B70964}" dt="2024-07-11T01:41:42.792" v="0" actId="47"/>
        <pc:sldMkLst>
          <pc:docMk/>
          <pc:sldMk cId="315264614" sldId="261"/>
        </pc:sldMkLst>
      </pc:sldChg>
      <pc:sldChg chg="addSp delSp modSp add mod">
        <pc:chgData name="Dinh Vinh Mai" userId="b8e4a559-41e0-4141-8dc1-330451d69615" providerId="ADAL" clId="{9AF12651-E492-4749-A948-8FB040B70964}" dt="2024-07-11T08:56:12.775" v="7015" actId="5793"/>
        <pc:sldMkLst>
          <pc:docMk/>
          <pc:sldMk cId="646613574" sldId="261"/>
        </pc:sldMkLst>
        <pc:spChg chg="mod">
          <ac:chgData name="Dinh Vinh Mai" userId="b8e4a559-41e0-4141-8dc1-330451d69615" providerId="ADAL" clId="{9AF12651-E492-4749-A948-8FB040B70964}" dt="2024-07-11T08:56:12.775" v="7015" actId="5793"/>
          <ac:spMkLst>
            <pc:docMk/>
            <pc:sldMk cId="646613574" sldId="261"/>
            <ac:spMk id="6" creationId="{4914E028-BBB3-509D-27BD-0D7E14D586F4}"/>
          </ac:spMkLst>
        </pc:spChg>
        <pc:picChg chg="del">
          <ac:chgData name="Dinh Vinh Mai" userId="b8e4a559-41e0-4141-8dc1-330451d69615" providerId="ADAL" clId="{9AF12651-E492-4749-A948-8FB040B70964}" dt="2024-07-11T08:44:57.780" v="6049" actId="478"/>
          <ac:picMkLst>
            <pc:docMk/>
            <pc:sldMk cId="646613574" sldId="261"/>
            <ac:picMk id="5" creationId="{85C0B44A-39CB-36E8-9FE5-05418ECC25C9}"/>
          </ac:picMkLst>
        </pc:picChg>
        <pc:picChg chg="add mod">
          <ac:chgData name="Dinh Vinh Mai" userId="b8e4a559-41e0-4141-8dc1-330451d69615" providerId="ADAL" clId="{9AF12651-E492-4749-A948-8FB040B70964}" dt="2024-07-11T08:45:06.295" v="6054" actId="1076"/>
          <ac:picMkLst>
            <pc:docMk/>
            <pc:sldMk cId="646613574" sldId="261"/>
            <ac:picMk id="7" creationId="{DEB481D6-5356-0DD2-3F6F-3A03A44D641A}"/>
          </ac:picMkLst>
        </pc:picChg>
      </pc:sldChg>
      <pc:sldChg chg="del">
        <pc:chgData name="Dinh Vinh Mai" userId="b8e4a559-41e0-4141-8dc1-330451d69615" providerId="ADAL" clId="{9AF12651-E492-4749-A948-8FB040B70964}" dt="2024-07-11T01:41:42.792" v="0" actId="47"/>
        <pc:sldMkLst>
          <pc:docMk/>
          <pc:sldMk cId="2377540471" sldId="262"/>
        </pc:sldMkLst>
      </pc:sldChg>
      <pc:sldChg chg="addSp modSp add mod ord modAnim">
        <pc:chgData name="Dinh Vinh Mai" userId="b8e4a559-41e0-4141-8dc1-330451d69615" providerId="ADAL" clId="{9AF12651-E492-4749-A948-8FB040B70964}" dt="2024-07-11T22:49:23.115" v="11711" actId="20577"/>
        <pc:sldMkLst>
          <pc:docMk/>
          <pc:sldMk cId="2729605296" sldId="262"/>
        </pc:sldMkLst>
        <pc:spChg chg="add mod">
          <ac:chgData name="Dinh Vinh Mai" userId="b8e4a559-41e0-4141-8dc1-330451d69615" providerId="ADAL" clId="{9AF12651-E492-4749-A948-8FB040B70964}" dt="2024-07-11T22:49:23.115" v="11711" actId="20577"/>
          <ac:spMkLst>
            <pc:docMk/>
            <pc:sldMk cId="2729605296" sldId="262"/>
            <ac:spMk id="2" creationId="{98D47709-0A78-AACC-5CCE-FD59A7D17E27}"/>
          </ac:spMkLst>
        </pc:spChg>
        <pc:spChg chg="mod">
          <ac:chgData name="Dinh Vinh Mai" userId="b8e4a559-41e0-4141-8dc1-330451d69615" providerId="ADAL" clId="{9AF12651-E492-4749-A948-8FB040B70964}" dt="2024-07-11T09:05:22.824" v="7310" actId="20577"/>
          <ac:spMkLst>
            <pc:docMk/>
            <pc:sldMk cId="2729605296" sldId="262"/>
            <ac:spMk id="3" creationId="{96DD8BC4-D539-661E-8A88-53AF6C208F93}"/>
          </ac:spMkLst>
        </pc:spChg>
        <pc:spChg chg="mod">
          <ac:chgData name="Dinh Vinh Mai" userId="b8e4a559-41e0-4141-8dc1-330451d69615" providerId="ADAL" clId="{9AF12651-E492-4749-A948-8FB040B70964}" dt="2024-07-11T09:05:04.583" v="7283" actId="20577"/>
          <ac:spMkLst>
            <pc:docMk/>
            <pc:sldMk cId="2729605296" sldId="262"/>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501040282" sldId="263"/>
        </pc:sldMkLst>
      </pc:sldChg>
      <pc:sldChg chg="add ord">
        <pc:chgData name="Dinh Vinh Mai" userId="b8e4a559-41e0-4141-8dc1-330451d69615" providerId="ADAL" clId="{9AF12651-E492-4749-A948-8FB040B70964}" dt="2024-07-11T22:49:33.159" v="11713"/>
        <pc:sldMkLst>
          <pc:docMk/>
          <pc:sldMk cId="2236708295" sldId="263"/>
        </pc:sldMkLst>
      </pc:sldChg>
      <pc:sldChg chg="add del ord">
        <pc:chgData name="Dinh Vinh Mai" userId="b8e4a559-41e0-4141-8dc1-330451d69615" providerId="ADAL" clId="{9AF12651-E492-4749-A948-8FB040B70964}" dt="2024-07-11T09:05:35.894" v="7314" actId="47"/>
        <pc:sldMkLst>
          <pc:docMk/>
          <pc:sldMk cId="2960663922" sldId="263"/>
        </pc:sldMkLst>
      </pc:sldChg>
      <pc:sldChg chg="modSp add modAnim">
        <pc:chgData name="Dinh Vinh Mai" userId="b8e4a559-41e0-4141-8dc1-330451d69615" providerId="ADAL" clId="{9AF12651-E492-4749-A948-8FB040B70964}" dt="2024-07-11T23:16:27.961" v="14529" actId="207"/>
        <pc:sldMkLst>
          <pc:docMk/>
          <pc:sldMk cId="193709571" sldId="264"/>
        </pc:sldMkLst>
        <pc:spChg chg="mod">
          <ac:chgData name="Dinh Vinh Mai" userId="b8e4a559-41e0-4141-8dc1-330451d69615" providerId="ADAL" clId="{9AF12651-E492-4749-A948-8FB040B70964}" dt="2024-07-11T23:16:27.961" v="14529" actId="207"/>
          <ac:spMkLst>
            <pc:docMk/>
            <pc:sldMk cId="193709571" sldId="264"/>
            <ac:spMk id="2" creationId="{98D47709-0A78-AACC-5CCE-FD59A7D17E27}"/>
          </ac:spMkLst>
        </pc:spChg>
      </pc:sldChg>
      <pc:sldChg chg="del">
        <pc:chgData name="Dinh Vinh Mai" userId="b8e4a559-41e0-4141-8dc1-330451d69615" providerId="ADAL" clId="{9AF12651-E492-4749-A948-8FB040B70964}" dt="2024-07-11T01:41:42.792" v="0" actId="47"/>
        <pc:sldMkLst>
          <pc:docMk/>
          <pc:sldMk cId="364621379" sldId="264"/>
        </pc:sldMkLst>
      </pc:sldChg>
      <pc:sldChg chg="modSp add mod modAnim">
        <pc:chgData name="Dinh Vinh Mai" userId="b8e4a559-41e0-4141-8dc1-330451d69615" providerId="ADAL" clId="{9AF12651-E492-4749-A948-8FB040B70964}" dt="2024-07-11T23:31:06.508" v="15304" actId="20577"/>
        <pc:sldMkLst>
          <pc:docMk/>
          <pc:sldMk cId="3978505155" sldId="265"/>
        </pc:sldMkLst>
        <pc:spChg chg="mod">
          <ac:chgData name="Dinh Vinh Mai" userId="b8e4a559-41e0-4141-8dc1-330451d69615" providerId="ADAL" clId="{9AF12651-E492-4749-A948-8FB040B70964}" dt="2024-07-11T23:31:06.508" v="15304" actId="20577"/>
          <ac:spMkLst>
            <pc:docMk/>
            <pc:sldMk cId="3978505155" sldId="265"/>
            <ac:spMk id="2" creationId="{98D47709-0A78-AACC-5CCE-FD59A7D17E27}"/>
          </ac:spMkLst>
        </pc:spChg>
        <pc:spChg chg="mod">
          <ac:chgData name="Dinh Vinh Mai" userId="b8e4a559-41e0-4141-8dc1-330451d69615" providerId="ADAL" clId="{9AF12651-E492-4749-A948-8FB040B70964}" dt="2024-07-11T23:21:20.391" v="14574" actId="20577"/>
          <ac:spMkLst>
            <pc:docMk/>
            <pc:sldMk cId="3978505155" sldId="265"/>
            <ac:spMk id="3" creationId="{96DD8BC4-D539-661E-8A88-53AF6C208F9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CA2D73-2532-A640-A667-27AB4D0D333F}" type="datetimeFigureOut">
              <a:t>18/12/25</a:t>
            </a:fld>
            <a:endParaRPr lang="en-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6FF3D1-0F45-2240-9B47-75654C02E24A}" type="slidenum">
              <a:t>‹#›</a:t>
            </a:fld>
            <a:endParaRPr lang="en-VN"/>
          </a:p>
        </p:txBody>
      </p:sp>
    </p:spTree>
    <p:extLst>
      <p:ext uri="{BB962C8B-B14F-4D97-AF65-F5344CB8AC3E}">
        <p14:creationId xmlns:p14="http://schemas.microsoft.com/office/powerpoint/2010/main" val="1971429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E7630-52AC-6850-F366-337DC0C7CC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CD3F92-4320-FB05-41D9-3C2533839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05BA21-5291-00B1-DDA1-5A26DC3A8D7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29C4681-FA83-498B-F24F-3CAA3CBE94CE}"/>
              </a:ext>
            </a:extLst>
          </p:cNvPr>
          <p:cNvSpPr>
            <a:spLocks noGrp="1"/>
          </p:cNvSpPr>
          <p:nvPr>
            <p:ph type="sldNum" sz="quarter" idx="5"/>
          </p:nvPr>
        </p:nvSpPr>
        <p:spPr/>
        <p:txBody>
          <a:bodyPr/>
          <a:lstStyle/>
          <a:p>
            <a:fld id="{576FF3D1-0F45-2240-9B47-75654C02E24A}" type="slidenum">
              <a:t>2</a:t>
            </a:fld>
            <a:endParaRPr lang="en-VN"/>
          </a:p>
        </p:txBody>
      </p:sp>
    </p:spTree>
    <p:extLst>
      <p:ext uri="{BB962C8B-B14F-4D97-AF65-F5344CB8AC3E}">
        <p14:creationId xmlns:p14="http://schemas.microsoft.com/office/powerpoint/2010/main" val="27762013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2B21E-59C6-C90F-9DF1-B005188D04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28D335-6B2E-37AA-09DE-696FB12B49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D35653-B4C5-B204-7F35-6684F276D50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86B106B-F4A4-DD1E-1B7E-63892897CEB9}"/>
              </a:ext>
            </a:extLst>
          </p:cNvPr>
          <p:cNvSpPr>
            <a:spLocks noGrp="1"/>
          </p:cNvSpPr>
          <p:nvPr>
            <p:ph type="sldNum" sz="quarter" idx="5"/>
          </p:nvPr>
        </p:nvSpPr>
        <p:spPr/>
        <p:txBody>
          <a:bodyPr/>
          <a:lstStyle/>
          <a:p>
            <a:fld id="{576FF3D1-0F45-2240-9B47-75654C02E24A}" type="slidenum">
              <a:t>3</a:t>
            </a:fld>
            <a:endParaRPr lang="en-VN"/>
          </a:p>
        </p:txBody>
      </p:sp>
    </p:spTree>
    <p:extLst>
      <p:ext uri="{BB962C8B-B14F-4D97-AF65-F5344CB8AC3E}">
        <p14:creationId xmlns:p14="http://schemas.microsoft.com/office/powerpoint/2010/main" val="23621393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10A0-EAB7-8CC1-DCF5-873E617CE3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84EB08-6451-F27A-1A7C-0F81A2D57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2F4F8C-1065-76BF-68FA-90CB19EA87D3}"/>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3EF0CE2-F219-1478-2833-2CA68F064E57}"/>
              </a:ext>
            </a:extLst>
          </p:cNvPr>
          <p:cNvSpPr>
            <a:spLocks noGrp="1"/>
          </p:cNvSpPr>
          <p:nvPr>
            <p:ph type="sldNum" sz="quarter" idx="5"/>
          </p:nvPr>
        </p:nvSpPr>
        <p:spPr/>
        <p:txBody>
          <a:bodyPr/>
          <a:lstStyle/>
          <a:p>
            <a:fld id="{576FF3D1-0F45-2240-9B47-75654C02E24A}" type="slidenum">
              <a:t>4</a:t>
            </a:fld>
            <a:endParaRPr lang="en-VN"/>
          </a:p>
        </p:txBody>
      </p:sp>
    </p:spTree>
    <p:extLst>
      <p:ext uri="{BB962C8B-B14F-4D97-AF65-F5344CB8AC3E}">
        <p14:creationId xmlns:p14="http://schemas.microsoft.com/office/powerpoint/2010/main" val="12964912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FD923-3E9A-D9BD-2EFA-D6A4E1928A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9C3D93-4871-A467-3028-2C5D1DDD19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5A712C-B6D7-938E-7A78-73CCFADB2BB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DE8F0A3-2516-1C56-46F4-C885C6E1F215}"/>
              </a:ext>
            </a:extLst>
          </p:cNvPr>
          <p:cNvSpPr>
            <a:spLocks noGrp="1"/>
          </p:cNvSpPr>
          <p:nvPr>
            <p:ph type="sldNum" sz="quarter" idx="5"/>
          </p:nvPr>
        </p:nvSpPr>
        <p:spPr/>
        <p:txBody>
          <a:bodyPr/>
          <a:lstStyle/>
          <a:p>
            <a:fld id="{576FF3D1-0F45-2240-9B47-75654C02E24A}" type="slidenum">
              <a:t>5</a:t>
            </a:fld>
            <a:endParaRPr lang="en-VN"/>
          </a:p>
        </p:txBody>
      </p:sp>
    </p:spTree>
    <p:extLst>
      <p:ext uri="{BB962C8B-B14F-4D97-AF65-F5344CB8AC3E}">
        <p14:creationId xmlns:p14="http://schemas.microsoft.com/office/powerpoint/2010/main" val="3558831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4389E-74DD-7B9C-FD28-ADED737C65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115ED8-4F06-93C0-E72F-0E2F764E2E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25152F-ED63-4E8F-8DB5-22A5E911485A}"/>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BEEE0AC-A903-0BA1-6418-9E449E938B2B}"/>
              </a:ext>
            </a:extLst>
          </p:cNvPr>
          <p:cNvSpPr>
            <a:spLocks noGrp="1"/>
          </p:cNvSpPr>
          <p:nvPr>
            <p:ph type="sldNum" sz="quarter" idx="5"/>
          </p:nvPr>
        </p:nvSpPr>
        <p:spPr/>
        <p:txBody>
          <a:bodyPr/>
          <a:lstStyle/>
          <a:p>
            <a:fld id="{576FF3D1-0F45-2240-9B47-75654C02E24A}" type="slidenum">
              <a:t>6</a:t>
            </a:fld>
            <a:endParaRPr lang="en-VN"/>
          </a:p>
        </p:txBody>
      </p:sp>
    </p:spTree>
    <p:extLst>
      <p:ext uri="{BB962C8B-B14F-4D97-AF65-F5344CB8AC3E}">
        <p14:creationId xmlns:p14="http://schemas.microsoft.com/office/powerpoint/2010/main" val="16933478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5FCAC-E0EB-4734-755E-0032110246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539C53-759C-3CE7-4537-6DA47E4AE2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D5B10-9905-BF3D-B934-A74B7D891A5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59E5977-C39D-5E2A-54B9-DAD40DAF7D0D}"/>
              </a:ext>
            </a:extLst>
          </p:cNvPr>
          <p:cNvSpPr>
            <a:spLocks noGrp="1"/>
          </p:cNvSpPr>
          <p:nvPr>
            <p:ph type="sldNum" sz="quarter" idx="5"/>
          </p:nvPr>
        </p:nvSpPr>
        <p:spPr/>
        <p:txBody>
          <a:bodyPr/>
          <a:lstStyle/>
          <a:p>
            <a:fld id="{576FF3D1-0F45-2240-9B47-75654C02E24A}" type="slidenum">
              <a:t>7</a:t>
            </a:fld>
            <a:endParaRPr lang="en-VN"/>
          </a:p>
        </p:txBody>
      </p:sp>
    </p:spTree>
    <p:extLst>
      <p:ext uri="{BB962C8B-B14F-4D97-AF65-F5344CB8AC3E}">
        <p14:creationId xmlns:p14="http://schemas.microsoft.com/office/powerpoint/2010/main" val="17544427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FBFB7-AB3B-8017-1ADD-34EDAD1EC1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CC0A1A-407E-FE4E-3A99-9A1B6B349A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35EDF9-F67E-D0A7-693D-30B6367040A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B29CD19-43EA-E919-ECAA-2D0CB1D6DC5D}"/>
              </a:ext>
            </a:extLst>
          </p:cNvPr>
          <p:cNvSpPr>
            <a:spLocks noGrp="1"/>
          </p:cNvSpPr>
          <p:nvPr>
            <p:ph type="sldNum" sz="quarter" idx="5"/>
          </p:nvPr>
        </p:nvSpPr>
        <p:spPr/>
        <p:txBody>
          <a:bodyPr/>
          <a:lstStyle/>
          <a:p>
            <a:fld id="{576FF3D1-0F45-2240-9B47-75654C02E24A}" type="slidenum">
              <a:t>8</a:t>
            </a:fld>
            <a:endParaRPr lang="en-VN"/>
          </a:p>
        </p:txBody>
      </p:sp>
    </p:spTree>
    <p:extLst>
      <p:ext uri="{BB962C8B-B14F-4D97-AF65-F5344CB8AC3E}">
        <p14:creationId xmlns:p14="http://schemas.microsoft.com/office/powerpoint/2010/main" val="1457299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8385A-5188-AE39-BB2E-620021ADD4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36403C-2BE6-3BCB-B413-36BE4ED99B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F67F1-A174-753F-01F3-210D3100516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EB9BE1B-B4A7-AF88-EF08-F9144598DB75}"/>
              </a:ext>
            </a:extLst>
          </p:cNvPr>
          <p:cNvSpPr>
            <a:spLocks noGrp="1"/>
          </p:cNvSpPr>
          <p:nvPr>
            <p:ph type="sldNum" sz="quarter" idx="5"/>
          </p:nvPr>
        </p:nvSpPr>
        <p:spPr/>
        <p:txBody>
          <a:bodyPr/>
          <a:lstStyle/>
          <a:p>
            <a:fld id="{576FF3D1-0F45-2240-9B47-75654C02E24A}" type="slidenum">
              <a:t>9</a:t>
            </a:fld>
            <a:endParaRPr lang="en-VN"/>
          </a:p>
        </p:txBody>
      </p:sp>
    </p:spTree>
    <p:extLst>
      <p:ext uri="{BB962C8B-B14F-4D97-AF65-F5344CB8AC3E}">
        <p14:creationId xmlns:p14="http://schemas.microsoft.com/office/powerpoint/2010/main" val="4153461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85707-901E-AD2D-3D2C-636CD2DABF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F9C8A4-61BA-3799-0F6A-BF89F6FB31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C5F4E-CCD4-2DDE-1659-802F7CEA96A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F205EAE-C69C-7EE8-C704-EEA2F0D45728}"/>
              </a:ext>
            </a:extLst>
          </p:cNvPr>
          <p:cNvSpPr>
            <a:spLocks noGrp="1"/>
          </p:cNvSpPr>
          <p:nvPr>
            <p:ph type="sldNum" sz="quarter" idx="5"/>
          </p:nvPr>
        </p:nvSpPr>
        <p:spPr/>
        <p:txBody>
          <a:bodyPr/>
          <a:lstStyle/>
          <a:p>
            <a:fld id="{576FF3D1-0F45-2240-9B47-75654C02E24A}" type="slidenum">
              <a:t>10</a:t>
            </a:fld>
            <a:endParaRPr lang="en-VN"/>
          </a:p>
        </p:txBody>
      </p:sp>
    </p:spTree>
    <p:extLst>
      <p:ext uri="{BB962C8B-B14F-4D97-AF65-F5344CB8AC3E}">
        <p14:creationId xmlns:p14="http://schemas.microsoft.com/office/powerpoint/2010/main" val="41970011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5EE28-20AF-CC62-3665-BB2FFD1D25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B9867C-1728-CFD7-A40C-BB16EBAF55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2D8748-F523-4077-5E49-6DD9B6D9F5D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9707EB7-7CD1-4F99-E8CF-C30F7F43BC1A}"/>
              </a:ext>
            </a:extLst>
          </p:cNvPr>
          <p:cNvSpPr>
            <a:spLocks noGrp="1"/>
          </p:cNvSpPr>
          <p:nvPr>
            <p:ph type="sldNum" sz="quarter" idx="5"/>
          </p:nvPr>
        </p:nvSpPr>
        <p:spPr/>
        <p:txBody>
          <a:bodyPr/>
          <a:lstStyle/>
          <a:p>
            <a:fld id="{576FF3D1-0F45-2240-9B47-75654C02E24A}" type="slidenum">
              <a:t>11</a:t>
            </a:fld>
            <a:endParaRPr lang="en-VN"/>
          </a:p>
        </p:txBody>
      </p:sp>
    </p:spTree>
    <p:extLst>
      <p:ext uri="{BB962C8B-B14F-4D97-AF65-F5344CB8AC3E}">
        <p14:creationId xmlns:p14="http://schemas.microsoft.com/office/powerpoint/2010/main" val="29082688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9FFEF-5DEA-CC76-5EA3-2BB6448ADE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E6281-AC3A-89D5-5A00-F2E2BE2DD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36F3AA-F055-DD0F-8556-ECE1B3F462A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8967975-FC79-DC5B-CC21-124523CBBD06}"/>
              </a:ext>
            </a:extLst>
          </p:cNvPr>
          <p:cNvSpPr>
            <a:spLocks noGrp="1"/>
          </p:cNvSpPr>
          <p:nvPr>
            <p:ph type="sldNum" sz="quarter" idx="5"/>
          </p:nvPr>
        </p:nvSpPr>
        <p:spPr/>
        <p:txBody>
          <a:bodyPr/>
          <a:lstStyle/>
          <a:p>
            <a:fld id="{576FF3D1-0F45-2240-9B47-75654C02E24A}" type="slidenum">
              <a:t>12</a:t>
            </a:fld>
            <a:endParaRPr lang="en-VN"/>
          </a:p>
        </p:txBody>
      </p:sp>
    </p:spTree>
    <p:extLst>
      <p:ext uri="{BB962C8B-B14F-4D97-AF65-F5344CB8AC3E}">
        <p14:creationId xmlns:p14="http://schemas.microsoft.com/office/powerpoint/2010/main" val="41279246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B2D81-3AC7-35D4-9E63-576AB4FC4B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45C5F8-FA58-80DB-791A-894B2823BB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8FD7B4-5420-9059-D308-624DABD3883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79FC5B0-9A2F-ADDE-D24F-8B68599DACB6}"/>
              </a:ext>
            </a:extLst>
          </p:cNvPr>
          <p:cNvSpPr>
            <a:spLocks noGrp="1"/>
          </p:cNvSpPr>
          <p:nvPr>
            <p:ph type="sldNum" sz="quarter" idx="5"/>
          </p:nvPr>
        </p:nvSpPr>
        <p:spPr/>
        <p:txBody>
          <a:bodyPr/>
          <a:lstStyle/>
          <a:p>
            <a:fld id="{576FF3D1-0F45-2240-9B47-75654C02E24A}" type="slidenum">
              <a:t>13</a:t>
            </a:fld>
            <a:endParaRPr lang="en-VN"/>
          </a:p>
        </p:txBody>
      </p:sp>
    </p:spTree>
    <p:extLst>
      <p:ext uri="{BB962C8B-B14F-4D97-AF65-F5344CB8AC3E}">
        <p14:creationId xmlns:p14="http://schemas.microsoft.com/office/powerpoint/2010/main" val="4185465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54F755-BF3E-A0D7-B3B0-CFD473E201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5C6D70-022E-A163-86FB-8EFC5466C6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19F3CC-3878-9C5B-6A3A-7C39A181D9C3}"/>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EF92240-5C75-900C-78C6-217FBA851D42}"/>
              </a:ext>
            </a:extLst>
          </p:cNvPr>
          <p:cNvSpPr>
            <a:spLocks noGrp="1"/>
          </p:cNvSpPr>
          <p:nvPr>
            <p:ph type="sldNum" sz="quarter" idx="5"/>
          </p:nvPr>
        </p:nvSpPr>
        <p:spPr/>
        <p:txBody>
          <a:bodyPr/>
          <a:lstStyle/>
          <a:p>
            <a:fld id="{576FF3D1-0F45-2240-9B47-75654C02E24A}" type="slidenum">
              <a:t>14</a:t>
            </a:fld>
            <a:endParaRPr lang="en-VN"/>
          </a:p>
        </p:txBody>
      </p:sp>
    </p:spTree>
    <p:extLst>
      <p:ext uri="{BB962C8B-B14F-4D97-AF65-F5344CB8AC3E}">
        <p14:creationId xmlns:p14="http://schemas.microsoft.com/office/powerpoint/2010/main" val="31407278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FB1E7-670C-8D29-DB28-914BEBEFEC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ED38B0-47AD-F25F-46A5-89AF4CC8CF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0E9A87-AE25-B856-92C2-12B7E6D89B5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056F7D0-9E04-5F09-D522-DF5159336A53}"/>
              </a:ext>
            </a:extLst>
          </p:cNvPr>
          <p:cNvSpPr>
            <a:spLocks noGrp="1"/>
          </p:cNvSpPr>
          <p:nvPr>
            <p:ph type="sldNum" sz="quarter" idx="5"/>
          </p:nvPr>
        </p:nvSpPr>
        <p:spPr/>
        <p:txBody>
          <a:bodyPr/>
          <a:lstStyle/>
          <a:p>
            <a:fld id="{576FF3D1-0F45-2240-9B47-75654C02E24A}" type="slidenum">
              <a:t>15</a:t>
            </a:fld>
            <a:endParaRPr lang="en-VN"/>
          </a:p>
        </p:txBody>
      </p:sp>
    </p:spTree>
    <p:extLst>
      <p:ext uri="{BB962C8B-B14F-4D97-AF65-F5344CB8AC3E}">
        <p14:creationId xmlns:p14="http://schemas.microsoft.com/office/powerpoint/2010/main" val="16135992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D29E9-6898-4154-2CDA-CBA2B89C9B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4E855B-F38F-8F23-58B5-B6C09C857A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FCE453-51C0-3766-BC80-56B883C99D2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7437E2A-F2E5-F920-CC22-9E751E4AD9DB}"/>
              </a:ext>
            </a:extLst>
          </p:cNvPr>
          <p:cNvSpPr>
            <a:spLocks noGrp="1"/>
          </p:cNvSpPr>
          <p:nvPr>
            <p:ph type="sldNum" sz="quarter" idx="5"/>
          </p:nvPr>
        </p:nvSpPr>
        <p:spPr/>
        <p:txBody>
          <a:bodyPr/>
          <a:lstStyle/>
          <a:p>
            <a:fld id="{576FF3D1-0F45-2240-9B47-75654C02E24A}" type="slidenum">
              <a:t>16</a:t>
            </a:fld>
            <a:endParaRPr lang="en-VN"/>
          </a:p>
        </p:txBody>
      </p:sp>
    </p:spTree>
    <p:extLst>
      <p:ext uri="{BB962C8B-B14F-4D97-AF65-F5344CB8AC3E}">
        <p14:creationId xmlns:p14="http://schemas.microsoft.com/office/powerpoint/2010/main" val="10825655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589E3D-98D7-93C0-ECBA-3CCE7CF695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DAEC4-8824-DF52-653A-A2BECD234D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4B5BAC-6FF7-A321-B89B-080F72B02D5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E1B78D4-A995-3162-6D20-7A77E36A6359}"/>
              </a:ext>
            </a:extLst>
          </p:cNvPr>
          <p:cNvSpPr>
            <a:spLocks noGrp="1"/>
          </p:cNvSpPr>
          <p:nvPr>
            <p:ph type="sldNum" sz="quarter" idx="5"/>
          </p:nvPr>
        </p:nvSpPr>
        <p:spPr/>
        <p:txBody>
          <a:bodyPr/>
          <a:lstStyle/>
          <a:p>
            <a:fld id="{576FF3D1-0F45-2240-9B47-75654C02E24A}" type="slidenum">
              <a:t>17</a:t>
            </a:fld>
            <a:endParaRPr lang="en-VN"/>
          </a:p>
        </p:txBody>
      </p:sp>
    </p:spTree>
    <p:extLst>
      <p:ext uri="{BB962C8B-B14F-4D97-AF65-F5344CB8AC3E}">
        <p14:creationId xmlns:p14="http://schemas.microsoft.com/office/powerpoint/2010/main" val="9760690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9EB48-6379-9A34-964B-0B5DD6028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CF3DA0-E442-F1E6-A933-BB62D08F89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780B4F-79A8-AC8B-EE36-847671B9719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620155E6-5234-7703-69F2-FD6B3D5E18DC}"/>
              </a:ext>
            </a:extLst>
          </p:cNvPr>
          <p:cNvSpPr>
            <a:spLocks noGrp="1"/>
          </p:cNvSpPr>
          <p:nvPr>
            <p:ph type="sldNum" sz="quarter" idx="5"/>
          </p:nvPr>
        </p:nvSpPr>
        <p:spPr/>
        <p:txBody>
          <a:bodyPr/>
          <a:lstStyle/>
          <a:p>
            <a:fld id="{576FF3D1-0F45-2240-9B47-75654C02E24A}" type="slidenum">
              <a:t>18</a:t>
            </a:fld>
            <a:endParaRPr lang="en-VN"/>
          </a:p>
        </p:txBody>
      </p:sp>
    </p:spTree>
    <p:extLst>
      <p:ext uri="{BB962C8B-B14F-4D97-AF65-F5344CB8AC3E}">
        <p14:creationId xmlns:p14="http://schemas.microsoft.com/office/powerpoint/2010/main" val="23569705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44AF1-7EE0-D5D9-962D-FF0E09A5D2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7B9D68-98D8-B1ED-B14B-1E453DF541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6BBA77-88BF-7294-2394-D9FF156CA87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C85AAD52-C34E-03FF-DAE8-39A90EF7D457}"/>
              </a:ext>
            </a:extLst>
          </p:cNvPr>
          <p:cNvSpPr>
            <a:spLocks noGrp="1"/>
          </p:cNvSpPr>
          <p:nvPr>
            <p:ph type="sldNum" sz="quarter" idx="5"/>
          </p:nvPr>
        </p:nvSpPr>
        <p:spPr/>
        <p:txBody>
          <a:bodyPr/>
          <a:lstStyle/>
          <a:p>
            <a:fld id="{576FF3D1-0F45-2240-9B47-75654C02E24A}" type="slidenum">
              <a:t>19</a:t>
            </a:fld>
            <a:endParaRPr lang="en-VN"/>
          </a:p>
        </p:txBody>
      </p:sp>
    </p:spTree>
    <p:extLst>
      <p:ext uri="{BB962C8B-B14F-4D97-AF65-F5344CB8AC3E}">
        <p14:creationId xmlns:p14="http://schemas.microsoft.com/office/powerpoint/2010/main" val="38100822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B2A6B-1815-214D-1C21-5701E4FF8C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1ABF54-FEFD-3224-E886-D3A3E920A7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971761-6209-5862-E5DA-51FB2F24D53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52E2A0E-C3B3-AD52-E22C-E9F2B6F4F92A}"/>
              </a:ext>
            </a:extLst>
          </p:cNvPr>
          <p:cNvSpPr>
            <a:spLocks noGrp="1"/>
          </p:cNvSpPr>
          <p:nvPr>
            <p:ph type="sldNum" sz="quarter" idx="5"/>
          </p:nvPr>
        </p:nvSpPr>
        <p:spPr/>
        <p:txBody>
          <a:bodyPr/>
          <a:lstStyle/>
          <a:p>
            <a:fld id="{576FF3D1-0F45-2240-9B47-75654C02E24A}" type="slidenum">
              <a:t>20</a:t>
            </a:fld>
            <a:endParaRPr lang="en-VN"/>
          </a:p>
        </p:txBody>
      </p:sp>
    </p:spTree>
    <p:extLst>
      <p:ext uri="{BB962C8B-B14F-4D97-AF65-F5344CB8AC3E}">
        <p14:creationId xmlns:p14="http://schemas.microsoft.com/office/powerpoint/2010/main" val="25383017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3A2A2D-7997-DB36-2260-85E6FBDD51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F6EB59-AEED-14DA-0CDF-CC38519DC6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A4216-7EA5-1542-48BF-B83565E2270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DACFC8E-F4B0-9F9C-D120-43B81D2A59D9}"/>
              </a:ext>
            </a:extLst>
          </p:cNvPr>
          <p:cNvSpPr>
            <a:spLocks noGrp="1"/>
          </p:cNvSpPr>
          <p:nvPr>
            <p:ph type="sldNum" sz="quarter" idx="5"/>
          </p:nvPr>
        </p:nvSpPr>
        <p:spPr/>
        <p:txBody>
          <a:bodyPr/>
          <a:lstStyle/>
          <a:p>
            <a:fld id="{576FF3D1-0F45-2240-9B47-75654C02E24A}" type="slidenum">
              <a:t>21</a:t>
            </a:fld>
            <a:endParaRPr lang="en-VN"/>
          </a:p>
        </p:txBody>
      </p:sp>
    </p:spTree>
    <p:extLst>
      <p:ext uri="{BB962C8B-B14F-4D97-AF65-F5344CB8AC3E}">
        <p14:creationId xmlns:p14="http://schemas.microsoft.com/office/powerpoint/2010/main" val="2342691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5BDA4-B6FB-1DDC-EBC3-D4841559DB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E79C5B-5348-4FA1-FE53-C229266304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A2B60A-E9AC-882F-DA73-0F7E6583EDB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01A88CB-78BF-974F-BEDF-4596E2615B1F}"/>
              </a:ext>
            </a:extLst>
          </p:cNvPr>
          <p:cNvSpPr>
            <a:spLocks noGrp="1"/>
          </p:cNvSpPr>
          <p:nvPr>
            <p:ph type="sldNum" sz="quarter" idx="5"/>
          </p:nvPr>
        </p:nvSpPr>
        <p:spPr/>
        <p:txBody>
          <a:bodyPr/>
          <a:lstStyle/>
          <a:p>
            <a:fld id="{576FF3D1-0F45-2240-9B47-75654C02E24A}" type="slidenum">
              <a:t>22</a:t>
            </a:fld>
            <a:endParaRPr lang="en-VN"/>
          </a:p>
        </p:txBody>
      </p:sp>
    </p:spTree>
    <p:extLst>
      <p:ext uri="{BB962C8B-B14F-4D97-AF65-F5344CB8AC3E}">
        <p14:creationId xmlns:p14="http://schemas.microsoft.com/office/powerpoint/2010/main" val="22471311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AC5AC-E5BD-4E7E-1CDD-EBDC8B0745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5D45C8-1CBF-FCB0-6A8E-BB18524A8C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514480-D8B5-1CB3-6C31-C8E4C488114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D6E08B5-C9CB-7A3C-AED9-FA58C1A1A421}"/>
              </a:ext>
            </a:extLst>
          </p:cNvPr>
          <p:cNvSpPr>
            <a:spLocks noGrp="1"/>
          </p:cNvSpPr>
          <p:nvPr>
            <p:ph type="sldNum" sz="quarter" idx="5"/>
          </p:nvPr>
        </p:nvSpPr>
        <p:spPr/>
        <p:txBody>
          <a:bodyPr/>
          <a:lstStyle/>
          <a:p>
            <a:fld id="{576FF3D1-0F45-2240-9B47-75654C02E24A}" type="slidenum">
              <a:t>23</a:t>
            </a:fld>
            <a:endParaRPr lang="en-VN"/>
          </a:p>
        </p:txBody>
      </p:sp>
    </p:spTree>
    <p:extLst>
      <p:ext uri="{BB962C8B-B14F-4D97-AF65-F5344CB8AC3E}">
        <p14:creationId xmlns:p14="http://schemas.microsoft.com/office/powerpoint/2010/main" val="14312827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0ADD5-4838-DF9C-AF5C-A4C7091BE9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2E0AD7-9AE5-1BC0-CAA6-6C0FC404B8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51978-AB69-155C-C838-57AE82D0C79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8118BB9D-7EEE-7085-8A09-088061EA3C5F}"/>
              </a:ext>
            </a:extLst>
          </p:cNvPr>
          <p:cNvSpPr>
            <a:spLocks noGrp="1"/>
          </p:cNvSpPr>
          <p:nvPr>
            <p:ph type="sldNum" sz="quarter" idx="5"/>
          </p:nvPr>
        </p:nvSpPr>
        <p:spPr/>
        <p:txBody>
          <a:bodyPr/>
          <a:lstStyle/>
          <a:p>
            <a:fld id="{576FF3D1-0F45-2240-9B47-75654C02E24A}" type="slidenum">
              <a:t>24</a:t>
            </a:fld>
            <a:endParaRPr lang="en-VN"/>
          </a:p>
        </p:txBody>
      </p:sp>
    </p:spTree>
    <p:extLst>
      <p:ext uri="{BB962C8B-B14F-4D97-AF65-F5344CB8AC3E}">
        <p14:creationId xmlns:p14="http://schemas.microsoft.com/office/powerpoint/2010/main" val="17395905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5A5F2-176E-0335-49B1-7A93F59DB5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FA4821-54E7-7FC6-80E4-BCB239529F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A1ADEF-DEE7-22C6-661F-DAD5A74AD6F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B5C8A40-6CCA-92BE-5C9E-0DDDAD99FF9E}"/>
              </a:ext>
            </a:extLst>
          </p:cNvPr>
          <p:cNvSpPr>
            <a:spLocks noGrp="1"/>
          </p:cNvSpPr>
          <p:nvPr>
            <p:ph type="sldNum" sz="quarter" idx="5"/>
          </p:nvPr>
        </p:nvSpPr>
        <p:spPr/>
        <p:txBody>
          <a:bodyPr/>
          <a:lstStyle/>
          <a:p>
            <a:fld id="{576FF3D1-0F45-2240-9B47-75654C02E24A}" type="slidenum">
              <a:t>25</a:t>
            </a:fld>
            <a:endParaRPr lang="en-VN"/>
          </a:p>
        </p:txBody>
      </p:sp>
    </p:spTree>
    <p:extLst>
      <p:ext uri="{BB962C8B-B14F-4D97-AF65-F5344CB8AC3E}">
        <p14:creationId xmlns:p14="http://schemas.microsoft.com/office/powerpoint/2010/main" val="41662008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4ED11-F8EB-3638-7A40-F1B990B01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A54E0A-19A4-B7D0-D8F1-7FC92B09A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A69F0F-E754-0A06-21AC-812C9903B6D1}"/>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D225915-DD8D-2CC5-C827-25D2ADE4F71F}"/>
              </a:ext>
            </a:extLst>
          </p:cNvPr>
          <p:cNvSpPr>
            <a:spLocks noGrp="1"/>
          </p:cNvSpPr>
          <p:nvPr>
            <p:ph type="sldNum" sz="quarter" idx="5"/>
          </p:nvPr>
        </p:nvSpPr>
        <p:spPr/>
        <p:txBody>
          <a:bodyPr/>
          <a:lstStyle/>
          <a:p>
            <a:fld id="{576FF3D1-0F45-2240-9B47-75654C02E24A}" type="slidenum">
              <a:t>26</a:t>
            </a:fld>
            <a:endParaRPr lang="en-VN"/>
          </a:p>
        </p:txBody>
      </p:sp>
    </p:spTree>
    <p:extLst>
      <p:ext uri="{BB962C8B-B14F-4D97-AF65-F5344CB8AC3E}">
        <p14:creationId xmlns:p14="http://schemas.microsoft.com/office/powerpoint/2010/main" val="56634657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8BE71-2198-3BF9-2EBB-158FF61D7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711114-3D28-120B-7BC6-CEAB8C85FC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B8A98C-4C73-85B1-39FC-00D47B8891E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7F9FE48-B907-5230-41AB-A2708506E34D}"/>
              </a:ext>
            </a:extLst>
          </p:cNvPr>
          <p:cNvSpPr>
            <a:spLocks noGrp="1"/>
          </p:cNvSpPr>
          <p:nvPr>
            <p:ph type="sldNum" sz="quarter" idx="5"/>
          </p:nvPr>
        </p:nvSpPr>
        <p:spPr/>
        <p:txBody>
          <a:bodyPr/>
          <a:lstStyle/>
          <a:p>
            <a:fld id="{576FF3D1-0F45-2240-9B47-75654C02E24A}" type="slidenum">
              <a:t>27</a:t>
            </a:fld>
            <a:endParaRPr lang="en-VN"/>
          </a:p>
        </p:txBody>
      </p:sp>
    </p:spTree>
    <p:extLst>
      <p:ext uri="{BB962C8B-B14F-4D97-AF65-F5344CB8AC3E}">
        <p14:creationId xmlns:p14="http://schemas.microsoft.com/office/powerpoint/2010/main" val="15176752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249E1-0E79-E426-382D-1B1213C504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2742DB0-874D-573A-FAF5-E1E1B504C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497BD1B-AB8B-B662-20BA-8EFCDD6613B2}"/>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5" name="Footer Placeholder 4">
            <a:extLst>
              <a:ext uri="{FF2B5EF4-FFF2-40B4-BE49-F238E27FC236}">
                <a16:creationId xmlns:a16="http://schemas.microsoft.com/office/drawing/2014/main" id="{162332DA-B328-C938-C5CC-150A884B99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092F4-C033-8786-943E-2AE1C3273771}"/>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008993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57693-B66D-3FF6-66FB-B2B66B9B59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D8C97-B2D4-9D9C-F7A8-115F22C5AB6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BC4265-6111-645E-966E-B831FDA6AFE9}"/>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5" name="Footer Placeholder 4">
            <a:extLst>
              <a:ext uri="{FF2B5EF4-FFF2-40B4-BE49-F238E27FC236}">
                <a16:creationId xmlns:a16="http://schemas.microsoft.com/office/drawing/2014/main" id="{F7DE0A0A-A8A5-760E-E5D5-68A445A849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0C847C-376C-028A-DCDA-F438CA4C2E0A}"/>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12194842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51A4A-1448-BFB4-783B-B383569CF65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A4B3B29-C6AF-4859-0D81-048A8D8E7FD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48660D-702B-4436-92F0-7E362647F91F}"/>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5" name="Footer Placeholder 4">
            <a:extLst>
              <a:ext uri="{FF2B5EF4-FFF2-40B4-BE49-F238E27FC236}">
                <a16:creationId xmlns:a16="http://schemas.microsoft.com/office/drawing/2014/main" id="{F121AB1F-50DC-799D-662D-6ABE6F9CF6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3C0759-C06B-BD43-A867-64E4943CB97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688523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9B286-E109-DF56-3354-9EBB9B5AD3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FBA1BC-FD2E-EC48-7F3D-EAE382EF64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981FB9B-4CC0-59F3-79CE-50BDB1CF57A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2B6D12A-6B6F-D96F-E37E-60E80B018217}"/>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6" name="Footer Placeholder 5">
            <a:extLst>
              <a:ext uri="{FF2B5EF4-FFF2-40B4-BE49-F238E27FC236}">
                <a16:creationId xmlns:a16="http://schemas.microsoft.com/office/drawing/2014/main" id="{6EAB1D1D-9984-1BE0-A9AE-482E21A1F4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A9D570-A79C-057C-6355-694323D92B8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122252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92E31-2F30-2FBC-B963-E9A07AEB336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ECD35A-8B39-BC77-3C19-54035D8903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408F13-7339-18A8-8571-F9F2D867715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A57706-1749-9278-F728-58B990AE4E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34423B-8211-534A-22EC-BE8E0E770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759B804-1DE5-9C35-6F81-3A293D1A90F7}"/>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8" name="Footer Placeholder 7">
            <a:extLst>
              <a:ext uri="{FF2B5EF4-FFF2-40B4-BE49-F238E27FC236}">
                <a16:creationId xmlns:a16="http://schemas.microsoft.com/office/drawing/2014/main" id="{171D4FF6-84CE-0494-D968-CE07AA6D33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8568B0D-5839-7A38-CE68-9BEFDA69F38E}"/>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37057686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6FDC7-1509-15E3-FC6B-805EA76BD5F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E55E65-38EA-9E43-0C6D-EB82CBCB3444}"/>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4" name="Footer Placeholder 3">
            <a:extLst>
              <a:ext uri="{FF2B5EF4-FFF2-40B4-BE49-F238E27FC236}">
                <a16:creationId xmlns:a16="http://schemas.microsoft.com/office/drawing/2014/main" id="{01EC6B55-0201-1312-335A-069E8331FA8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0DA86EF-5BE7-951E-E1F1-DB496365FBE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291921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377714-1AE4-D06D-041E-70C6F3BE0678}"/>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3" name="Footer Placeholder 2">
            <a:extLst>
              <a:ext uri="{FF2B5EF4-FFF2-40B4-BE49-F238E27FC236}">
                <a16:creationId xmlns:a16="http://schemas.microsoft.com/office/drawing/2014/main" id="{964B493B-9D46-0485-1C7C-EC89D1B99D0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C5D092-CD68-93A5-D410-D8D9F0F32E3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844889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A8FCC-59F7-002F-887A-3AE9E3CA33B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25E3BF3-66ED-D5F7-4D10-42A1711BC2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F1EEA8-D320-6867-9BA6-758966E3F6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E5F5B38-62A1-CE82-8A74-5434C0A4131B}"/>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6" name="Footer Placeholder 5">
            <a:extLst>
              <a:ext uri="{FF2B5EF4-FFF2-40B4-BE49-F238E27FC236}">
                <a16:creationId xmlns:a16="http://schemas.microsoft.com/office/drawing/2014/main" id="{B65B5D93-06AF-21CA-460C-74E6E8B24F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55CCB2-2362-5C44-3188-75821D5703E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247508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FF888-87D6-FE2D-6CB5-C363685D34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4AE296-04DC-6316-72BF-93486EDBC0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5E4AC3-BDF1-C463-09B8-B7AACAA77E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38EDC2-B5DC-02FD-C84A-A77A922DA504}"/>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6" name="Footer Placeholder 5">
            <a:extLst>
              <a:ext uri="{FF2B5EF4-FFF2-40B4-BE49-F238E27FC236}">
                <a16:creationId xmlns:a16="http://schemas.microsoft.com/office/drawing/2014/main" id="{3193FCE8-2ECF-C3F9-9FBA-7159C1FE7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2C1A29-C80D-1CF9-8B56-52DE889EC456}"/>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771298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4605A-C9D9-3FEE-4AD7-93E29ECE6F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640FCE-C444-FED9-4D9B-911BEFE9A1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DA9C4A-29FB-8709-12DA-C4B70DE854EC}"/>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5" name="Footer Placeholder 4">
            <a:extLst>
              <a:ext uri="{FF2B5EF4-FFF2-40B4-BE49-F238E27FC236}">
                <a16:creationId xmlns:a16="http://schemas.microsoft.com/office/drawing/2014/main" id="{FDDD6E77-31D8-44C9-8C00-C85B1FBD58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B131BB-31B3-265D-7085-74DC5991AAE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775320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07958B-44E0-1781-BCCB-A1EADD44A0D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CEE1AC-BA82-4227-EF6E-CD4C945281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04FCB6-CEB8-F8B1-0ACF-D57EE7B35017}"/>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5" name="Footer Placeholder 4">
            <a:extLst>
              <a:ext uri="{FF2B5EF4-FFF2-40B4-BE49-F238E27FC236}">
                <a16:creationId xmlns:a16="http://schemas.microsoft.com/office/drawing/2014/main" id="{EC264267-9C54-4B02-8EEA-5CA8914115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2CB251-E39D-B765-D0D9-DD43E8D38D4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986943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C09D87-B60C-2F4C-DA19-BB04307F55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B374F2-0FF1-114D-5529-1A4E236651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6FAB11-252C-AF3A-1868-D64F46A939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AA8DE05-51EE-4692-B197-877FA1DAAAED}" type="datetimeFigureOut">
              <a:rPr lang="en-US" smtClean="0"/>
              <a:t>12/18/25</a:t>
            </a:fld>
            <a:endParaRPr lang="en-US"/>
          </a:p>
        </p:txBody>
      </p:sp>
      <p:sp>
        <p:nvSpPr>
          <p:cNvPr id="5" name="Footer Placeholder 4">
            <a:extLst>
              <a:ext uri="{FF2B5EF4-FFF2-40B4-BE49-F238E27FC236}">
                <a16:creationId xmlns:a16="http://schemas.microsoft.com/office/drawing/2014/main" id="{E54987AE-9E20-DF1B-0ECB-89583BCE6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BB754B6-F244-E0B6-9D65-0E3B11C5457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572391D-08EA-4D13-AA34-90E6B0650B1C}" type="slidenum">
              <a:rPr lang="en-US" smtClean="0"/>
              <a:t>‹#›</a:t>
            </a:fld>
            <a:endParaRPr lang="en-US"/>
          </a:p>
        </p:txBody>
      </p:sp>
    </p:spTree>
    <p:extLst>
      <p:ext uri="{BB962C8B-B14F-4D97-AF65-F5344CB8AC3E}">
        <p14:creationId xmlns:p14="http://schemas.microsoft.com/office/powerpoint/2010/main" val="7048041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32DBD-CB83-55BD-128C-2C66E47798F8}"/>
              </a:ext>
            </a:extLst>
          </p:cNvPr>
          <p:cNvSpPr>
            <a:spLocks noGrp="1"/>
          </p:cNvSpPr>
          <p:nvPr>
            <p:ph type="ctrTitle"/>
          </p:nvPr>
        </p:nvSpPr>
        <p:spPr/>
        <p:txBody>
          <a:bodyPr/>
          <a:lstStyle/>
          <a:p>
            <a:r>
              <a:rPr lang="en-US"/>
              <a:t>Java SE 17 – Presentation</a:t>
            </a:r>
          </a:p>
        </p:txBody>
      </p:sp>
      <p:sp>
        <p:nvSpPr>
          <p:cNvPr id="3" name="Subtitle 2">
            <a:extLst>
              <a:ext uri="{FF2B5EF4-FFF2-40B4-BE49-F238E27FC236}">
                <a16:creationId xmlns:a16="http://schemas.microsoft.com/office/drawing/2014/main" id="{96DD8BC4-D539-661E-8A88-53AF6C208F93}"/>
              </a:ext>
            </a:extLst>
          </p:cNvPr>
          <p:cNvSpPr>
            <a:spLocks noGrp="1"/>
          </p:cNvSpPr>
          <p:nvPr>
            <p:ph type="subTitle" idx="1"/>
          </p:nvPr>
        </p:nvSpPr>
        <p:spPr/>
        <p:txBody>
          <a:bodyPr/>
          <a:lstStyle/>
          <a:p>
            <a:r>
              <a:rPr lang="en-US"/>
              <a:t>Chapter 11 – Exceptions and Localizations</a:t>
            </a:r>
          </a:p>
        </p:txBody>
      </p:sp>
    </p:spTree>
    <p:extLst>
      <p:ext uri="{BB962C8B-B14F-4D97-AF65-F5344CB8AC3E}">
        <p14:creationId xmlns:p14="http://schemas.microsoft.com/office/powerpoint/2010/main" val="24373231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DAB38-D48E-0EE4-3D3B-5EA15FFD2C4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F044ECB-DB4F-474E-E686-B7BB6006BEE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2D7D3C87-23C8-5412-EC56-7DDC7DDE941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Understanding Exceptions</a:t>
            </a:r>
          </a:p>
          <a:p>
            <a:pPr algn="l"/>
            <a:r>
              <a:rPr lang="en-US" sz="1800">
                <a:sym typeface="Wingdings" pitchFamily="2" charset="2"/>
              </a:rPr>
              <a:t>- A program can ... for any ...</a:t>
            </a:r>
          </a:p>
          <a:p>
            <a:pPr algn="l"/>
            <a:r>
              <a:rPr lang="en-US" sz="1800">
                <a:sym typeface="Wingdings" pitchFamily="2" charset="2"/>
              </a:rPr>
              <a:t>+) ... lost ...</a:t>
            </a:r>
          </a:p>
          <a:p>
            <a:pPr algn="l"/>
            <a:r>
              <a:rPr lang="en-US" sz="1800">
                <a:sym typeface="Wingdings" pitchFamily="2" charset="2"/>
              </a:rPr>
              <a:t>+) ... index ...</a:t>
            </a:r>
          </a:p>
          <a:p>
            <a:pPr algn="l"/>
            <a:r>
              <a:rPr lang="en-US" sz="1800">
                <a:sym typeface="Wingdings" pitchFamily="2" charset="2"/>
              </a:rPr>
              <a:t>+) ... divide ...</a:t>
            </a:r>
          </a:p>
          <a:p>
            <a:pPr algn="l"/>
            <a:r>
              <a:rPr lang="en-US" sz="1800">
                <a:sym typeface="Wingdings" pitchFamily="2" charset="2"/>
              </a:rPr>
              <a:t>– These are outside ...</a:t>
            </a:r>
          </a:p>
          <a:p>
            <a:pPr algn="l"/>
            <a:r>
              <a:rPr lang="en-US" sz="1800">
                <a:sym typeface="Wingdings" pitchFamily="2" charset="2"/>
              </a:rPr>
              <a:t>– How can we solve these ? ...</a:t>
            </a:r>
          </a:p>
          <a:p>
            <a:pPr algn="l"/>
            <a:r>
              <a:rPr lang="en-US" sz="1800" b="1">
                <a:sym typeface="Wingdings" pitchFamily="2" charset="2"/>
              </a:rPr>
              <a:t>The role of Exception</a:t>
            </a:r>
          </a:p>
          <a:p>
            <a:pPr algn="l"/>
            <a:r>
              <a:rPr lang="en-US" sz="1800">
                <a:sym typeface="Wingdings" pitchFamily="2" charset="2"/>
              </a:rPr>
              <a:t>- Exception in Java means ... "... done ..."</a:t>
            </a:r>
          </a:p>
          <a:p>
            <a:pPr algn="l"/>
            <a:r>
              <a:rPr lang="en-US" sz="1800" b="1">
                <a:sym typeface="Wingdings" pitchFamily="2" charset="2"/>
              </a:rPr>
              <a:t>Return code VS Exceptions</a:t>
            </a:r>
          </a:p>
          <a:p>
            <a:pPr algn="l"/>
            <a:r>
              <a:rPr lang="en-US" sz="1800">
                <a:sym typeface="Wingdings" pitchFamily="2" charset="2"/>
              </a:rPr>
              <a:t>(code illustration snippet 1)</a:t>
            </a:r>
          </a:p>
          <a:p>
            <a:pPr algn="l"/>
            <a:r>
              <a:rPr lang="en-US" sz="1800">
                <a:sym typeface="Wingdings" pitchFamily="2" charset="2"/>
              </a:rPr>
              <a:t>- Most of the ... algo uses ... indicating ... If our code has ... then we should ... instead of ... values... Java also has an entire ... for this...</a:t>
            </a:r>
          </a:p>
        </p:txBody>
      </p:sp>
    </p:spTree>
    <p:extLst>
      <p:ext uri="{BB962C8B-B14F-4D97-AF65-F5344CB8AC3E}">
        <p14:creationId xmlns:p14="http://schemas.microsoft.com/office/powerpoint/2010/main" val="270913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B4FBC-EE36-98B8-C4EF-B9431A25F7F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5B8A797-97D0-8FE2-EBD4-87616CF73281}"/>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1E64A517-C19E-ED40-3D23-BFB9E6DEBBA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Understanding Exception types</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964C7598-4DA2-D214-3323-6B7CE0BDEBE4}"/>
              </a:ext>
            </a:extLst>
          </p:cNvPr>
          <p:cNvPicPr>
            <a:picLocks noChangeAspect="1"/>
          </p:cNvPicPr>
          <p:nvPr/>
        </p:nvPicPr>
        <p:blipFill>
          <a:blip r:embed="rId3"/>
          <a:stretch>
            <a:fillRect/>
          </a:stretch>
        </p:blipFill>
        <p:spPr>
          <a:xfrm>
            <a:off x="3079750" y="1376362"/>
            <a:ext cx="6032500" cy="4660900"/>
          </a:xfrm>
          <a:prstGeom prst="rect">
            <a:avLst/>
          </a:prstGeom>
        </p:spPr>
      </p:pic>
      <p:sp>
        <p:nvSpPr>
          <p:cNvPr id="5" name="Rectangle 4">
            <a:extLst>
              <a:ext uri="{FF2B5EF4-FFF2-40B4-BE49-F238E27FC236}">
                <a16:creationId xmlns:a16="http://schemas.microsoft.com/office/drawing/2014/main" id="{4CF53C75-EA13-8037-EFE1-D502B30EC4FD}"/>
              </a:ext>
            </a:extLst>
          </p:cNvPr>
          <p:cNvSpPr/>
          <p:nvPr/>
        </p:nvSpPr>
        <p:spPr>
          <a:xfrm>
            <a:off x="5174166" y="1784195"/>
            <a:ext cx="1940312" cy="7248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6" name="Rectangle 5">
            <a:extLst>
              <a:ext uri="{FF2B5EF4-FFF2-40B4-BE49-F238E27FC236}">
                <a16:creationId xmlns:a16="http://schemas.microsoft.com/office/drawing/2014/main" id="{26CA28C9-6386-BD0B-418A-5314F239F52F}"/>
              </a:ext>
            </a:extLst>
          </p:cNvPr>
          <p:cNvSpPr/>
          <p:nvPr/>
        </p:nvSpPr>
        <p:spPr>
          <a:xfrm>
            <a:off x="3746810" y="3429000"/>
            <a:ext cx="1728439" cy="4962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7" name="Rectangle 6">
            <a:extLst>
              <a:ext uri="{FF2B5EF4-FFF2-40B4-BE49-F238E27FC236}">
                <a16:creationId xmlns:a16="http://schemas.microsoft.com/office/drawing/2014/main" id="{A522C377-A9DB-E5AC-E4C8-F76E4D1BB930}"/>
              </a:ext>
            </a:extLst>
          </p:cNvPr>
          <p:cNvSpPr/>
          <p:nvPr/>
        </p:nvSpPr>
        <p:spPr>
          <a:xfrm>
            <a:off x="3423424" y="4895385"/>
            <a:ext cx="2340560" cy="37914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8" name="Rectangle 7">
            <a:extLst>
              <a:ext uri="{FF2B5EF4-FFF2-40B4-BE49-F238E27FC236}">
                <a16:creationId xmlns:a16="http://schemas.microsoft.com/office/drawing/2014/main" id="{EF568A58-1DC6-CF3E-8887-E057DBBC5268}"/>
              </a:ext>
            </a:extLst>
          </p:cNvPr>
          <p:cNvSpPr/>
          <p:nvPr/>
        </p:nvSpPr>
        <p:spPr>
          <a:xfrm>
            <a:off x="6869151" y="3429000"/>
            <a:ext cx="1494264" cy="4962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624250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004C9-E1D1-F4BA-D408-0EFBE958B67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A65916E-A64B-D902-512A-50AA0AAA569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1DFBE54F-F9F9-17D0-A311-72D6D465F4E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 correct meaning of different exceptions:</a:t>
            </a:r>
          </a:p>
          <a:p>
            <a:pPr algn="l"/>
            <a:r>
              <a:rPr lang="en-US" sz="1800">
                <a:sym typeface="Wingdings" pitchFamily="2" charset="2"/>
              </a:rPr>
              <a:t>+) ...</a:t>
            </a:r>
          </a:p>
          <a:p>
            <a:pPr algn="l"/>
            <a:r>
              <a:rPr lang="en-US" sz="1800">
                <a:sym typeface="Wingdings" pitchFamily="2" charset="2"/>
              </a:rPr>
              <a:t>+) ...</a:t>
            </a:r>
          </a:p>
          <a:p>
            <a:pPr algn="l"/>
            <a:r>
              <a:rPr lang="en-US" sz="1800">
                <a:sym typeface="Wingdings" pitchFamily="2" charset="2"/>
              </a:rPr>
              <a:t>+) ...</a:t>
            </a:r>
          </a:p>
          <a:p>
            <a:pPr algn="l"/>
            <a:r>
              <a:rPr lang="en-US" sz="1800" b="1">
                <a:sym typeface="Wingdings" pitchFamily="2" charset="2"/>
              </a:rPr>
              <a:t>Checked Exception</a:t>
            </a:r>
          </a:p>
          <a:p>
            <a:pPr algn="l"/>
            <a:r>
              <a:rPr lang="en-US" sz="1800">
                <a:sym typeface="Wingdings" pitchFamily="2" charset="2"/>
              </a:rPr>
              <a:t>- In Java, Checked Exception is ...</a:t>
            </a:r>
          </a:p>
          <a:p>
            <a:pPr algn="l"/>
            <a:r>
              <a:rPr lang="en-US" sz="1800">
                <a:sym typeface="Wingdings" pitchFamily="2" charset="2"/>
              </a:rPr>
              <a:t>(code illustration 2,3)</a:t>
            </a:r>
          </a:p>
          <a:p>
            <a:pPr algn="l"/>
            <a:r>
              <a:rPr lang="en-US" sz="1800" b="1">
                <a:sym typeface="Wingdings" pitchFamily="2" charset="2"/>
              </a:rPr>
              <a:t>Unchecked Exception</a:t>
            </a:r>
            <a:endParaRPr lang="en-US" sz="1800">
              <a:sym typeface="Wingdings" pitchFamily="2" charset="2"/>
            </a:endParaRPr>
          </a:p>
          <a:p>
            <a:pPr algn="l"/>
            <a:r>
              <a:rPr lang="en-US" sz="1800">
                <a:sym typeface="Wingdings" pitchFamily="2" charset="2"/>
              </a:rPr>
              <a:t>- In Java, Unchecked Exception is ...</a:t>
            </a:r>
          </a:p>
          <a:p>
            <a:pPr algn="l"/>
            <a:r>
              <a:rPr lang="en-US" sz="1800">
                <a:sym typeface="Wingdings" pitchFamily="2" charset="2"/>
              </a:rPr>
              <a:t>(code illustration snippet 4)</a:t>
            </a:r>
          </a:p>
          <a:p>
            <a:pPr algn="l"/>
            <a:r>
              <a:rPr lang="en-US" sz="1800" b="1">
                <a:sym typeface="Wingdings" pitchFamily="2" charset="2"/>
              </a:rPr>
              <a:t>Error and Throwable</a:t>
            </a:r>
          </a:p>
          <a:p>
            <a:pPr algn="l"/>
            <a:r>
              <a:rPr lang="en-US" sz="1800">
                <a:sym typeface="Wingdings" pitchFamily="2" charset="2"/>
              </a:rPr>
              <a:t>- This is ...</a:t>
            </a:r>
          </a:p>
        </p:txBody>
      </p:sp>
    </p:spTree>
    <p:extLst>
      <p:ext uri="{BB962C8B-B14F-4D97-AF65-F5344CB8AC3E}">
        <p14:creationId xmlns:p14="http://schemas.microsoft.com/office/powerpoint/2010/main" val="3041807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225A8-9411-380F-B64F-B7381AE4B60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9570BFC-C751-4268-00C0-18633D3B64B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0E1AB775-ECB6-BCB0-7A64-87A3BE04135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5A332342-E750-5064-01E6-E4DE706AD68B}"/>
              </a:ext>
            </a:extLst>
          </p:cNvPr>
          <p:cNvPicPr>
            <a:picLocks noChangeAspect="1"/>
          </p:cNvPicPr>
          <p:nvPr/>
        </p:nvPicPr>
        <p:blipFill>
          <a:blip r:embed="rId3"/>
          <a:stretch>
            <a:fillRect/>
          </a:stretch>
        </p:blipFill>
        <p:spPr>
          <a:xfrm>
            <a:off x="1234932" y="1756561"/>
            <a:ext cx="9722136" cy="3344877"/>
          </a:xfrm>
          <a:prstGeom prst="rect">
            <a:avLst/>
          </a:prstGeom>
        </p:spPr>
      </p:pic>
      <p:sp>
        <p:nvSpPr>
          <p:cNvPr id="5" name="Rectangle 4">
            <a:extLst>
              <a:ext uri="{FF2B5EF4-FFF2-40B4-BE49-F238E27FC236}">
                <a16:creationId xmlns:a16="http://schemas.microsoft.com/office/drawing/2014/main" id="{B2F6C21D-FC0E-BFF3-6C48-7D68B715B2FD}"/>
              </a:ext>
            </a:extLst>
          </p:cNvPr>
          <p:cNvSpPr/>
          <p:nvPr/>
        </p:nvSpPr>
        <p:spPr>
          <a:xfrm>
            <a:off x="2879124" y="2817341"/>
            <a:ext cx="6388444" cy="200179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58056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2AA6E-586A-D728-87F2-DBCE7FD39B8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7DC4C9C-4E86-1C6D-A1BD-CF8172265BF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9DB10EB7-1410-4EB7-B6E5-AD5B6E2DD9AD}"/>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Throwing an Exception</a:t>
            </a:r>
          </a:p>
          <a:p>
            <a:pPr algn="l"/>
            <a:r>
              <a:rPr lang="en-US" sz="1800">
                <a:sym typeface="Wingdings" pitchFamily="2" charset="2"/>
              </a:rPr>
              <a:t>(code illustration snippet 5, 6)</a:t>
            </a:r>
          </a:p>
          <a:p>
            <a:pPr algn="l"/>
            <a:r>
              <a:rPr lang="en-US" sz="1800">
                <a:sym typeface="Wingdings" pitchFamily="2" charset="2"/>
              </a:rPr>
              <a:t>- The difference between ... and ... is ...</a:t>
            </a:r>
          </a:p>
          <a:p>
            <a:pPr algn="l"/>
            <a:r>
              <a:rPr lang="en-US" sz="1800">
                <a:sym typeface="Wingdings" pitchFamily="2" charset="2"/>
              </a:rPr>
              <a:t>- When we create our own ... we usually pass ... or ... Convention is ...</a:t>
            </a:r>
          </a:p>
          <a:p>
            <a:pPr algn="l"/>
            <a:r>
              <a:rPr lang="en-US" sz="1800">
                <a:sym typeface="Wingdings" pitchFamily="2" charset="2"/>
              </a:rPr>
              <a:t>(code illustration snipept 7, 8, 9)</a:t>
            </a:r>
          </a:p>
          <a:p>
            <a:pPr algn="l"/>
            <a:r>
              <a:rPr lang="en-US" sz="1800" b="1">
                <a:sym typeface="Wingdings" pitchFamily="2" charset="2"/>
              </a:rPr>
              <a:t>Calling methods that throw Exceptions</a:t>
            </a:r>
          </a:p>
          <a:p>
            <a:pPr algn="l"/>
            <a:r>
              <a:rPr lang="en-US" sz="1800">
                <a:sym typeface="Wingdings" pitchFamily="2" charset="2"/>
              </a:rPr>
              <a:t>(code illustration snippet 10, 11, 12, 13)</a:t>
            </a:r>
          </a:p>
          <a:p>
            <a:pPr algn="l"/>
            <a:r>
              <a:rPr lang="en-US" sz="1800">
                <a:sym typeface="Wingdings" pitchFamily="2" charset="2"/>
              </a:rPr>
              <a:t>- Every time we use ... we must check ... compatible ...</a:t>
            </a:r>
          </a:p>
          <a:p>
            <a:pPr algn="l"/>
            <a:r>
              <a:rPr lang="en-US" sz="1800" b="1">
                <a:sym typeface="Wingdings" pitchFamily="2" charset="2"/>
              </a:rPr>
              <a:t>Overriding methods with Exceptions</a:t>
            </a:r>
          </a:p>
          <a:p>
            <a:pPr algn="l"/>
            <a:r>
              <a:rPr lang="en-US" sz="1800">
                <a:sym typeface="Wingdings" pitchFamily="2" charset="2"/>
              </a:rPr>
              <a:t>(code illustration snippet 14, 15)</a:t>
            </a:r>
          </a:p>
          <a:p>
            <a:pPr algn="l"/>
            <a:r>
              <a:rPr lang="en-US" sz="1800" b="1">
                <a:sym typeface="Wingdings" pitchFamily="2" charset="2"/>
              </a:rPr>
              <a:t>Printing an Exception</a:t>
            </a:r>
          </a:p>
          <a:p>
            <a:pPr algn="l"/>
            <a:r>
              <a:rPr lang="en-US" sz="1800">
                <a:sym typeface="Wingdings" pitchFamily="2" charset="2"/>
              </a:rPr>
              <a:t>(code illustration snippet 16)</a:t>
            </a:r>
          </a:p>
        </p:txBody>
      </p:sp>
    </p:spTree>
    <p:extLst>
      <p:ext uri="{BB962C8B-B14F-4D97-AF65-F5344CB8AC3E}">
        <p14:creationId xmlns:p14="http://schemas.microsoft.com/office/powerpoint/2010/main" val="401832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20F2A-7CFB-AE91-8F50-0BD200840F9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C724D1F-126C-FE92-9DE3-8C04DAF3FA2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CA25E1AE-A9CF-D04D-8CC4-10C05B7F0FEB}"/>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Recognizing Exception Classes</a:t>
            </a:r>
          </a:p>
          <a:p>
            <a:pPr algn="l"/>
            <a:r>
              <a:rPr lang="en-US" sz="1800" b="1">
                <a:sym typeface="Wingdings" pitchFamily="2" charset="2"/>
              </a:rPr>
              <a:t>RuntimeException classes</a:t>
            </a:r>
          </a:p>
          <a:p>
            <a:pPr algn="l"/>
            <a:endParaRPr lang="en-US" sz="1800" b="1">
              <a:sym typeface="Wingdings" pitchFamily="2" charset="2"/>
            </a:endParaRPr>
          </a:p>
        </p:txBody>
      </p:sp>
      <p:pic>
        <p:nvPicPr>
          <p:cNvPr id="2" name="Picture 1">
            <a:extLst>
              <a:ext uri="{FF2B5EF4-FFF2-40B4-BE49-F238E27FC236}">
                <a16:creationId xmlns:a16="http://schemas.microsoft.com/office/drawing/2014/main" id="{AF6F9291-BC2F-DA6C-61C2-E8B7DA4A79DD}"/>
              </a:ext>
            </a:extLst>
          </p:cNvPr>
          <p:cNvPicPr>
            <a:picLocks noChangeAspect="1"/>
          </p:cNvPicPr>
          <p:nvPr/>
        </p:nvPicPr>
        <p:blipFill>
          <a:blip r:embed="rId3"/>
          <a:stretch>
            <a:fillRect/>
          </a:stretch>
        </p:blipFill>
        <p:spPr>
          <a:xfrm>
            <a:off x="2209800" y="1556069"/>
            <a:ext cx="7772400" cy="4833257"/>
          </a:xfrm>
          <a:prstGeom prst="rect">
            <a:avLst/>
          </a:prstGeom>
        </p:spPr>
      </p:pic>
      <p:sp>
        <p:nvSpPr>
          <p:cNvPr id="5" name="Rectangle 4">
            <a:extLst>
              <a:ext uri="{FF2B5EF4-FFF2-40B4-BE49-F238E27FC236}">
                <a16:creationId xmlns:a16="http://schemas.microsoft.com/office/drawing/2014/main" id="{A192867F-07AC-5CBC-9EEC-D021A312E78B}"/>
              </a:ext>
            </a:extLst>
          </p:cNvPr>
          <p:cNvSpPr/>
          <p:nvPr/>
        </p:nvSpPr>
        <p:spPr>
          <a:xfrm>
            <a:off x="5597611" y="2199503"/>
            <a:ext cx="4176584" cy="396651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598442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EA1C3-FF9D-204A-30B7-3CBE19B5C11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5C98B7D-8CFA-890B-DB7F-9DC8477DFED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A91C7F8D-0356-FA77-E65F-C4871AC48FC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ArithmeticException</a:t>
            </a:r>
          </a:p>
          <a:p>
            <a:pPr algn="l"/>
            <a:endParaRPr lang="en-US" sz="1800" b="1">
              <a:sym typeface="Wingdings" pitchFamily="2" charset="2"/>
            </a:endParaRPr>
          </a:p>
          <a:p>
            <a:pPr algn="l"/>
            <a:r>
              <a:rPr lang="en-US" sz="1800" b="1">
                <a:sym typeface="Wingdings" pitchFamily="2" charset="2"/>
              </a:rPr>
              <a:t>ArrayIndexOutOfBoundException</a:t>
            </a:r>
          </a:p>
          <a:p>
            <a:pPr algn="l"/>
            <a:endParaRPr lang="en-US" sz="1800" b="1">
              <a:sym typeface="Wingdings" pitchFamily="2" charset="2"/>
            </a:endParaRPr>
          </a:p>
          <a:p>
            <a:pPr algn="l"/>
            <a:r>
              <a:rPr lang="en-US" sz="1800" b="1">
                <a:sym typeface="Wingdings" pitchFamily="2" charset="2"/>
              </a:rPr>
              <a:t>ClassCastException</a:t>
            </a:r>
          </a:p>
          <a:p>
            <a:pPr algn="l"/>
            <a:endParaRPr lang="en-US" sz="1800" b="1">
              <a:sym typeface="Wingdings" pitchFamily="2" charset="2"/>
            </a:endParaRPr>
          </a:p>
          <a:p>
            <a:pPr algn="l"/>
            <a:r>
              <a:rPr lang="en-US" sz="1800" b="1">
                <a:sym typeface="Wingdings" pitchFamily="2" charset="2"/>
              </a:rPr>
              <a:t>NullPointerException</a:t>
            </a:r>
          </a:p>
          <a:p>
            <a:pPr algn="l"/>
            <a:r>
              <a:rPr lang="en-US" sz="1800">
                <a:sym typeface="Wingdings" pitchFamily="2" charset="2"/>
              </a:rPr>
              <a:t>-Note: In the new version, ... more information ... because it prints ... This is called ... NPE</a:t>
            </a:r>
          </a:p>
          <a:p>
            <a:pPr algn="l"/>
            <a:r>
              <a:rPr lang="en-US" sz="1800">
                <a:sym typeface="Wingdings" pitchFamily="2" charset="2"/>
              </a:rPr>
              <a:t>(code illustration snippet 17)</a:t>
            </a:r>
          </a:p>
          <a:p>
            <a:pPr algn="l"/>
            <a:r>
              <a:rPr lang="en-US" sz="1800">
                <a:sym typeface="Wingdings" pitchFamily="2" charset="2"/>
              </a:rPr>
              <a:t>- By default, when we compile ... it will shows .... If we want to ... we have to compile using ... flag ...</a:t>
            </a:r>
          </a:p>
          <a:p>
            <a:pPr algn="l"/>
            <a:r>
              <a:rPr lang="en-US" sz="1800">
                <a:sym typeface="Wingdings" pitchFamily="2" charset="2"/>
              </a:rPr>
              <a:t>(code illustration snippet 18)</a:t>
            </a:r>
          </a:p>
          <a:p>
            <a:pPr algn="l"/>
            <a:r>
              <a:rPr lang="en-US" sz="1800" b="1">
                <a:sym typeface="Wingdings" pitchFamily="2" charset="2"/>
              </a:rPr>
              <a:t>Enabling/Disabling helpful NPE</a:t>
            </a:r>
          </a:p>
          <a:p>
            <a:pPr algn="l"/>
            <a:r>
              <a:rPr lang="en-US" sz="1800">
                <a:sym typeface="Wingdings" pitchFamily="2" charset="2"/>
              </a:rPr>
              <a:t>- When ... introduced in Java 14, it was a ... so we have to use</a:t>
            </a:r>
          </a:p>
          <a:p>
            <a:pPr algn="l"/>
            <a:endParaRPr lang="en-US" sz="1800">
              <a:sym typeface="Wingdings" pitchFamily="2" charset="2"/>
            </a:endParaRPr>
          </a:p>
        </p:txBody>
      </p:sp>
      <p:pic>
        <p:nvPicPr>
          <p:cNvPr id="6" name="Picture 5">
            <a:extLst>
              <a:ext uri="{FF2B5EF4-FFF2-40B4-BE49-F238E27FC236}">
                <a16:creationId xmlns:a16="http://schemas.microsoft.com/office/drawing/2014/main" id="{04D88020-7EF7-9CE4-57BC-895D03EDD767}"/>
              </a:ext>
            </a:extLst>
          </p:cNvPr>
          <p:cNvPicPr>
            <a:picLocks noChangeAspect="1"/>
          </p:cNvPicPr>
          <p:nvPr/>
        </p:nvPicPr>
        <p:blipFill>
          <a:blip r:embed="rId3"/>
          <a:stretch>
            <a:fillRect/>
          </a:stretch>
        </p:blipFill>
        <p:spPr>
          <a:xfrm>
            <a:off x="2921000" y="5732462"/>
            <a:ext cx="6350000" cy="609600"/>
          </a:xfrm>
          <a:prstGeom prst="rect">
            <a:avLst/>
          </a:prstGeom>
        </p:spPr>
      </p:pic>
    </p:spTree>
    <p:extLst>
      <p:ext uri="{BB962C8B-B14F-4D97-AF65-F5344CB8AC3E}">
        <p14:creationId xmlns:p14="http://schemas.microsoft.com/office/powerpoint/2010/main" val="11728147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9EAF0-9C2F-2BF3-5C59-C68108D5590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F789528-65CB-E8CF-8844-6EECA90C10A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1E71DFCE-8E42-992E-1D0F-9114570E7DC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However, in Java 15 onward, it has been ...  =&gt; Running with it will ...</a:t>
            </a:r>
          </a:p>
          <a:p>
            <a:pPr algn="l"/>
            <a:r>
              <a:rPr lang="en-US" sz="1800" b="1">
                <a:sym typeface="Wingdings" pitchFamily="2" charset="2"/>
              </a:rPr>
              <a:t>IllegalArgumentException</a:t>
            </a:r>
          </a:p>
          <a:p>
            <a:pPr algn="l"/>
            <a:endParaRPr lang="en-US" sz="1800">
              <a:sym typeface="Wingdings" pitchFamily="2" charset="2"/>
            </a:endParaRPr>
          </a:p>
          <a:p>
            <a:pPr algn="l"/>
            <a:r>
              <a:rPr lang="en-US" sz="1800" b="1">
                <a:sym typeface="Wingdings" pitchFamily="2" charset="2"/>
              </a:rPr>
              <a:t>NumberFormatException</a:t>
            </a:r>
          </a:p>
          <a:p>
            <a:pPr algn="l"/>
            <a:r>
              <a:rPr lang="en-US" sz="1800">
                <a:sym typeface="Wingdings" pitchFamily="2" charset="2"/>
              </a:rPr>
              <a:t>(code illustration snippet 19)</a:t>
            </a:r>
          </a:p>
          <a:p>
            <a:pPr algn="l"/>
            <a:r>
              <a:rPr lang="en-US" sz="1800" b="1">
                <a:sym typeface="Wingdings" pitchFamily="2" charset="2"/>
              </a:rPr>
              <a:t>CheckedException classes</a:t>
            </a:r>
          </a:p>
          <a:p>
            <a:pPr algn="l"/>
            <a:endParaRPr lang="en-US" sz="1800" b="1">
              <a:sym typeface="Wingdings" pitchFamily="2" charset="2"/>
            </a:endParaRPr>
          </a:p>
        </p:txBody>
      </p:sp>
      <p:pic>
        <p:nvPicPr>
          <p:cNvPr id="2" name="Picture 1">
            <a:extLst>
              <a:ext uri="{FF2B5EF4-FFF2-40B4-BE49-F238E27FC236}">
                <a16:creationId xmlns:a16="http://schemas.microsoft.com/office/drawing/2014/main" id="{1C585FF7-E5E5-3496-8A8E-0D48D21F0D8D}"/>
              </a:ext>
            </a:extLst>
          </p:cNvPr>
          <p:cNvPicPr>
            <a:picLocks noChangeAspect="1"/>
          </p:cNvPicPr>
          <p:nvPr/>
        </p:nvPicPr>
        <p:blipFill>
          <a:blip r:embed="rId3"/>
          <a:stretch>
            <a:fillRect/>
          </a:stretch>
        </p:blipFill>
        <p:spPr>
          <a:xfrm>
            <a:off x="3297194" y="2559915"/>
            <a:ext cx="7772400" cy="3789390"/>
          </a:xfrm>
          <a:prstGeom prst="rect">
            <a:avLst/>
          </a:prstGeom>
        </p:spPr>
      </p:pic>
      <p:sp>
        <p:nvSpPr>
          <p:cNvPr id="5" name="Rectangle 4">
            <a:extLst>
              <a:ext uri="{FF2B5EF4-FFF2-40B4-BE49-F238E27FC236}">
                <a16:creationId xmlns:a16="http://schemas.microsoft.com/office/drawing/2014/main" id="{7C1DAA3B-108F-8BB4-2E0F-F721F117BA2B}"/>
              </a:ext>
            </a:extLst>
          </p:cNvPr>
          <p:cNvSpPr/>
          <p:nvPr/>
        </p:nvSpPr>
        <p:spPr>
          <a:xfrm>
            <a:off x="6240162" y="3200400"/>
            <a:ext cx="4522573" cy="28368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420474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8585D-3EE7-B45C-BB2D-BA9390D2D4F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A5CAFC2-A895-50E6-959D-41E0D7F3ECD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BB8D67FA-C292-A974-04C3-85310C75ED2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ErrorClasses</a:t>
            </a:r>
          </a:p>
          <a:p>
            <a:pPr algn="l"/>
            <a:endParaRPr lang="en-US" sz="1800" b="1">
              <a:sym typeface="Wingdings" pitchFamily="2" charset="2"/>
            </a:endParaRPr>
          </a:p>
        </p:txBody>
      </p:sp>
      <p:pic>
        <p:nvPicPr>
          <p:cNvPr id="6" name="Picture 5">
            <a:extLst>
              <a:ext uri="{FF2B5EF4-FFF2-40B4-BE49-F238E27FC236}">
                <a16:creationId xmlns:a16="http://schemas.microsoft.com/office/drawing/2014/main" id="{67F2BAB7-F312-A78A-F210-7D339CA3F3DB}"/>
              </a:ext>
            </a:extLst>
          </p:cNvPr>
          <p:cNvPicPr>
            <a:picLocks noChangeAspect="1"/>
          </p:cNvPicPr>
          <p:nvPr/>
        </p:nvPicPr>
        <p:blipFill>
          <a:blip r:embed="rId3"/>
          <a:stretch>
            <a:fillRect/>
          </a:stretch>
        </p:blipFill>
        <p:spPr>
          <a:xfrm>
            <a:off x="1877784" y="1761213"/>
            <a:ext cx="7772400" cy="2940156"/>
          </a:xfrm>
          <a:prstGeom prst="rect">
            <a:avLst/>
          </a:prstGeom>
        </p:spPr>
      </p:pic>
      <p:sp>
        <p:nvSpPr>
          <p:cNvPr id="7" name="Rectangle 6">
            <a:extLst>
              <a:ext uri="{FF2B5EF4-FFF2-40B4-BE49-F238E27FC236}">
                <a16:creationId xmlns:a16="http://schemas.microsoft.com/office/drawing/2014/main" id="{930F2C9D-AB6D-DEB6-F863-F67D09DFDFFE}"/>
              </a:ext>
            </a:extLst>
          </p:cNvPr>
          <p:cNvSpPr/>
          <p:nvPr/>
        </p:nvSpPr>
        <p:spPr>
          <a:xfrm>
            <a:off x="4979773" y="2508422"/>
            <a:ext cx="4448432" cy="1940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644939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1D7598-8378-0301-577E-EFE6CE0D211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3473CB8-F2E3-C56A-78FD-4D17DC46A73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6F1ACD1D-1436-2FC7-D5C5-D5BD82DF7E2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Handling Exceptions</a:t>
            </a:r>
          </a:p>
          <a:p>
            <a:pPr algn="l"/>
            <a:r>
              <a:rPr lang="en-US" sz="1800" b="1">
                <a:sym typeface="Wingdings" pitchFamily="2" charset="2"/>
              </a:rPr>
              <a:t>Using try-catch statements</a:t>
            </a:r>
            <a:endParaRPr lang="en-US" sz="1800">
              <a:sym typeface="Wingdings" pitchFamily="2" charset="2"/>
            </a:endParaRPr>
          </a:p>
          <a:p>
            <a:pPr algn="l"/>
            <a:endParaRPr lang="en-US" sz="1800" b="1">
              <a:sym typeface="Wingdings" pitchFamily="2" charset="2"/>
            </a:endParaRPr>
          </a:p>
        </p:txBody>
      </p:sp>
      <p:pic>
        <p:nvPicPr>
          <p:cNvPr id="2" name="Picture 1">
            <a:extLst>
              <a:ext uri="{FF2B5EF4-FFF2-40B4-BE49-F238E27FC236}">
                <a16:creationId xmlns:a16="http://schemas.microsoft.com/office/drawing/2014/main" id="{CD007AEF-EE9D-DC9F-6170-B2B84E6E3FCF}"/>
              </a:ext>
            </a:extLst>
          </p:cNvPr>
          <p:cNvPicPr>
            <a:picLocks noChangeAspect="1"/>
          </p:cNvPicPr>
          <p:nvPr/>
        </p:nvPicPr>
        <p:blipFill>
          <a:blip r:embed="rId3"/>
          <a:stretch>
            <a:fillRect/>
          </a:stretch>
        </p:blipFill>
        <p:spPr>
          <a:xfrm>
            <a:off x="2209800" y="1588660"/>
            <a:ext cx="7772400" cy="3680679"/>
          </a:xfrm>
          <a:prstGeom prst="rect">
            <a:avLst/>
          </a:prstGeom>
        </p:spPr>
      </p:pic>
      <p:sp>
        <p:nvSpPr>
          <p:cNvPr id="5" name="Rectangle 4">
            <a:extLst>
              <a:ext uri="{FF2B5EF4-FFF2-40B4-BE49-F238E27FC236}">
                <a16:creationId xmlns:a16="http://schemas.microsoft.com/office/drawing/2014/main" id="{A2128BFC-6E61-9F9C-2BFC-CD87675FD110}"/>
              </a:ext>
            </a:extLst>
          </p:cNvPr>
          <p:cNvSpPr/>
          <p:nvPr/>
        </p:nvSpPr>
        <p:spPr>
          <a:xfrm>
            <a:off x="3558746" y="2063578"/>
            <a:ext cx="1198605" cy="2594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7" name="Rectangle 6">
            <a:extLst>
              <a:ext uri="{FF2B5EF4-FFF2-40B4-BE49-F238E27FC236}">
                <a16:creationId xmlns:a16="http://schemas.microsoft.com/office/drawing/2014/main" id="{62A2F4A0-9BD0-EDB8-0157-6CF4AD2661AC}"/>
              </a:ext>
            </a:extLst>
          </p:cNvPr>
          <p:cNvSpPr/>
          <p:nvPr/>
        </p:nvSpPr>
        <p:spPr>
          <a:xfrm>
            <a:off x="2323070" y="2891481"/>
            <a:ext cx="1223319" cy="53751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8" name="Rectangle 7">
            <a:extLst>
              <a:ext uri="{FF2B5EF4-FFF2-40B4-BE49-F238E27FC236}">
                <a16:creationId xmlns:a16="http://schemas.microsoft.com/office/drawing/2014/main" id="{ADDD40E2-72B3-DA7A-920B-BD656857F615}"/>
              </a:ext>
            </a:extLst>
          </p:cNvPr>
          <p:cNvSpPr/>
          <p:nvPr/>
        </p:nvSpPr>
        <p:spPr>
          <a:xfrm>
            <a:off x="3558746" y="4621427"/>
            <a:ext cx="1346886" cy="40777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9" name="Rectangle 8">
            <a:extLst>
              <a:ext uri="{FF2B5EF4-FFF2-40B4-BE49-F238E27FC236}">
                <a16:creationId xmlns:a16="http://schemas.microsoft.com/office/drawing/2014/main" id="{6B1D53AF-2590-3AE4-3DE0-3C450EA4D9AC}"/>
              </a:ext>
            </a:extLst>
          </p:cNvPr>
          <p:cNvSpPr/>
          <p:nvPr/>
        </p:nvSpPr>
        <p:spPr>
          <a:xfrm>
            <a:off x="8377881" y="2891481"/>
            <a:ext cx="1396314" cy="13345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904235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334A9-AA41-2964-A1FB-FF90B8254E4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ABB6AE2-BB47-D2E6-4843-B0EA2A91F16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DAF44E6F-FEB3-A0FD-731A-64B6999043D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20,21,22)</a:t>
            </a:r>
          </a:p>
          <a:p>
            <a:pPr algn="l"/>
            <a:r>
              <a:rPr lang="en-US" sz="1800" b="1">
                <a:sym typeface="Wingdings" pitchFamily="2" charset="2"/>
              </a:rPr>
              <a:t>Chaining Catch block</a:t>
            </a:r>
          </a:p>
          <a:p>
            <a:pPr algn="l"/>
            <a:r>
              <a:rPr lang="en-US" sz="1800">
                <a:sym typeface="Wingdings" pitchFamily="2" charset="2"/>
              </a:rPr>
              <a:t>- This means</a:t>
            </a:r>
          </a:p>
          <a:p>
            <a:pPr algn="l"/>
            <a:r>
              <a:rPr lang="en-US" sz="1800">
                <a:sym typeface="Wingdings" pitchFamily="2" charset="2"/>
              </a:rPr>
              <a:t>(code illustration snippet 23, 24,25,26,27)</a:t>
            </a:r>
          </a:p>
          <a:p>
            <a:pPr algn="l"/>
            <a:r>
              <a:rPr lang="en-US" sz="1800" b="1">
                <a:sym typeface="Wingdings" pitchFamily="2" charset="2"/>
              </a:rPr>
              <a:t>Applying a Multi-catch block</a:t>
            </a:r>
          </a:p>
          <a:p>
            <a:pPr algn="l"/>
            <a:r>
              <a:rPr lang="en-US" sz="1800">
                <a:sym typeface="Wingdings" pitchFamily="2" charset="2"/>
              </a:rPr>
              <a:t>- In most cases, we want ... same for multiuple ... no matter ...</a:t>
            </a:r>
          </a:p>
          <a:p>
            <a:pPr algn="l"/>
            <a:r>
              <a:rPr lang="en-US" sz="1800">
                <a:sym typeface="Wingdings" pitchFamily="2" charset="2"/>
              </a:rPr>
              <a:t>(code illustration snippet 28)</a:t>
            </a:r>
          </a:p>
          <a:p>
            <a:pPr algn="l"/>
            <a:r>
              <a:rPr lang="en-US" sz="1800">
                <a:sym typeface="Wingdings" pitchFamily="2" charset="2"/>
              </a:rPr>
              <a:t>– We can handle this using ...</a:t>
            </a:r>
          </a:p>
          <a:p>
            <a:pPr algn="l"/>
            <a:r>
              <a:rPr lang="en-US" sz="1800">
                <a:sym typeface="Wingdings" pitchFamily="2" charset="2"/>
              </a:rPr>
              <a:t>(code illustration snippet 29)</a:t>
            </a:r>
          </a:p>
        </p:txBody>
      </p:sp>
      <p:pic>
        <p:nvPicPr>
          <p:cNvPr id="6" name="Picture 5">
            <a:extLst>
              <a:ext uri="{FF2B5EF4-FFF2-40B4-BE49-F238E27FC236}">
                <a16:creationId xmlns:a16="http://schemas.microsoft.com/office/drawing/2014/main" id="{15321FB9-1C2A-FF93-B3D7-DEBB0D5295FF}"/>
              </a:ext>
            </a:extLst>
          </p:cNvPr>
          <p:cNvPicPr>
            <a:picLocks noChangeAspect="1"/>
          </p:cNvPicPr>
          <p:nvPr/>
        </p:nvPicPr>
        <p:blipFill>
          <a:blip r:embed="rId3"/>
          <a:stretch>
            <a:fillRect/>
          </a:stretch>
        </p:blipFill>
        <p:spPr>
          <a:xfrm>
            <a:off x="3335466" y="3605598"/>
            <a:ext cx="7226300" cy="2933700"/>
          </a:xfrm>
          <a:prstGeom prst="rect">
            <a:avLst/>
          </a:prstGeom>
        </p:spPr>
      </p:pic>
      <p:sp>
        <p:nvSpPr>
          <p:cNvPr id="10" name="Rectangle 9">
            <a:extLst>
              <a:ext uri="{FF2B5EF4-FFF2-40B4-BE49-F238E27FC236}">
                <a16:creationId xmlns:a16="http://schemas.microsoft.com/office/drawing/2014/main" id="{EB3A4161-5621-E5ED-5F0D-B5E2A34392DF}"/>
              </a:ext>
            </a:extLst>
          </p:cNvPr>
          <p:cNvSpPr/>
          <p:nvPr/>
        </p:nvSpPr>
        <p:spPr>
          <a:xfrm>
            <a:off x="7698259" y="4065373"/>
            <a:ext cx="1717590" cy="6549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1" name="Rectangle 10">
            <a:extLst>
              <a:ext uri="{FF2B5EF4-FFF2-40B4-BE49-F238E27FC236}">
                <a16:creationId xmlns:a16="http://schemas.microsoft.com/office/drawing/2014/main" id="{95507513-12A4-6841-6234-71DDD9E2EC36}"/>
              </a:ext>
            </a:extLst>
          </p:cNvPr>
          <p:cNvSpPr/>
          <p:nvPr/>
        </p:nvSpPr>
        <p:spPr>
          <a:xfrm>
            <a:off x="8711514" y="4979773"/>
            <a:ext cx="1806574" cy="6549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2" name="Rectangle 11">
            <a:extLst>
              <a:ext uri="{FF2B5EF4-FFF2-40B4-BE49-F238E27FC236}">
                <a16:creationId xmlns:a16="http://schemas.microsoft.com/office/drawing/2014/main" id="{A3E55C5F-A659-69DE-3C70-78C270ED9C58}"/>
              </a:ext>
            </a:extLst>
          </p:cNvPr>
          <p:cNvSpPr/>
          <p:nvPr/>
        </p:nvSpPr>
        <p:spPr>
          <a:xfrm>
            <a:off x="6722076" y="5770605"/>
            <a:ext cx="1834978" cy="6005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848781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EA2BB-32ED-1B09-33DE-F0FE1C3E944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DEA01C5-1DBE-9ACF-A435-2B5BB24BE3D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4E94D0C4-6C7E-976D-2812-0D6278AE35A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7" name="Picture 6">
            <a:extLst>
              <a:ext uri="{FF2B5EF4-FFF2-40B4-BE49-F238E27FC236}">
                <a16:creationId xmlns:a16="http://schemas.microsoft.com/office/drawing/2014/main" id="{90F82732-35EC-EBDD-5B86-F256AA9499CB}"/>
              </a:ext>
            </a:extLst>
          </p:cNvPr>
          <p:cNvPicPr>
            <a:picLocks noChangeAspect="1"/>
          </p:cNvPicPr>
          <p:nvPr/>
        </p:nvPicPr>
        <p:blipFill>
          <a:blip r:embed="rId3"/>
          <a:stretch>
            <a:fillRect/>
          </a:stretch>
        </p:blipFill>
        <p:spPr>
          <a:xfrm>
            <a:off x="2622550" y="2451100"/>
            <a:ext cx="6946900" cy="1955800"/>
          </a:xfrm>
          <a:prstGeom prst="rect">
            <a:avLst/>
          </a:prstGeom>
        </p:spPr>
      </p:pic>
    </p:spTree>
    <p:extLst>
      <p:ext uri="{BB962C8B-B14F-4D97-AF65-F5344CB8AC3E}">
        <p14:creationId xmlns:p14="http://schemas.microsoft.com/office/powerpoint/2010/main" val="3624541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DE358-1BF8-0F21-D6F8-92A51279A4E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8C79C7A-E514-72AD-117A-4B75DD9FB8E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A9751496-8B95-1D8A-0ACE-53865C56116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30,31)</a:t>
            </a:r>
          </a:p>
          <a:p>
            <a:pPr algn="l"/>
            <a:r>
              <a:rPr lang="en-US" sz="1800" b="1">
                <a:sym typeface="Wingdings" pitchFamily="2" charset="2"/>
              </a:rPr>
              <a:t>Adding a finally block</a:t>
            </a:r>
          </a:p>
          <a:p>
            <a:pPr algn="l"/>
            <a:r>
              <a:rPr lang="en-US" sz="1800">
                <a:sym typeface="Wingdings" pitchFamily="2" charset="2"/>
              </a:rPr>
              <a:t>- Finally clauses ... always ...</a:t>
            </a:r>
          </a:p>
          <a:p>
            <a:pPr algn="l"/>
            <a:r>
              <a:rPr lang="en-US" sz="1800">
                <a:sym typeface="Wingdings" pitchFamily="2" charset="2"/>
              </a:rPr>
              <a:t>- try ... finally ..., catch ... finally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DE8872C4-7CC4-8BA9-9D4F-CC3B08C26A78}"/>
              </a:ext>
            </a:extLst>
          </p:cNvPr>
          <p:cNvPicPr>
            <a:picLocks noChangeAspect="1"/>
          </p:cNvPicPr>
          <p:nvPr/>
        </p:nvPicPr>
        <p:blipFill>
          <a:blip r:embed="rId3"/>
          <a:stretch>
            <a:fillRect/>
          </a:stretch>
        </p:blipFill>
        <p:spPr>
          <a:xfrm>
            <a:off x="3729681" y="1894717"/>
            <a:ext cx="7772400" cy="4142545"/>
          </a:xfrm>
          <a:prstGeom prst="rect">
            <a:avLst/>
          </a:prstGeom>
        </p:spPr>
      </p:pic>
      <p:sp>
        <p:nvSpPr>
          <p:cNvPr id="5" name="Rectangle 4">
            <a:extLst>
              <a:ext uri="{FF2B5EF4-FFF2-40B4-BE49-F238E27FC236}">
                <a16:creationId xmlns:a16="http://schemas.microsoft.com/office/drawing/2014/main" id="{F01F3AE7-06E3-C71B-65F4-EE3E1A188E5E}"/>
              </a:ext>
            </a:extLst>
          </p:cNvPr>
          <p:cNvSpPr/>
          <p:nvPr/>
        </p:nvSpPr>
        <p:spPr>
          <a:xfrm>
            <a:off x="8538519" y="2421924"/>
            <a:ext cx="2323070" cy="5436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7" name="Rectangle 6">
            <a:extLst>
              <a:ext uri="{FF2B5EF4-FFF2-40B4-BE49-F238E27FC236}">
                <a16:creationId xmlns:a16="http://schemas.microsoft.com/office/drawing/2014/main" id="{A99CD211-4259-E3DB-C4BF-CE36E157E722}"/>
              </a:ext>
            </a:extLst>
          </p:cNvPr>
          <p:cNvSpPr/>
          <p:nvPr/>
        </p:nvSpPr>
        <p:spPr>
          <a:xfrm>
            <a:off x="9255211" y="4436076"/>
            <a:ext cx="1519881"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8" name="Rectangle 7">
            <a:extLst>
              <a:ext uri="{FF2B5EF4-FFF2-40B4-BE49-F238E27FC236}">
                <a16:creationId xmlns:a16="http://schemas.microsoft.com/office/drawing/2014/main" id="{047D3C6A-B08A-D85F-3914-C30726039EB1}"/>
              </a:ext>
            </a:extLst>
          </p:cNvPr>
          <p:cNvSpPr/>
          <p:nvPr/>
        </p:nvSpPr>
        <p:spPr>
          <a:xfrm>
            <a:off x="5226908" y="5585254"/>
            <a:ext cx="1865870" cy="4051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060946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EA0B35-B20E-5A0F-1AF5-F9F2056F00D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037A125-EE89-1FCD-ED95-285D7A2A503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4DBCA3A6-F20A-6A23-699D-C46EE9D6CB6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32,33,34,35,36)</a:t>
            </a:r>
          </a:p>
          <a:p>
            <a:pPr algn="l"/>
            <a:r>
              <a:rPr lang="en-US" sz="1800">
                <a:sym typeface="Wingdings" pitchFamily="2" charset="2"/>
              </a:rPr>
              <a:t>- What happen if 32 throws NPE ?</a:t>
            </a:r>
          </a:p>
          <a:p>
            <a:pPr algn="l"/>
            <a:endParaRPr lang="en-US" sz="1800">
              <a:sym typeface="Wingdings" pitchFamily="2" charset="2"/>
            </a:endParaRPr>
          </a:p>
        </p:txBody>
      </p:sp>
      <p:pic>
        <p:nvPicPr>
          <p:cNvPr id="6" name="Picture 5">
            <a:extLst>
              <a:ext uri="{FF2B5EF4-FFF2-40B4-BE49-F238E27FC236}">
                <a16:creationId xmlns:a16="http://schemas.microsoft.com/office/drawing/2014/main" id="{2CCF441E-3A5A-57DA-EECF-D56E3FB7C986}"/>
              </a:ext>
            </a:extLst>
          </p:cNvPr>
          <p:cNvPicPr>
            <a:picLocks noChangeAspect="1"/>
          </p:cNvPicPr>
          <p:nvPr/>
        </p:nvPicPr>
        <p:blipFill>
          <a:blip r:embed="rId3"/>
          <a:stretch>
            <a:fillRect/>
          </a:stretch>
        </p:blipFill>
        <p:spPr>
          <a:xfrm>
            <a:off x="1656371" y="1784693"/>
            <a:ext cx="8879258" cy="3288614"/>
          </a:xfrm>
          <a:prstGeom prst="rect">
            <a:avLst/>
          </a:prstGeom>
        </p:spPr>
      </p:pic>
    </p:spTree>
    <p:extLst>
      <p:ext uri="{BB962C8B-B14F-4D97-AF65-F5344CB8AC3E}">
        <p14:creationId xmlns:p14="http://schemas.microsoft.com/office/powerpoint/2010/main" val="956863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01ED7-0DA2-3D3E-57F3-CE147A3ADE9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B258B59-77AE-3273-918A-3DA840407E8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E9EE287D-246D-3204-E45D-7051A813A20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System.exit()</a:t>
            </a:r>
          </a:p>
          <a:p>
            <a:pPr algn="l"/>
            <a:r>
              <a:rPr lang="en-US" sz="1800">
                <a:sym typeface="Wingdings" pitchFamily="2" charset="2"/>
              </a:rPr>
              <a:t>- There is only 1 ... where finally ..., which is ...</a:t>
            </a:r>
          </a:p>
          <a:p>
            <a:pPr algn="l"/>
            <a:r>
              <a:rPr lang="en-US" sz="1800">
                <a:sym typeface="Wingdings" pitchFamily="2" charset="2"/>
              </a:rPr>
              <a:t>(code illustration snippet 37)</a:t>
            </a:r>
          </a:p>
          <a:p>
            <a:pPr algn="l"/>
            <a:r>
              <a:rPr lang="en-US" sz="1800" b="1">
                <a:sym typeface="Wingdings" pitchFamily="2" charset="2"/>
              </a:rPr>
              <a:t>Automating Resource Management</a:t>
            </a:r>
          </a:p>
          <a:p>
            <a:pPr algn="l"/>
            <a:r>
              <a:rPr lang="en-US" sz="1800">
                <a:sym typeface="Wingdings" pitchFamily="2" charset="2"/>
              </a:rPr>
              <a:t>- Most of the time, our app works with ..., ... and others ... =&gt; We call this as ...</a:t>
            </a:r>
          </a:p>
          <a:p>
            <a:pPr algn="l"/>
            <a:r>
              <a:rPr lang="en-US" sz="1800">
                <a:sym typeface="Wingdings" pitchFamily="2" charset="2"/>
              </a:rPr>
              <a:t>– In many cases, we open ... with them (no matter ... or ...) and we .../... on it. Then we ... to indicate ...</a:t>
            </a:r>
          </a:p>
          <a:p>
            <a:pPr algn="l"/>
            <a:r>
              <a:rPr lang="en-US" sz="1800">
                <a:sym typeface="Wingdings" pitchFamily="2" charset="2"/>
              </a:rPr>
              <a:t>– If we don't ... the resources ... =&gt; Many things will ...</a:t>
            </a:r>
          </a:p>
          <a:p>
            <a:pPr algn="l"/>
            <a:r>
              <a:rPr lang="en-US" sz="1800">
                <a:sym typeface="Wingdings" pitchFamily="2" charset="2"/>
              </a:rPr>
              <a:t>– If it is database, then no ... can ... until ...</a:t>
            </a:r>
          </a:p>
          <a:p>
            <a:pPr algn="l"/>
            <a:r>
              <a:rPr lang="en-US" sz="1800">
                <a:sym typeface="Wingdings" pitchFamily="2" charset="2"/>
              </a:rPr>
              <a:t>- These problems are called resources ...(similar to ... ) =&gt; Making the resource ...</a:t>
            </a:r>
          </a:p>
          <a:p>
            <a:pPr algn="l"/>
            <a:r>
              <a:rPr lang="en-US" sz="1800" b="1">
                <a:sym typeface="Wingdings" pitchFamily="2" charset="2"/>
              </a:rPr>
              <a:t>Introducing try-with-resource</a:t>
            </a:r>
          </a:p>
          <a:p>
            <a:pPr algn="l"/>
            <a:r>
              <a:rPr lang="en-US" sz="1800">
                <a:sym typeface="Wingdings" pitchFamily="2" charset="2"/>
              </a:rPr>
              <a:t>(code illustration snippet 38)</a:t>
            </a:r>
          </a:p>
          <a:p>
            <a:pPr algn="l"/>
            <a:r>
              <a:rPr lang="en-US" sz="1800">
                <a:sym typeface="Wingdings" pitchFamily="2" charset="2"/>
              </a:rPr>
              <a:t>- This is a long ... (because there are ... IOE ... handle)</a:t>
            </a:r>
          </a:p>
          <a:p>
            <a:pPr algn="l"/>
            <a:r>
              <a:rPr lang="en-US" sz="1800">
                <a:sym typeface="Wingdings" pitchFamily="2" charset="2"/>
              </a:rPr>
              <a:t>- Half of ... just ... More resources = ... (for example, if we have many ... and we have to ... in order .... What if one of them throw ...). </a:t>
            </a:r>
          </a:p>
          <a:p>
            <a:pPr algn="l"/>
            <a:r>
              <a:rPr lang="en-US" sz="1800">
                <a:sym typeface="Wingdings" pitchFamily="2" charset="2"/>
              </a:rPr>
              <a:t>- Java solved this using .... to close ... in try ... (it has other name which is ... because Java does this ...)</a:t>
            </a:r>
          </a:p>
          <a:p>
            <a:pPr algn="l"/>
            <a:r>
              <a:rPr lang="en-US" sz="1800">
                <a:sym typeface="Wingdings" pitchFamily="2" charset="2"/>
              </a:rPr>
              <a:t>(code illustration snippet 39)</a:t>
            </a:r>
          </a:p>
        </p:txBody>
      </p:sp>
    </p:spTree>
    <p:extLst>
      <p:ext uri="{BB962C8B-B14F-4D97-AF65-F5344CB8AC3E}">
        <p14:creationId xmlns:p14="http://schemas.microsoft.com/office/powerpoint/2010/main" val="180110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8CEF5-5778-BD5A-07C1-1B85250FA57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6735CAF-E414-573B-FF55-7172C9E62E2F}"/>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BBB85956-1A0B-05C6-7887-EE0370D4493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Technically, these 2 codes are ... However, the important parts is not ... but Java will automatically ... when the resource out ... </a:t>
            </a:r>
          </a:p>
          <a:p>
            <a:pPr algn="l"/>
            <a:r>
              <a:rPr lang="en-US" sz="1800">
                <a:sym typeface="Wingdings" pitchFamily="2" charset="2"/>
              </a:rPr>
              <a:t>- Behind try-with-resource is a ... clauses =&gt; This is called .... because compiler ... we still can create ... however, we must rememeber that ... before our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08DE3D3E-BB75-1A9F-0537-E59AB2972047}"/>
              </a:ext>
            </a:extLst>
          </p:cNvPr>
          <p:cNvPicPr>
            <a:picLocks noChangeAspect="1"/>
          </p:cNvPicPr>
          <p:nvPr/>
        </p:nvPicPr>
        <p:blipFill>
          <a:blip r:embed="rId3"/>
          <a:stretch>
            <a:fillRect/>
          </a:stretch>
        </p:blipFill>
        <p:spPr>
          <a:xfrm>
            <a:off x="2209800" y="1961938"/>
            <a:ext cx="7772400" cy="4075324"/>
          </a:xfrm>
          <a:prstGeom prst="rect">
            <a:avLst/>
          </a:prstGeom>
        </p:spPr>
      </p:pic>
      <p:sp>
        <p:nvSpPr>
          <p:cNvPr id="5" name="Rectangle 4">
            <a:extLst>
              <a:ext uri="{FF2B5EF4-FFF2-40B4-BE49-F238E27FC236}">
                <a16:creationId xmlns:a16="http://schemas.microsoft.com/office/drawing/2014/main" id="{1C1598DA-F60B-B322-F0F1-D18D343B7F16}"/>
              </a:ext>
            </a:extLst>
          </p:cNvPr>
          <p:cNvSpPr/>
          <p:nvPr/>
        </p:nvSpPr>
        <p:spPr>
          <a:xfrm>
            <a:off x="8118389" y="2458995"/>
            <a:ext cx="1519881" cy="5066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6" name="Rectangle 5">
            <a:extLst>
              <a:ext uri="{FF2B5EF4-FFF2-40B4-BE49-F238E27FC236}">
                <a16:creationId xmlns:a16="http://schemas.microsoft.com/office/drawing/2014/main" id="{97E89FD9-50EC-C0E1-DC1E-72EB3181812B}"/>
              </a:ext>
            </a:extLst>
          </p:cNvPr>
          <p:cNvSpPr/>
          <p:nvPr/>
        </p:nvSpPr>
        <p:spPr>
          <a:xfrm>
            <a:off x="4769708" y="2582562"/>
            <a:ext cx="729049" cy="3583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7" name="Rectangle 6">
            <a:extLst>
              <a:ext uri="{FF2B5EF4-FFF2-40B4-BE49-F238E27FC236}">
                <a16:creationId xmlns:a16="http://schemas.microsoft.com/office/drawing/2014/main" id="{EE763A71-DF60-EDE6-3269-B7E46B225011}"/>
              </a:ext>
            </a:extLst>
          </p:cNvPr>
          <p:cNvSpPr/>
          <p:nvPr/>
        </p:nvSpPr>
        <p:spPr>
          <a:xfrm>
            <a:off x="2755557" y="4201297"/>
            <a:ext cx="976184" cy="7537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8" name="Rectangle 7">
            <a:extLst>
              <a:ext uri="{FF2B5EF4-FFF2-40B4-BE49-F238E27FC236}">
                <a16:creationId xmlns:a16="http://schemas.microsoft.com/office/drawing/2014/main" id="{34173593-E778-6D1E-0BE6-E7C815293982}"/>
              </a:ext>
            </a:extLst>
          </p:cNvPr>
          <p:cNvSpPr/>
          <p:nvPr/>
        </p:nvSpPr>
        <p:spPr>
          <a:xfrm>
            <a:off x="7191632" y="3719384"/>
            <a:ext cx="2446638" cy="13592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041900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013BE-AE6A-A075-E670-693308F548E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D00E314-A6B4-0182-78C4-61A065FDC8EF}"/>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E2312872-0FC9-FF58-EF9E-738D8FC62ED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40)</a:t>
            </a:r>
          </a:p>
          <a:p>
            <a:pPr algn="l"/>
            <a:r>
              <a:rPr lang="en-US" sz="1800" b="1">
                <a:sym typeface="Wingdings" pitchFamily="2" charset="2"/>
              </a:rPr>
              <a:t>Constructing Try-with-resource statements</a:t>
            </a:r>
          </a:p>
          <a:p>
            <a:pPr algn="l"/>
            <a:r>
              <a:rPr lang="en-US" sz="1800">
                <a:sym typeface="Wingdings" pitchFamily="2" charset="2"/>
              </a:rPr>
              <a:t>- Only classes that implements ... can be classified ...</a:t>
            </a:r>
          </a:p>
          <a:p>
            <a:pPr algn="l"/>
            <a:endParaRPr lang="en-US" sz="1800">
              <a:sym typeface="Wingdings" pitchFamily="2" charset="2"/>
            </a:endParaRPr>
          </a:p>
        </p:txBody>
      </p:sp>
      <p:pic>
        <p:nvPicPr>
          <p:cNvPr id="9" name="Picture 8">
            <a:extLst>
              <a:ext uri="{FF2B5EF4-FFF2-40B4-BE49-F238E27FC236}">
                <a16:creationId xmlns:a16="http://schemas.microsoft.com/office/drawing/2014/main" id="{2ED0DEE1-92D1-83A1-9314-30B85E2E8CA5}"/>
              </a:ext>
            </a:extLst>
          </p:cNvPr>
          <p:cNvPicPr>
            <a:picLocks noChangeAspect="1"/>
          </p:cNvPicPr>
          <p:nvPr/>
        </p:nvPicPr>
        <p:blipFill>
          <a:blip r:embed="rId3"/>
          <a:stretch>
            <a:fillRect/>
          </a:stretch>
        </p:blipFill>
        <p:spPr>
          <a:xfrm>
            <a:off x="1822456" y="2021446"/>
            <a:ext cx="7883056" cy="870036"/>
          </a:xfrm>
          <a:prstGeom prst="rect">
            <a:avLst/>
          </a:prstGeom>
        </p:spPr>
      </p:pic>
      <p:pic>
        <p:nvPicPr>
          <p:cNvPr id="10" name="Picture 9">
            <a:extLst>
              <a:ext uri="{FF2B5EF4-FFF2-40B4-BE49-F238E27FC236}">
                <a16:creationId xmlns:a16="http://schemas.microsoft.com/office/drawing/2014/main" id="{2690ABD2-B870-8461-151A-9B0541C84092}"/>
              </a:ext>
            </a:extLst>
          </p:cNvPr>
          <p:cNvPicPr>
            <a:picLocks noChangeAspect="1"/>
          </p:cNvPicPr>
          <p:nvPr/>
        </p:nvPicPr>
        <p:blipFill>
          <a:blip r:embed="rId4"/>
          <a:stretch>
            <a:fillRect/>
          </a:stretch>
        </p:blipFill>
        <p:spPr>
          <a:xfrm>
            <a:off x="2169568" y="3491556"/>
            <a:ext cx="7852864" cy="1755346"/>
          </a:xfrm>
          <a:prstGeom prst="rect">
            <a:avLst/>
          </a:prstGeom>
        </p:spPr>
      </p:pic>
    </p:spTree>
    <p:extLst>
      <p:ext uri="{BB962C8B-B14F-4D97-AF65-F5344CB8AC3E}">
        <p14:creationId xmlns:p14="http://schemas.microsoft.com/office/powerpoint/2010/main" val="3802710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1F811-C791-0154-E499-BBCDF1591EA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A098C98-6135-BB2F-2F6D-248B351D374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DB7F90E7-CCFE-99CA-87B8-B32C37B997A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Of course ... override ...</a:t>
            </a:r>
          </a:p>
          <a:p>
            <a:pPr algn="l"/>
            <a:r>
              <a:rPr lang="en-US" sz="1800">
                <a:sym typeface="Wingdings" pitchFamily="2" charset="2"/>
              </a:rPr>
              <a:t>(code illustration snippet 41)</a:t>
            </a:r>
          </a:p>
          <a:p>
            <a:pPr algn="l"/>
            <a:r>
              <a:rPr lang="en-US" sz="1800">
                <a:sym typeface="Wingdings" pitchFamily="2" charset="2"/>
              </a:rPr>
              <a:t>- In chapter 14, we will see some ... implements ... instead of ... Since ... is a child of ..., both of them support ...</a:t>
            </a:r>
          </a:p>
          <a:p>
            <a:pPr algn="l"/>
            <a:r>
              <a:rPr lang="en-US" sz="1800">
                <a:sym typeface="Wingdings" pitchFamily="2" charset="2"/>
              </a:rPr>
              <a:t>– The difference is that ... throws ... and ... throws ... </a:t>
            </a:r>
          </a:p>
          <a:p>
            <a:pPr algn="l"/>
            <a:r>
              <a:rPr lang="en-US" sz="1800" b="1">
                <a:sym typeface="Wingdings" pitchFamily="2" charset="2"/>
              </a:rPr>
              <a:t>Declaring Resources</a:t>
            </a:r>
          </a:p>
          <a:p>
            <a:pPr algn="l"/>
            <a:r>
              <a:rPr lang="en-US" sz="1800">
                <a:sym typeface="Wingdings" pitchFamily="2" charset="2"/>
              </a:rPr>
              <a:t>(code illustration snippet 42)</a:t>
            </a:r>
          </a:p>
          <a:p>
            <a:pPr algn="l"/>
            <a:r>
              <a:rPr lang="en-US" sz="1800">
                <a:sym typeface="Wingdings" pitchFamily="2" charset="2"/>
              </a:rPr>
              <a:t>- Because resource is just like ..., we can use local variable ...</a:t>
            </a:r>
          </a:p>
          <a:p>
            <a:pPr algn="l"/>
            <a:r>
              <a:rPr lang="en-US" sz="1800">
                <a:sym typeface="Wingdings" pitchFamily="2" charset="2"/>
              </a:rPr>
              <a:t>(code illustration snippet 43)</a:t>
            </a:r>
          </a:p>
          <a:p>
            <a:pPr algn="l"/>
            <a:r>
              <a:rPr lang="en-US" sz="1800" b="1">
                <a:sym typeface="Wingdings" pitchFamily="2" charset="2"/>
              </a:rPr>
              <a:t>Scope of Try-with-resource</a:t>
            </a:r>
          </a:p>
          <a:p>
            <a:pPr algn="l"/>
            <a:r>
              <a:rPr lang="en-US" sz="1800">
                <a:sym typeface="Wingdings" pitchFamily="2" charset="2"/>
              </a:rPr>
              <a:t>- Opened resource has scope ... This is a way to remember that ... first then ... (because after it ..., how can we use ...)</a:t>
            </a:r>
          </a:p>
          <a:p>
            <a:pPr algn="l"/>
            <a:r>
              <a:rPr lang="en-US" sz="1800">
                <a:sym typeface="Wingdings" pitchFamily="2" charset="2"/>
              </a:rPr>
              <a:t>(code illustration snippet 44)</a:t>
            </a:r>
          </a:p>
          <a:p>
            <a:pPr algn="l"/>
            <a:r>
              <a:rPr lang="en-US" sz="1800" b="1">
                <a:sym typeface="Wingdings" pitchFamily="2" charset="2"/>
              </a:rPr>
              <a:t>Following Order of operation</a:t>
            </a:r>
          </a:p>
          <a:p>
            <a:pPr algn="l"/>
            <a:r>
              <a:rPr lang="en-US" sz="1800">
                <a:sym typeface="Wingdings" pitchFamily="2" charset="2"/>
              </a:rPr>
              <a:t>- Java will close ... in ... order</a:t>
            </a:r>
          </a:p>
          <a:p>
            <a:pPr algn="l"/>
            <a:r>
              <a:rPr lang="en-US" sz="1800">
                <a:sym typeface="Wingdings" pitchFamily="2" charset="2"/>
              </a:rPr>
              <a:t>(code illustration snippet 45)</a:t>
            </a:r>
          </a:p>
        </p:txBody>
      </p:sp>
    </p:spTree>
    <p:extLst>
      <p:ext uri="{BB962C8B-B14F-4D97-AF65-F5344CB8AC3E}">
        <p14:creationId xmlns:p14="http://schemas.microsoft.com/office/powerpoint/2010/main" val="3992692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A3E05-63FF-353E-B002-F75444FA023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17B199E-A194-434D-D622-4ABA9276689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20455B72-93E1-8EF2-E1EE-D1BBED84752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Applying Effectively final</a:t>
            </a:r>
          </a:p>
          <a:p>
            <a:pPr algn="l"/>
            <a:r>
              <a:rPr lang="en-US" sz="1800">
                <a:sym typeface="Wingdings" pitchFamily="2" charset="2"/>
              </a:rPr>
              <a:t>- In most cases, we ... resources in ... However, we can ... beforehand, but it must be ... or ...</a:t>
            </a:r>
          </a:p>
          <a:p>
            <a:pPr algn="l"/>
            <a:r>
              <a:rPr lang="en-US" sz="1800">
                <a:sym typeface="Wingdings" pitchFamily="2" charset="2"/>
              </a:rPr>
              <a:t>(code illustration snippet 46,47)</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b="1">
                <a:sym typeface="Wingdings" pitchFamily="2" charset="2"/>
              </a:rPr>
              <a:t>Understanding Supressed Exceptions</a:t>
            </a:r>
          </a:p>
          <a:p>
            <a:pPr algn="l"/>
            <a:r>
              <a:rPr lang="en-US" sz="1800">
                <a:sym typeface="Wingdings" pitchFamily="2" charset="2"/>
              </a:rPr>
              <a:t>- This is the hardest topic, the question of this topic is "what if close() throws ..."</a:t>
            </a:r>
          </a:p>
          <a:p>
            <a:pPr algn="l"/>
            <a:r>
              <a:rPr lang="en-US" sz="1800">
                <a:sym typeface="Wingdings" pitchFamily="2" charset="2"/>
              </a:rPr>
              <a:t>(code illustration snippet 48,49)</a:t>
            </a:r>
          </a:p>
          <a:p>
            <a:pPr algn="l"/>
            <a:r>
              <a:rPr lang="en-US" sz="1800">
                <a:sym typeface="Wingdings" pitchFamily="2" charset="2"/>
              </a:rPr>
              <a:t>- What if try also ... If there are multiple ... then all ... except ... will be ... and the first one will be ... (The idea is that Java will consider the first .... is ... and all of the other one willl be ... during the ...)</a:t>
            </a:r>
          </a:p>
          <a:p>
            <a:pPr algn="l"/>
            <a:r>
              <a:rPr lang="en-US" sz="1800">
                <a:sym typeface="Wingdings" pitchFamily="2" charset="2"/>
              </a:rPr>
              <a:t>(code illustration snippet 50,51)</a:t>
            </a:r>
          </a:p>
          <a:p>
            <a:pPr algn="l"/>
            <a:r>
              <a:rPr lang="en-US" sz="1800">
                <a:sym typeface="Wingdings" pitchFamily="2" charset="2"/>
              </a:rPr>
              <a:t>- In general, ... exceptions will follow the ... order (just like normal) and the first ... will be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F8DB189A-BCE4-7FB2-AA63-193B3ABE1AB4}"/>
              </a:ext>
            </a:extLst>
          </p:cNvPr>
          <p:cNvPicPr>
            <a:picLocks noChangeAspect="1"/>
          </p:cNvPicPr>
          <p:nvPr/>
        </p:nvPicPr>
        <p:blipFill>
          <a:blip r:embed="rId3"/>
          <a:stretch>
            <a:fillRect/>
          </a:stretch>
        </p:blipFill>
        <p:spPr>
          <a:xfrm>
            <a:off x="2119084" y="2255794"/>
            <a:ext cx="7289800" cy="1778000"/>
          </a:xfrm>
          <a:prstGeom prst="rect">
            <a:avLst/>
          </a:prstGeom>
        </p:spPr>
      </p:pic>
    </p:spTree>
    <p:extLst>
      <p:ext uri="{BB962C8B-B14F-4D97-AF65-F5344CB8AC3E}">
        <p14:creationId xmlns:p14="http://schemas.microsoft.com/office/powerpoint/2010/main" val="3174827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F4451-5D0B-C511-E1D4-B979A56799B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67B6993-86FA-286C-5948-CD7F538C04E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37DC98BF-0158-1C4E-5DAF-9D0C6717812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Please be careful that this only happen if ... in ... and ... only</a:t>
            </a:r>
          </a:p>
          <a:p>
            <a:pPr algn="l"/>
            <a:r>
              <a:rPr lang="en-US" sz="1800">
                <a:sym typeface="Wingdings" pitchFamily="2" charset="2"/>
              </a:rPr>
              <a:t>(code illustration snippet 52)</a:t>
            </a:r>
          </a:p>
          <a:p>
            <a:pPr algn="l"/>
            <a:r>
              <a:rPr lang="en-US" sz="1800">
                <a:sym typeface="Wingdings" pitchFamily="2" charset="2"/>
              </a:rPr>
              <a:t>- Note: This code doesn't run because this is how Java ... If finally ... and try also ... then finally ... and ... ignored</a:t>
            </a:r>
          </a:p>
          <a:p>
            <a:pPr algn="l"/>
            <a:r>
              <a:rPr lang="en-US" sz="1800" b="1">
                <a:sym typeface="Wingdings" pitchFamily="2" charset="2"/>
              </a:rPr>
              <a:t>Formatting values</a:t>
            </a:r>
          </a:p>
          <a:p>
            <a:pPr algn="l"/>
            <a:r>
              <a:rPr lang="en-US" sz="1800">
                <a:sym typeface="Wingdings" pitchFamily="2" charset="2"/>
              </a:rPr>
              <a:t>- We come back to old ... </a:t>
            </a:r>
          </a:p>
          <a:p>
            <a:pPr algn="l"/>
            <a:r>
              <a:rPr lang="en-US" sz="1800" b="1">
                <a:sym typeface="Wingdings" pitchFamily="2" charset="2"/>
              </a:rPr>
              <a:t>Formatting Numbers</a:t>
            </a:r>
          </a:p>
          <a:p>
            <a:pPr algn="l"/>
            <a:r>
              <a:rPr lang="en-US" sz="1800">
                <a:sym typeface="Wingdings" pitchFamily="2" charset="2"/>
              </a:rPr>
              <a:t>- In chapter 4, we studied about String .... However, it is kinda ... and the mechanism is ... =&gt; We need a better solution =&gt; Introducing NumberFormat ... (idk why the books said ..., when it is a ... class)</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33009F19-B2C1-4B81-21BD-E4E1BFBE08A9}"/>
              </a:ext>
            </a:extLst>
          </p:cNvPr>
          <p:cNvPicPr>
            <a:picLocks noChangeAspect="1"/>
          </p:cNvPicPr>
          <p:nvPr/>
        </p:nvPicPr>
        <p:blipFill>
          <a:blip r:embed="rId3"/>
          <a:stretch>
            <a:fillRect/>
          </a:stretch>
        </p:blipFill>
        <p:spPr>
          <a:xfrm>
            <a:off x="1976162" y="4130417"/>
            <a:ext cx="8239676" cy="1269485"/>
          </a:xfrm>
          <a:prstGeom prst="rect">
            <a:avLst/>
          </a:prstGeom>
        </p:spPr>
      </p:pic>
    </p:spTree>
    <p:extLst>
      <p:ext uri="{BB962C8B-B14F-4D97-AF65-F5344CB8AC3E}">
        <p14:creationId xmlns:p14="http://schemas.microsoft.com/office/powerpoint/2010/main" val="787304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CA8D2-40FB-DCD6-6858-568FD341806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D205D32-01BB-8BF1-D5C5-59402263071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3D45243C-CBD3-C9C5-C82A-DA0D212BBA8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Since ... is a ... class =&gt; we need a ... class to use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CA91772A-85D5-941C-57F9-B2905C5363DA}"/>
              </a:ext>
            </a:extLst>
          </p:cNvPr>
          <p:cNvPicPr>
            <a:picLocks noChangeAspect="1"/>
          </p:cNvPicPr>
          <p:nvPr/>
        </p:nvPicPr>
        <p:blipFill>
          <a:blip r:embed="rId3"/>
          <a:stretch>
            <a:fillRect/>
          </a:stretch>
        </p:blipFill>
        <p:spPr>
          <a:xfrm>
            <a:off x="1322289" y="2607276"/>
            <a:ext cx="8883390" cy="1324232"/>
          </a:xfrm>
          <a:prstGeom prst="rect">
            <a:avLst/>
          </a:prstGeom>
        </p:spPr>
      </p:pic>
    </p:spTree>
    <p:extLst>
      <p:ext uri="{BB962C8B-B14F-4D97-AF65-F5344CB8AC3E}">
        <p14:creationId xmlns:p14="http://schemas.microsoft.com/office/powerpoint/2010/main" val="3263395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843A4-B43A-F0CE-5B1D-D19BFCFC776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2C9E149-58F3-5400-E442-72DDD223D23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0CB26E9F-AEFB-C359-D22B-071D8DF09EA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5" name="Picture 4">
            <a:extLst>
              <a:ext uri="{FF2B5EF4-FFF2-40B4-BE49-F238E27FC236}">
                <a16:creationId xmlns:a16="http://schemas.microsoft.com/office/drawing/2014/main" id="{CAF23A53-9871-2E96-1976-DA27727CA1ED}"/>
              </a:ext>
            </a:extLst>
          </p:cNvPr>
          <p:cNvPicPr>
            <a:picLocks noChangeAspect="1"/>
          </p:cNvPicPr>
          <p:nvPr/>
        </p:nvPicPr>
        <p:blipFill>
          <a:blip r:embed="rId3"/>
          <a:stretch>
            <a:fillRect/>
          </a:stretch>
        </p:blipFill>
        <p:spPr>
          <a:xfrm>
            <a:off x="1257441" y="2319106"/>
            <a:ext cx="9677117" cy="2219788"/>
          </a:xfrm>
          <a:prstGeom prst="rect">
            <a:avLst/>
          </a:prstGeom>
        </p:spPr>
      </p:pic>
      <p:sp>
        <p:nvSpPr>
          <p:cNvPr id="6" name="Rectangle 5">
            <a:extLst>
              <a:ext uri="{FF2B5EF4-FFF2-40B4-BE49-F238E27FC236}">
                <a16:creationId xmlns:a16="http://schemas.microsoft.com/office/drawing/2014/main" id="{4468C515-7D4C-52E2-7212-7B6ADAD9600D}"/>
              </a:ext>
            </a:extLst>
          </p:cNvPr>
          <p:cNvSpPr/>
          <p:nvPr/>
        </p:nvSpPr>
        <p:spPr>
          <a:xfrm>
            <a:off x="3459892" y="3249827"/>
            <a:ext cx="6153665" cy="10626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825603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B5CB6-0009-E4CE-5CC1-BF8CBFC067C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55EE045-5432-FD0F-1ADC-3EC73936C0D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C1EE6AED-0875-BB8D-2A44-1456A43C98D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Note: We just need to specify ... and Java will ... it (no matter ...). Also, if the number is too ... (double only) then it will be ... due to ... Moreover, if we specify ... like 000,00 or 00,000, then Java will ... </a:t>
            </a:r>
          </a:p>
          <a:p>
            <a:pPr algn="l"/>
            <a:r>
              <a:rPr lang="en-US" sz="1800">
                <a:sym typeface="Wingdings" pitchFamily="2" charset="2"/>
              </a:rPr>
              <a:t>(code illustration snippet 53)</a:t>
            </a:r>
          </a:p>
          <a:p>
            <a:pPr algn="l"/>
            <a:r>
              <a:rPr lang="en-US" sz="1800">
                <a:sym typeface="Wingdings" pitchFamily="2" charset="2"/>
              </a:rPr>
              <a:t>- Later on in Localization, there will be another ...</a:t>
            </a:r>
          </a:p>
          <a:p>
            <a:pPr algn="l"/>
            <a:r>
              <a:rPr lang="en-US" sz="1800" b="1">
                <a:sym typeface="Wingdings" pitchFamily="2" charset="2"/>
              </a:rPr>
              <a:t>Formatting Dates and Times</a:t>
            </a:r>
          </a:p>
          <a:p>
            <a:pPr algn="l"/>
            <a:r>
              <a:rPr lang="en-US" sz="1800">
                <a:sym typeface="Wingdings" pitchFamily="2" charset="2"/>
              </a:rPr>
              <a:t>(code illustration snippet 54, 55,56)</a:t>
            </a:r>
          </a:p>
          <a:p>
            <a:pPr algn="l"/>
            <a:r>
              <a:rPr lang="en-US" sz="1800" b="1">
                <a:sym typeface="Wingdings" pitchFamily="2" charset="2"/>
              </a:rPr>
              <a:t>Customizing the Date/Time Format</a:t>
            </a:r>
          </a:p>
          <a:p>
            <a:pPr algn="l"/>
            <a:r>
              <a:rPr lang="en-US" sz="1800">
                <a:sym typeface="Wingdings" pitchFamily="2" charset="2"/>
              </a:rPr>
              <a:t>- If we don't ..., we can ...</a:t>
            </a:r>
          </a:p>
          <a:p>
            <a:pPr algn="l"/>
            <a:r>
              <a:rPr lang="en-US" sz="1800">
                <a:sym typeface="Wingdings" pitchFamily="2" charset="2"/>
              </a:rPr>
              <a:t>(code illustration snippet 57)</a:t>
            </a:r>
          </a:p>
          <a:p>
            <a:pPr algn="l"/>
            <a:r>
              <a:rPr lang="en-US" sz="1800">
                <a:sym typeface="Wingdings" pitchFamily="2" charset="2"/>
              </a:rPr>
              <a:t>- Every char is ... </a:t>
            </a:r>
          </a:p>
          <a:p>
            <a:pPr algn="l"/>
            <a:r>
              <a:rPr lang="en-US" sz="1800">
                <a:sym typeface="Wingdings" pitchFamily="2" charset="2"/>
              </a:rPr>
              <a:t>- The number of char ...</a:t>
            </a:r>
          </a:p>
          <a:p>
            <a:pPr algn="l"/>
            <a:r>
              <a:rPr lang="en-US" sz="1800">
                <a:sym typeface="Wingdings" pitchFamily="2" charset="2"/>
              </a:rPr>
              <a:t>– In the exam, there will be possibilities that it will ask us an old ... SimpleDateFormat ... just know that ... compatible</a:t>
            </a:r>
          </a:p>
          <a:p>
            <a:pPr algn="l"/>
            <a:endParaRPr lang="en-US" sz="1800">
              <a:sym typeface="Wingdings" pitchFamily="2" charset="2"/>
            </a:endParaRPr>
          </a:p>
        </p:txBody>
      </p:sp>
    </p:spTree>
    <p:extLst>
      <p:ext uri="{BB962C8B-B14F-4D97-AF65-F5344CB8AC3E}">
        <p14:creationId xmlns:p14="http://schemas.microsoft.com/office/powerpoint/2010/main" val="3540395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E65E6-5050-6A34-2E7D-041A8F01601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DF8B9CF-A4A5-EEE5-DD74-A62C7979B39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7B5E84C4-6C97-1ED0-AE16-65A536BEC89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116E580B-2FB7-C68B-A5BE-C63CEFC2F369}"/>
              </a:ext>
            </a:extLst>
          </p:cNvPr>
          <p:cNvPicPr>
            <a:picLocks noChangeAspect="1"/>
          </p:cNvPicPr>
          <p:nvPr/>
        </p:nvPicPr>
        <p:blipFill>
          <a:blip r:embed="rId3"/>
          <a:stretch>
            <a:fillRect/>
          </a:stretch>
        </p:blipFill>
        <p:spPr>
          <a:xfrm>
            <a:off x="2560385" y="520700"/>
            <a:ext cx="7071230" cy="6351963"/>
          </a:xfrm>
          <a:prstGeom prst="rect">
            <a:avLst/>
          </a:prstGeom>
        </p:spPr>
      </p:pic>
      <p:sp>
        <p:nvSpPr>
          <p:cNvPr id="5" name="Rectangle 4">
            <a:extLst>
              <a:ext uri="{FF2B5EF4-FFF2-40B4-BE49-F238E27FC236}">
                <a16:creationId xmlns:a16="http://schemas.microsoft.com/office/drawing/2014/main" id="{0B5979EC-3990-D3E6-E57E-1AD2F25822ED}"/>
              </a:ext>
            </a:extLst>
          </p:cNvPr>
          <p:cNvSpPr/>
          <p:nvPr/>
        </p:nvSpPr>
        <p:spPr>
          <a:xfrm>
            <a:off x="4337222" y="820738"/>
            <a:ext cx="4917989" cy="60372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946115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6576D-F7DD-2A83-3B50-16BABDAB4CE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FE3B3F6-5B87-C727-5A82-48F785776EA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88A440C7-DCD0-A7AE-DF90-43B11B3B600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58)</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93D8A701-AD54-F006-5BD5-174239253738}"/>
              </a:ext>
            </a:extLst>
          </p:cNvPr>
          <p:cNvPicPr>
            <a:picLocks noChangeAspect="1"/>
          </p:cNvPicPr>
          <p:nvPr/>
        </p:nvPicPr>
        <p:blipFill>
          <a:blip r:embed="rId3"/>
          <a:stretch>
            <a:fillRect/>
          </a:stretch>
        </p:blipFill>
        <p:spPr>
          <a:xfrm>
            <a:off x="2209800" y="1433626"/>
            <a:ext cx="7772400" cy="4811485"/>
          </a:xfrm>
          <a:prstGeom prst="rect">
            <a:avLst/>
          </a:prstGeom>
        </p:spPr>
      </p:pic>
      <p:sp>
        <p:nvSpPr>
          <p:cNvPr id="5" name="Rectangle 4">
            <a:extLst>
              <a:ext uri="{FF2B5EF4-FFF2-40B4-BE49-F238E27FC236}">
                <a16:creationId xmlns:a16="http://schemas.microsoft.com/office/drawing/2014/main" id="{ED6A3B17-E345-705F-C425-E28646626CCA}"/>
              </a:ext>
            </a:extLst>
          </p:cNvPr>
          <p:cNvSpPr/>
          <p:nvPr/>
        </p:nvSpPr>
        <p:spPr>
          <a:xfrm>
            <a:off x="3991232" y="2248930"/>
            <a:ext cx="5659395" cy="3788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985662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9ED9B-79B0-ED61-2C85-40DB6A69F4D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8A8CFDC-9C10-1A3D-2D75-25DD95DD07B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11 – Exceptions and Localization</a:t>
            </a:r>
          </a:p>
        </p:txBody>
      </p:sp>
      <p:sp>
        <p:nvSpPr>
          <p:cNvPr id="4" name="Subtitle 2">
            <a:extLst>
              <a:ext uri="{FF2B5EF4-FFF2-40B4-BE49-F238E27FC236}">
                <a16:creationId xmlns:a16="http://schemas.microsoft.com/office/drawing/2014/main" id="{7D9EDE91-3D61-628F-7E0F-FF97F6722EF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Selecting a format() Method</a:t>
            </a:r>
          </a:p>
          <a:p>
            <a:pPr algn="l"/>
            <a:r>
              <a:rPr lang="en-US" sz="1800">
                <a:sym typeface="Wingdings" pitchFamily="2" charset="2"/>
              </a:rPr>
              <a:t>- DateTime has ... and DateTimeFormatter has ... =&gt; ... </a:t>
            </a:r>
          </a:p>
          <a:p>
            <a:pPr algn="l"/>
            <a:r>
              <a:rPr lang="en-US" sz="1800">
                <a:sym typeface="Wingdings" pitchFamily="2" charset="2"/>
              </a:rPr>
              <a:t>(code illustration snippet 59) </a:t>
            </a:r>
          </a:p>
          <a:p>
            <a:pPr algn="l"/>
            <a:r>
              <a:rPr lang="en-US" sz="1800" b="1">
                <a:sym typeface="Wingdings" pitchFamily="2" charset="2"/>
              </a:rPr>
              <a:t>Adding Custom Text Values</a:t>
            </a:r>
          </a:p>
          <a:p>
            <a:pPr algn="l"/>
            <a:r>
              <a:rPr lang="en-US" sz="1800">
                <a:sym typeface="Wingdings" pitchFamily="2" charset="2"/>
              </a:rPr>
              <a:t>- However, String format will ... each char is ... =&gt; If we ...</a:t>
            </a:r>
          </a:p>
          <a:p>
            <a:pPr algn="l"/>
            <a:r>
              <a:rPr lang="en-US" sz="1800">
                <a:sym typeface="Wingdings" pitchFamily="2" charset="2"/>
              </a:rPr>
              <a:t>- A way to solve this is ... String ...</a:t>
            </a:r>
          </a:p>
          <a:p>
            <a:pPr algn="l"/>
            <a:r>
              <a:rPr lang="en-US" sz="1800">
                <a:sym typeface="Wingdings" pitchFamily="2" charset="2"/>
              </a:rPr>
              <a:t>(code illustration snippet 60)</a:t>
            </a:r>
          </a:p>
          <a:p>
            <a:pPr algn="l"/>
            <a:r>
              <a:rPr lang="en-US" sz="1800">
                <a:sym typeface="Wingdings" pitchFamily="2" charset="2"/>
              </a:rPr>
              <a:t>- However, if the code is getting more ... =&gt; ... long =&gt; Java allows us to ... additional ... using single ...</a:t>
            </a:r>
          </a:p>
          <a:p>
            <a:pPr algn="l"/>
            <a:r>
              <a:rPr lang="en-US" sz="1800">
                <a:sym typeface="Wingdings" pitchFamily="2" charset="2"/>
              </a:rPr>
              <a:t>(code illustration snuppet 61)</a:t>
            </a:r>
          </a:p>
          <a:p>
            <a:pPr algn="l"/>
            <a:r>
              <a:rPr lang="en-US" sz="1800">
                <a:sym typeface="Wingdings" pitchFamily="2" charset="2"/>
              </a:rPr>
              <a:t>- But what if we still want to use single ... in our ... too ? Then we can use ... just like how we use ...</a:t>
            </a:r>
          </a:p>
          <a:p>
            <a:pPr algn="l"/>
            <a:r>
              <a:rPr lang="en-US" sz="1800">
                <a:sym typeface="Wingdings" pitchFamily="2" charset="2"/>
              </a:rPr>
              <a:t>(code illustration snippet 62,63,64)</a:t>
            </a:r>
          </a:p>
          <a:p>
            <a:pPr algn="l"/>
            <a:r>
              <a:rPr lang="en-US" sz="1800">
                <a:sym typeface="Wingdings" pitchFamily="2" charset="2"/>
              </a:rPr>
              <a:t>- If we don't use ... then ...</a:t>
            </a:r>
          </a:p>
          <a:p>
            <a:pPr algn="l"/>
            <a:r>
              <a:rPr lang="en-US" sz="1800">
                <a:sym typeface="Wingdings" pitchFamily="2" charset="2"/>
              </a:rPr>
              <a:t>(code illustration snippet 65,66)</a:t>
            </a:r>
          </a:p>
        </p:txBody>
      </p:sp>
    </p:spTree>
    <p:extLst>
      <p:ext uri="{BB962C8B-B14F-4D97-AF65-F5344CB8AC3E}">
        <p14:creationId xmlns:p14="http://schemas.microsoft.com/office/powerpoint/2010/main" val="579071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20357</TotalTime>
  <Words>1603</Words>
  <Application>Microsoft Macintosh PowerPoint</Application>
  <PresentationFormat>Widescreen</PresentationFormat>
  <Paragraphs>221</Paragraphs>
  <Slides>27</Slides>
  <Notes>26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Aptos Display</vt:lpstr>
      <vt:lpstr>Arial</vt:lpstr>
      <vt:lpstr>Wingdings</vt:lpstr>
      <vt:lpstr>Office Theme</vt:lpstr>
      <vt:lpstr>Java SE 17 –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Dinh Vinh Mai</dc:creator>
  <cp:lastModifiedBy>Mai Dinh Vinh  (S.CECS)</cp:lastModifiedBy>
  <cp:revision>52</cp:revision>
  <dcterms:created xsi:type="dcterms:W3CDTF">2024-07-05T03:43:45Z</dcterms:created>
  <dcterms:modified xsi:type="dcterms:W3CDTF">2025-12-18T11:29:13Z</dcterms:modified>
</cp:coreProperties>
</file>