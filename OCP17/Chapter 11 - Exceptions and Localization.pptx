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5CD2C29-6869-4EB9-A262-397E95AA9D5D}">
          <p14:sldIdLst>
            <p14:sldId id="256"/>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F12651-E492-4749-A948-8FB040B70964}" v="10997" dt="2024-07-11T23:31:06.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38" autoAdjust="0"/>
    <p:restoredTop sz="92164"/>
  </p:normalViewPr>
  <p:slideViewPr>
    <p:cSldViewPr snapToGrid="0">
      <p:cViewPr varScale="1">
        <p:scale>
          <a:sx n="115" d="100"/>
          <a:sy n="115"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h Vinh Mai" userId="b8e4a559-41e0-4141-8dc1-330451d69615" providerId="ADAL" clId="{9AF12651-E492-4749-A948-8FB040B70964}"/>
    <pc:docChg chg="undo custSel addSld delSld modSld sldOrd addSection delSection modSection">
      <pc:chgData name="Dinh Vinh Mai" userId="b8e4a559-41e0-4141-8dc1-330451d69615" providerId="ADAL" clId="{9AF12651-E492-4749-A948-8FB040B70964}" dt="2024-07-11T23:31:06.508" v="15304" actId="20577"/>
      <pc:docMkLst>
        <pc:docMk/>
      </pc:docMkLst>
      <pc:sldChg chg="del">
        <pc:chgData name="Dinh Vinh Mai" userId="b8e4a559-41e0-4141-8dc1-330451d69615" providerId="ADAL" clId="{9AF12651-E492-4749-A948-8FB040B70964}" dt="2024-07-11T01:41:42.792" v="0" actId="47"/>
        <pc:sldMkLst>
          <pc:docMk/>
          <pc:sldMk cId="217268900" sldId="256"/>
        </pc:sldMkLst>
      </pc:sldChg>
      <pc:sldChg chg="modSp new mod">
        <pc:chgData name="Dinh Vinh Mai" userId="b8e4a559-41e0-4141-8dc1-330451d69615" providerId="ADAL" clId="{9AF12651-E492-4749-A948-8FB040B70964}" dt="2024-07-11T01:42:31.374" v="77" actId="20577"/>
        <pc:sldMkLst>
          <pc:docMk/>
          <pc:sldMk cId="2437323191" sldId="256"/>
        </pc:sldMkLst>
        <pc:spChg chg="mod">
          <ac:chgData name="Dinh Vinh Mai" userId="b8e4a559-41e0-4141-8dc1-330451d69615" providerId="ADAL" clId="{9AF12651-E492-4749-A948-8FB040B70964}" dt="2024-07-11T01:41:58.931" v="44" actId="20577"/>
          <ac:spMkLst>
            <pc:docMk/>
            <pc:sldMk cId="2437323191" sldId="256"/>
            <ac:spMk id="2" creationId="{5F432DBD-CB83-55BD-128C-2C66E47798F8}"/>
          </ac:spMkLst>
        </pc:spChg>
        <pc:spChg chg="mod">
          <ac:chgData name="Dinh Vinh Mai" userId="b8e4a559-41e0-4141-8dc1-330451d69615" providerId="ADAL" clId="{9AF12651-E492-4749-A948-8FB040B70964}" dt="2024-07-11T01:42:31.374" v="77" actId="20577"/>
          <ac:spMkLst>
            <pc:docMk/>
            <pc:sldMk cId="2437323191" sldId="256"/>
            <ac:spMk id="3" creationId="{96DD8BC4-D539-661E-8A88-53AF6C208F93}"/>
          </ac:spMkLst>
        </pc:spChg>
      </pc:sldChg>
      <pc:sldChg chg="addSp delSp modSp add del mod">
        <pc:chgData name="Dinh Vinh Mai" userId="b8e4a559-41e0-4141-8dc1-330451d69615" providerId="ADAL" clId="{9AF12651-E492-4749-A948-8FB040B70964}" dt="2024-07-11T01:48:04.827" v="216" actId="47"/>
        <pc:sldMkLst>
          <pc:docMk/>
          <pc:sldMk cId="1145363845" sldId="257"/>
        </pc:sldMkLst>
        <pc:spChg chg="del mod">
          <ac:chgData name="Dinh Vinh Mai" userId="b8e4a559-41e0-4141-8dc1-330451d69615" providerId="ADAL" clId="{9AF12651-E492-4749-A948-8FB040B70964}" dt="2024-07-11T01:44:11.394" v="80" actId="478"/>
          <ac:spMkLst>
            <pc:docMk/>
            <pc:sldMk cId="1145363845" sldId="257"/>
            <ac:spMk id="2" creationId="{5F432DBD-CB83-55BD-128C-2C66E47798F8}"/>
          </ac:spMkLst>
        </pc:spChg>
        <pc:spChg chg="mod">
          <ac:chgData name="Dinh Vinh Mai" userId="b8e4a559-41e0-4141-8dc1-330451d69615" providerId="ADAL" clId="{9AF12651-E492-4749-A948-8FB040B70964}" dt="2024-07-11T01:46:05.600" v="116" actId="1076"/>
          <ac:spMkLst>
            <pc:docMk/>
            <pc:sldMk cId="1145363845" sldId="257"/>
            <ac:spMk id="3" creationId="{96DD8BC4-D539-661E-8A88-53AF6C208F93}"/>
          </ac:spMkLst>
        </pc:spChg>
        <pc:spChg chg="add del mod">
          <ac:chgData name="Dinh Vinh Mai" userId="b8e4a559-41e0-4141-8dc1-330451d69615" providerId="ADAL" clId="{9AF12651-E492-4749-A948-8FB040B70964}" dt="2024-07-11T01:47:56.554" v="215" actId="478"/>
          <ac:spMkLst>
            <pc:docMk/>
            <pc:sldMk cId="1145363845" sldId="257"/>
            <ac:spMk id="4" creationId="{BBA13038-CAB8-FCA0-CDE8-65E40C2F10A3}"/>
          </ac:spMkLst>
        </pc:spChg>
      </pc:sldChg>
      <pc:sldChg chg="del">
        <pc:chgData name="Dinh Vinh Mai" userId="b8e4a559-41e0-4141-8dc1-330451d69615" providerId="ADAL" clId="{9AF12651-E492-4749-A948-8FB040B70964}" dt="2024-07-11T01:41:42.792" v="0" actId="47"/>
        <pc:sldMkLst>
          <pc:docMk/>
          <pc:sldMk cId="3564134708" sldId="257"/>
        </pc:sldMkLst>
      </pc:sldChg>
      <pc:sldChg chg="modSp add mod modAnim">
        <pc:chgData name="Dinh Vinh Mai" userId="b8e4a559-41e0-4141-8dc1-330451d69615" providerId="ADAL" clId="{9AF12651-E492-4749-A948-8FB040B70964}" dt="2024-07-11T02:13:51.984" v="3027"/>
        <pc:sldMkLst>
          <pc:docMk/>
          <pc:sldMk cId="715447292" sldId="258"/>
        </pc:sldMkLst>
        <pc:spChg chg="mod">
          <ac:chgData name="Dinh Vinh Mai" userId="b8e4a559-41e0-4141-8dc1-330451d69615" providerId="ADAL" clId="{9AF12651-E492-4749-A948-8FB040B70964}" dt="2024-07-11T02:13:26.874" v="3021" actId="20577"/>
          <ac:spMkLst>
            <pc:docMk/>
            <pc:sldMk cId="715447292" sldId="258"/>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315607852" sldId="258"/>
        </pc:sldMkLst>
      </pc:sldChg>
      <pc:sldChg chg="del">
        <pc:chgData name="Dinh Vinh Mai" userId="b8e4a559-41e0-4141-8dc1-330451d69615" providerId="ADAL" clId="{9AF12651-E492-4749-A948-8FB040B70964}" dt="2024-07-11T01:41:42.792" v="0" actId="47"/>
        <pc:sldMkLst>
          <pc:docMk/>
          <pc:sldMk cId="1400435694" sldId="259"/>
        </pc:sldMkLst>
      </pc:sldChg>
      <pc:sldChg chg="modSp add modAnim">
        <pc:chgData name="Dinh Vinh Mai" userId="b8e4a559-41e0-4141-8dc1-330451d69615" providerId="ADAL" clId="{9AF12651-E492-4749-A948-8FB040B70964}" dt="2024-07-11T08:30:39.020" v="5812"/>
        <pc:sldMkLst>
          <pc:docMk/>
          <pc:sldMk cId="2078495021" sldId="259"/>
        </pc:sldMkLst>
        <pc:spChg chg="mod">
          <ac:chgData name="Dinh Vinh Mai" userId="b8e4a559-41e0-4141-8dc1-330451d69615" providerId="ADAL" clId="{9AF12651-E492-4749-A948-8FB040B70964}" dt="2024-07-11T08:30:19.371" v="5808" actId="20577"/>
          <ac:spMkLst>
            <pc:docMk/>
            <pc:sldMk cId="2078495021" sldId="259"/>
            <ac:spMk id="4" creationId="{BBA13038-CAB8-FCA0-CDE8-65E40C2F10A3}"/>
          </ac:spMkLst>
        </pc:spChg>
      </pc:sldChg>
      <pc:sldChg chg="addSp modSp add mod modAnim">
        <pc:chgData name="Dinh Vinh Mai" userId="b8e4a559-41e0-4141-8dc1-330451d69615" providerId="ADAL" clId="{9AF12651-E492-4749-A948-8FB040B70964}" dt="2024-07-11T08:44:30.109" v="6044" actId="14100"/>
        <pc:sldMkLst>
          <pc:docMk/>
          <pc:sldMk cId="114777668" sldId="260"/>
        </pc:sldMkLst>
        <pc:spChg chg="mod">
          <ac:chgData name="Dinh Vinh Mai" userId="b8e4a559-41e0-4141-8dc1-330451d69615" providerId="ADAL" clId="{9AF12651-E492-4749-A948-8FB040B70964}" dt="2024-07-11T08:33:51.742" v="5824" actId="1076"/>
          <ac:spMkLst>
            <pc:docMk/>
            <pc:sldMk cId="114777668" sldId="260"/>
            <ac:spMk id="3" creationId="{96DD8BC4-D539-661E-8A88-53AF6C208F93}"/>
          </ac:spMkLst>
        </pc:spChg>
        <pc:spChg chg="mod">
          <ac:chgData name="Dinh Vinh Mai" userId="b8e4a559-41e0-4141-8dc1-330451d69615" providerId="ADAL" clId="{9AF12651-E492-4749-A948-8FB040B70964}" dt="2024-07-11T08:32:24.252" v="5814" actId="20577"/>
          <ac:spMkLst>
            <pc:docMk/>
            <pc:sldMk cId="114777668" sldId="260"/>
            <ac:spMk id="4" creationId="{BBA13038-CAB8-FCA0-CDE8-65E40C2F10A3}"/>
          </ac:spMkLst>
        </pc:spChg>
        <pc:spChg chg="add mod">
          <ac:chgData name="Dinh Vinh Mai" userId="b8e4a559-41e0-4141-8dc1-330451d69615" providerId="ADAL" clId="{9AF12651-E492-4749-A948-8FB040B70964}" dt="2024-07-11T08:44:24.609" v="6040" actId="14100"/>
          <ac:spMkLst>
            <pc:docMk/>
            <pc:sldMk cId="114777668" sldId="260"/>
            <ac:spMk id="6" creationId="{4914E028-BBB3-509D-27BD-0D7E14D586F4}"/>
          </ac:spMkLst>
        </pc:spChg>
        <pc:picChg chg="add mod">
          <ac:chgData name="Dinh Vinh Mai" userId="b8e4a559-41e0-4141-8dc1-330451d69615" providerId="ADAL" clId="{9AF12651-E492-4749-A948-8FB040B70964}" dt="2024-07-11T08:44:30.109" v="6044" actId="14100"/>
          <ac:picMkLst>
            <pc:docMk/>
            <pc:sldMk cId="114777668" sldId="260"/>
            <ac:picMk id="5" creationId="{85C0B44A-39CB-36E8-9FE5-05418ECC25C9}"/>
          </ac:picMkLst>
        </pc:picChg>
      </pc:sldChg>
      <pc:sldChg chg="del">
        <pc:chgData name="Dinh Vinh Mai" userId="b8e4a559-41e0-4141-8dc1-330451d69615" providerId="ADAL" clId="{9AF12651-E492-4749-A948-8FB040B70964}" dt="2024-07-11T01:41:42.792" v="0" actId="47"/>
        <pc:sldMkLst>
          <pc:docMk/>
          <pc:sldMk cId="1028437802" sldId="260"/>
        </pc:sldMkLst>
      </pc:sldChg>
      <pc:sldChg chg="del">
        <pc:chgData name="Dinh Vinh Mai" userId="b8e4a559-41e0-4141-8dc1-330451d69615" providerId="ADAL" clId="{9AF12651-E492-4749-A948-8FB040B70964}" dt="2024-07-11T01:41:42.792" v="0" actId="47"/>
        <pc:sldMkLst>
          <pc:docMk/>
          <pc:sldMk cId="315264614" sldId="261"/>
        </pc:sldMkLst>
      </pc:sldChg>
      <pc:sldChg chg="addSp delSp modSp add mod">
        <pc:chgData name="Dinh Vinh Mai" userId="b8e4a559-41e0-4141-8dc1-330451d69615" providerId="ADAL" clId="{9AF12651-E492-4749-A948-8FB040B70964}" dt="2024-07-11T08:56:12.775" v="7015" actId="5793"/>
        <pc:sldMkLst>
          <pc:docMk/>
          <pc:sldMk cId="646613574" sldId="261"/>
        </pc:sldMkLst>
        <pc:spChg chg="mod">
          <ac:chgData name="Dinh Vinh Mai" userId="b8e4a559-41e0-4141-8dc1-330451d69615" providerId="ADAL" clId="{9AF12651-E492-4749-A948-8FB040B70964}" dt="2024-07-11T08:56:12.775" v="7015" actId="5793"/>
          <ac:spMkLst>
            <pc:docMk/>
            <pc:sldMk cId="646613574" sldId="261"/>
            <ac:spMk id="6" creationId="{4914E028-BBB3-509D-27BD-0D7E14D586F4}"/>
          </ac:spMkLst>
        </pc:spChg>
        <pc:picChg chg="del">
          <ac:chgData name="Dinh Vinh Mai" userId="b8e4a559-41e0-4141-8dc1-330451d69615" providerId="ADAL" clId="{9AF12651-E492-4749-A948-8FB040B70964}" dt="2024-07-11T08:44:57.780" v="6049" actId="478"/>
          <ac:picMkLst>
            <pc:docMk/>
            <pc:sldMk cId="646613574" sldId="261"/>
            <ac:picMk id="5" creationId="{85C0B44A-39CB-36E8-9FE5-05418ECC25C9}"/>
          </ac:picMkLst>
        </pc:picChg>
        <pc:picChg chg="add mod">
          <ac:chgData name="Dinh Vinh Mai" userId="b8e4a559-41e0-4141-8dc1-330451d69615" providerId="ADAL" clId="{9AF12651-E492-4749-A948-8FB040B70964}" dt="2024-07-11T08:45:06.295" v="6054" actId="1076"/>
          <ac:picMkLst>
            <pc:docMk/>
            <pc:sldMk cId="646613574" sldId="261"/>
            <ac:picMk id="7" creationId="{DEB481D6-5356-0DD2-3F6F-3A03A44D641A}"/>
          </ac:picMkLst>
        </pc:picChg>
      </pc:sldChg>
      <pc:sldChg chg="del">
        <pc:chgData name="Dinh Vinh Mai" userId="b8e4a559-41e0-4141-8dc1-330451d69615" providerId="ADAL" clId="{9AF12651-E492-4749-A948-8FB040B70964}" dt="2024-07-11T01:41:42.792" v="0" actId="47"/>
        <pc:sldMkLst>
          <pc:docMk/>
          <pc:sldMk cId="2377540471" sldId="262"/>
        </pc:sldMkLst>
      </pc:sldChg>
      <pc:sldChg chg="addSp modSp add mod ord modAnim">
        <pc:chgData name="Dinh Vinh Mai" userId="b8e4a559-41e0-4141-8dc1-330451d69615" providerId="ADAL" clId="{9AF12651-E492-4749-A948-8FB040B70964}" dt="2024-07-11T22:49:23.115" v="11711" actId="20577"/>
        <pc:sldMkLst>
          <pc:docMk/>
          <pc:sldMk cId="2729605296" sldId="262"/>
        </pc:sldMkLst>
        <pc:spChg chg="add mod">
          <ac:chgData name="Dinh Vinh Mai" userId="b8e4a559-41e0-4141-8dc1-330451d69615" providerId="ADAL" clId="{9AF12651-E492-4749-A948-8FB040B70964}" dt="2024-07-11T22:49:23.115" v="11711" actId="20577"/>
          <ac:spMkLst>
            <pc:docMk/>
            <pc:sldMk cId="2729605296" sldId="262"/>
            <ac:spMk id="2" creationId="{98D47709-0A78-AACC-5CCE-FD59A7D17E27}"/>
          </ac:spMkLst>
        </pc:spChg>
        <pc:spChg chg="mod">
          <ac:chgData name="Dinh Vinh Mai" userId="b8e4a559-41e0-4141-8dc1-330451d69615" providerId="ADAL" clId="{9AF12651-E492-4749-A948-8FB040B70964}" dt="2024-07-11T09:05:22.824" v="7310" actId="20577"/>
          <ac:spMkLst>
            <pc:docMk/>
            <pc:sldMk cId="2729605296" sldId="262"/>
            <ac:spMk id="3" creationId="{96DD8BC4-D539-661E-8A88-53AF6C208F93}"/>
          </ac:spMkLst>
        </pc:spChg>
        <pc:spChg chg="mod">
          <ac:chgData name="Dinh Vinh Mai" userId="b8e4a559-41e0-4141-8dc1-330451d69615" providerId="ADAL" clId="{9AF12651-E492-4749-A948-8FB040B70964}" dt="2024-07-11T09:05:04.583" v="7283" actId="20577"/>
          <ac:spMkLst>
            <pc:docMk/>
            <pc:sldMk cId="2729605296" sldId="262"/>
            <ac:spMk id="4" creationId="{BBA13038-CAB8-FCA0-CDE8-65E40C2F10A3}"/>
          </ac:spMkLst>
        </pc:spChg>
      </pc:sldChg>
      <pc:sldChg chg="del">
        <pc:chgData name="Dinh Vinh Mai" userId="b8e4a559-41e0-4141-8dc1-330451d69615" providerId="ADAL" clId="{9AF12651-E492-4749-A948-8FB040B70964}" dt="2024-07-11T01:41:42.792" v="0" actId="47"/>
        <pc:sldMkLst>
          <pc:docMk/>
          <pc:sldMk cId="1501040282" sldId="263"/>
        </pc:sldMkLst>
      </pc:sldChg>
      <pc:sldChg chg="add ord">
        <pc:chgData name="Dinh Vinh Mai" userId="b8e4a559-41e0-4141-8dc1-330451d69615" providerId="ADAL" clId="{9AF12651-E492-4749-A948-8FB040B70964}" dt="2024-07-11T22:49:33.159" v="11713"/>
        <pc:sldMkLst>
          <pc:docMk/>
          <pc:sldMk cId="2236708295" sldId="263"/>
        </pc:sldMkLst>
      </pc:sldChg>
      <pc:sldChg chg="add del ord">
        <pc:chgData name="Dinh Vinh Mai" userId="b8e4a559-41e0-4141-8dc1-330451d69615" providerId="ADAL" clId="{9AF12651-E492-4749-A948-8FB040B70964}" dt="2024-07-11T09:05:35.894" v="7314" actId="47"/>
        <pc:sldMkLst>
          <pc:docMk/>
          <pc:sldMk cId="2960663922" sldId="263"/>
        </pc:sldMkLst>
      </pc:sldChg>
      <pc:sldChg chg="modSp add modAnim">
        <pc:chgData name="Dinh Vinh Mai" userId="b8e4a559-41e0-4141-8dc1-330451d69615" providerId="ADAL" clId="{9AF12651-E492-4749-A948-8FB040B70964}" dt="2024-07-11T23:16:27.961" v="14529" actId="207"/>
        <pc:sldMkLst>
          <pc:docMk/>
          <pc:sldMk cId="193709571" sldId="264"/>
        </pc:sldMkLst>
        <pc:spChg chg="mod">
          <ac:chgData name="Dinh Vinh Mai" userId="b8e4a559-41e0-4141-8dc1-330451d69615" providerId="ADAL" clId="{9AF12651-E492-4749-A948-8FB040B70964}" dt="2024-07-11T23:16:27.961" v="14529" actId="207"/>
          <ac:spMkLst>
            <pc:docMk/>
            <pc:sldMk cId="193709571" sldId="264"/>
            <ac:spMk id="2" creationId="{98D47709-0A78-AACC-5CCE-FD59A7D17E27}"/>
          </ac:spMkLst>
        </pc:spChg>
      </pc:sldChg>
      <pc:sldChg chg="del">
        <pc:chgData name="Dinh Vinh Mai" userId="b8e4a559-41e0-4141-8dc1-330451d69615" providerId="ADAL" clId="{9AF12651-E492-4749-A948-8FB040B70964}" dt="2024-07-11T01:41:42.792" v="0" actId="47"/>
        <pc:sldMkLst>
          <pc:docMk/>
          <pc:sldMk cId="364621379" sldId="264"/>
        </pc:sldMkLst>
      </pc:sldChg>
      <pc:sldChg chg="modSp add mod modAnim">
        <pc:chgData name="Dinh Vinh Mai" userId="b8e4a559-41e0-4141-8dc1-330451d69615" providerId="ADAL" clId="{9AF12651-E492-4749-A948-8FB040B70964}" dt="2024-07-11T23:31:06.508" v="15304" actId="20577"/>
        <pc:sldMkLst>
          <pc:docMk/>
          <pc:sldMk cId="3978505155" sldId="265"/>
        </pc:sldMkLst>
        <pc:spChg chg="mod">
          <ac:chgData name="Dinh Vinh Mai" userId="b8e4a559-41e0-4141-8dc1-330451d69615" providerId="ADAL" clId="{9AF12651-E492-4749-A948-8FB040B70964}" dt="2024-07-11T23:31:06.508" v="15304" actId="20577"/>
          <ac:spMkLst>
            <pc:docMk/>
            <pc:sldMk cId="3978505155" sldId="265"/>
            <ac:spMk id="2" creationId="{98D47709-0A78-AACC-5CCE-FD59A7D17E27}"/>
          </ac:spMkLst>
        </pc:spChg>
        <pc:spChg chg="mod">
          <ac:chgData name="Dinh Vinh Mai" userId="b8e4a559-41e0-4141-8dc1-330451d69615" providerId="ADAL" clId="{9AF12651-E492-4749-A948-8FB040B70964}" dt="2024-07-11T23:21:20.391" v="14574" actId="20577"/>
          <ac:spMkLst>
            <pc:docMk/>
            <pc:sldMk cId="3978505155" sldId="265"/>
            <ac:spMk id="3" creationId="{96DD8BC4-D539-661E-8A88-53AF6C208F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CA2D73-2532-A640-A667-27AB4D0D333F}" type="datetimeFigureOut">
              <a:t>25/12/25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6FF3D1-0F45-2240-9B47-75654C02E24A}" type="slidenum">
              <a:t>‹#›</a:t>
            </a:fld>
            <a:endParaRPr lang="en-VN"/>
          </a:p>
        </p:txBody>
      </p:sp>
    </p:spTree>
    <p:extLst>
      <p:ext uri="{BB962C8B-B14F-4D97-AF65-F5344CB8AC3E}">
        <p14:creationId xmlns:p14="http://schemas.microsoft.com/office/powerpoint/2010/main" val="19714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E7630-52AC-6850-F366-337DC0C7CC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D3F92-4320-FB05-41D9-3C25338399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5BA21-5291-00B1-DDA1-5A26DC3A8D7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329C4681-FA83-498B-F24F-3CAA3CBE94CE}"/>
              </a:ext>
            </a:extLst>
          </p:cNvPr>
          <p:cNvSpPr>
            <a:spLocks noGrp="1"/>
          </p:cNvSpPr>
          <p:nvPr>
            <p:ph type="sldNum" sz="quarter" idx="5"/>
          </p:nvPr>
        </p:nvSpPr>
        <p:spPr/>
        <p:txBody>
          <a:bodyPr/>
          <a:lstStyle/>
          <a:p>
            <a:fld id="{576FF3D1-0F45-2240-9B47-75654C02E24A}" type="slidenum">
              <a:t>2</a:t>
            </a:fld>
            <a:endParaRPr lang="en-VN"/>
          </a:p>
        </p:txBody>
      </p:sp>
    </p:spTree>
    <p:extLst>
      <p:ext uri="{BB962C8B-B14F-4D97-AF65-F5344CB8AC3E}">
        <p14:creationId xmlns:p14="http://schemas.microsoft.com/office/powerpoint/2010/main" val="2776201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B21E-59C6-C90F-9DF1-B005188D04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8D335-6B2E-37AA-09DE-696FB12B4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35653-B4C5-B204-7F35-6684F276D50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86B106B-F4A4-DD1E-1B7E-63892897CEB9}"/>
              </a:ext>
            </a:extLst>
          </p:cNvPr>
          <p:cNvSpPr>
            <a:spLocks noGrp="1"/>
          </p:cNvSpPr>
          <p:nvPr>
            <p:ph type="sldNum" sz="quarter" idx="5"/>
          </p:nvPr>
        </p:nvSpPr>
        <p:spPr/>
        <p:txBody>
          <a:bodyPr/>
          <a:lstStyle/>
          <a:p>
            <a:fld id="{576FF3D1-0F45-2240-9B47-75654C02E24A}" type="slidenum">
              <a:t>3</a:t>
            </a:fld>
            <a:endParaRPr lang="en-VN"/>
          </a:p>
        </p:txBody>
      </p:sp>
    </p:spTree>
    <p:extLst>
      <p:ext uri="{BB962C8B-B14F-4D97-AF65-F5344CB8AC3E}">
        <p14:creationId xmlns:p14="http://schemas.microsoft.com/office/powerpoint/2010/main" val="2362139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10A0-EAB7-8CC1-DCF5-873E617CE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84EB08-6451-F27A-1A7C-0F81A2D57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F4F8C-1065-76BF-68FA-90CB19EA87D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3EF0CE2-F219-1478-2833-2CA68F064E57}"/>
              </a:ext>
            </a:extLst>
          </p:cNvPr>
          <p:cNvSpPr>
            <a:spLocks noGrp="1"/>
          </p:cNvSpPr>
          <p:nvPr>
            <p:ph type="sldNum" sz="quarter" idx="5"/>
          </p:nvPr>
        </p:nvSpPr>
        <p:spPr/>
        <p:txBody>
          <a:bodyPr/>
          <a:lstStyle/>
          <a:p>
            <a:fld id="{576FF3D1-0F45-2240-9B47-75654C02E24A}" type="slidenum">
              <a:t>4</a:t>
            </a:fld>
            <a:endParaRPr lang="en-VN"/>
          </a:p>
        </p:txBody>
      </p:sp>
    </p:spTree>
    <p:extLst>
      <p:ext uri="{BB962C8B-B14F-4D97-AF65-F5344CB8AC3E}">
        <p14:creationId xmlns:p14="http://schemas.microsoft.com/office/powerpoint/2010/main" val="1296491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D923-3E9A-D9BD-2EFA-D6A4E1928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C3D93-4871-A467-3028-2C5D1DDD1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A712C-B6D7-938E-7A78-73CCFADB2BB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DE8F0A3-2516-1C56-46F4-C885C6E1F215}"/>
              </a:ext>
            </a:extLst>
          </p:cNvPr>
          <p:cNvSpPr>
            <a:spLocks noGrp="1"/>
          </p:cNvSpPr>
          <p:nvPr>
            <p:ph type="sldNum" sz="quarter" idx="5"/>
          </p:nvPr>
        </p:nvSpPr>
        <p:spPr/>
        <p:txBody>
          <a:bodyPr/>
          <a:lstStyle/>
          <a:p>
            <a:fld id="{576FF3D1-0F45-2240-9B47-75654C02E24A}" type="slidenum">
              <a:t>5</a:t>
            </a:fld>
            <a:endParaRPr lang="en-VN"/>
          </a:p>
        </p:txBody>
      </p:sp>
    </p:spTree>
    <p:extLst>
      <p:ext uri="{BB962C8B-B14F-4D97-AF65-F5344CB8AC3E}">
        <p14:creationId xmlns:p14="http://schemas.microsoft.com/office/powerpoint/2010/main" val="355883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389E-74DD-7B9C-FD28-ADED737C6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115ED8-4F06-93C0-E72F-0E2F764E2E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25152F-ED63-4E8F-8DB5-22A5E911485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BEEE0AC-A903-0BA1-6418-9E449E938B2B}"/>
              </a:ext>
            </a:extLst>
          </p:cNvPr>
          <p:cNvSpPr>
            <a:spLocks noGrp="1"/>
          </p:cNvSpPr>
          <p:nvPr>
            <p:ph type="sldNum" sz="quarter" idx="5"/>
          </p:nvPr>
        </p:nvSpPr>
        <p:spPr/>
        <p:txBody>
          <a:bodyPr/>
          <a:lstStyle/>
          <a:p>
            <a:fld id="{576FF3D1-0F45-2240-9B47-75654C02E24A}" type="slidenum">
              <a:t>6</a:t>
            </a:fld>
            <a:endParaRPr lang="en-VN"/>
          </a:p>
        </p:txBody>
      </p:sp>
    </p:spTree>
    <p:extLst>
      <p:ext uri="{BB962C8B-B14F-4D97-AF65-F5344CB8AC3E}">
        <p14:creationId xmlns:p14="http://schemas.microsoft.com/office/powerpoint/2010/main" val="1693347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5FCAC-E0EB-4734-755E-003211024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39C53-759C-3CE7-4537-6DA47E4AE2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D5B10-9905-BF3D-B934-A74B7D891A5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59E5977-C39D-5E2A-54B9-DAD40DAF7D0D}"/>
              </a:ext>
            </a:extLst>
          </p:cNvPr>
          <p:cNvSpPr>
            <a:spLocks noGrp="1"/>
          </p:cNvSpPr>
          <p:nvPr>
            <p:ph type="sldNum" sz="quarter" idx="5"/>
          </p:nvPr>
        </p:nvSpPr>
        <p:spPr/>
        <p:txBody>
          <a:bodyPr/>
          <a:lstStyle/>
          <a:p>
            <a:fld id="{576FF3D1-0F45-2240-9B47-75654C02E24A}" type="slidenum">
              <a:t>7</a:t>
            </a:fld>
            <a:endParaRPr lang="en-VN"/>
          </a:p>
        </p:txBody>
      </p:sp>
    </p:spTree>
    <p:extLst>
      <p:ext uri="{BB962C8B-B14F-4D97-AF65-F5344CB8AC3E}">
        <p14:creationId xmlns:p14="http://schemas.microsoft.com/office/powerpoint/2010/main" val="1754442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BFB7-AB3B-8017-1ADD-34EDAD1EC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C0A1A-407E-FE4E-3A99-9A1B6B349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35EDF9-F67E-D0A7-693D-30B6367040A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B29CD19-43EA-E919-ECAA-2D0CB1D6DC5D}"/>
              </a:ext>
            </a:extLst>
          </p:cNvPr>
          <p:cNvSpPr>
            <a:spLocks noGrp="1"/>
          </p:cNvSpPr>
          <p:nvPr>
            <p:ph type="sldNum" sz="quarter" idx="5"/>
          </p:nvPr>
        </p:nvSpPr>
        <p:spPr/>
        <p:txBody>
          <a:bodyPr/>
          <a:lstStyle/>
          <a:p>
            <a:fld id="{576FF3D1-0F45-2240-9B47-75654C02E24A}" type="slidenum">
              <a:t>8</a:t>
            </a:fld>
            <a:endParaRPr lang="en-VN"/>
          </a:p>
        </p:txBody>
      </p:sp>
    </p:spTree>
    <p:extLst>
      <p:ext uri="{BB962C8B-B14F-4D97-AF65-F5344CB8AC3E}">
        <p14:creationId xmlns:p14="http://schemas.microsoft.com/office/powerpoint/2010/main" val="1457299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385A-5188-AE39-BB2E-620021ADD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6403C-2BE6-3BCB-B413-36BE4ED99B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F67F1-A174-753F-01F3-210D3100516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EB9BE1B-B4A7-AF88-EF08-F9144598DB75}"/>
              </a:ext>
            </a:extLst>
          </p:cNvPr>
          <p:cNvSpPr>
            <a:spLocks noGrp="1"/>
          </p:cNvSpPr>
          <p:nvPr>
            <p:ph type="sldNum" sz="quarter" idx="5"/>
          </p:nvPr>
        </p:nvSpPr>
        <p:spPr/>
        <p:txBody>
          <a:bodyPr/>
          <a:lstStyle/>
          <a:p>
            <a:fld id="{576FF3D1-0F45-2240-9B47-75654C02E24A}" type="slidenum">
              <a:t>9</a:t>
            </a:fld>
            <a:endParaRPr lang="en-VN"/>
          </a:p>
        </p:txBody>
      </p:sp>
    </p:spTree>
    <p:extLst>
      <p:ext uri="{BB962C8B-B14F-4D97-AF65-F5344CB8AC3E}">
        <p14:creationId xmlns:p14="http://schemas.microsoft.com/office/powerpoint/2010/main" val="4153461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85707-901E-AD2D-3D2C-636CD2DAB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9C8A4-61BA-3799-0F6A-BF89F6FB31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C5F4E-CCD4-2DDE-1659-802F7CEA96A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F205EAE-C69C-7EE8-C704-EEA2F0D45728}"/>
              </a:ext>
            </a:extLst>
          </p:cNvPr>
          <p:cNvSpPr>
            <a:spLocks noGrp="1"/>
          </p:cNvSpPr>
          <p:nvPr>
            <p:ph type="sldNum" sz="quarter" idx="5"/>
          </p:nvPr>
        </p:nvSpPr>
        <p:spPr/>
        <p:txBody>
          <a:bodyPr/>
          <a:lstStyle/>
          <a:p>
            <a:fld id="{576FF3D1-0F45-2240-9B47-75654C02E24A}" type="slidenum">
              <a:t>10</a:t>
            </a:fld>
            <a:endParaRPr lang="en-VN"/>
          </a:p>
        </p:txBody>
      </p:sp>
    </p:spTree>
    <p:extLst>
      <p:ext uri="{BB962C8B-B14F-4D97-AF65-F5344CB8AC3E}">
        <p14:creationId xmlns:p14="http://schemas.microsoft.com/office/powerpoint/2010/main" val="41970011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5EE28-20AF-CC62-3665-BB2FFD1D2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B9867C-1728-CFD7-A40C-BB16EBAF5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2D8748-F523-4077-5E49-6DD9B6D9F5D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99707EB7-7CD1-4F99-E8CF-C30F7F43BC1A}"/>
              </a:ext>
            </a:extLst>
          </p:cNvPr>
          <p:cNvSpPr>
            <a:spLocks noGrp="1"/>
          </p:cNvSpPr>
          <p:nvPr>
            <p:ph type="sldNum" sz="quarter" idx="5"/>
          </p:nvPr>
        </p:nvSpPr>
        <p:spPr/>
        <p:txBody>
          <a:bodyPr/>
          <a:lstStyle/>
          <a:p>
            <a:fld id="{576FF3D1-0F45-2240-9B47-75654C02E24A}" type="slidenum">
              <a:t>11</a:t>
            </a:fld>
            <a:endParaRPr lang="en-VN"/>
          </a:p>
        </p:txBody>
      </p:sp>
    </p:spTree>
    <p:extLst>
      <p:ext uri="{BB962C8B-B14F-4D97-AF65-F5344CB8AC3E}">
        <p14:creationId xmlns:p14="http://schemas.microsoft.com/office/powerpoint/2010/main" val="2908268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9FFEF-5DEA-CC76-5EA3-2BB6448AD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E6281-AC3A-89D5-5A00-F2E2BE2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36F3AA-F055-DD0F-8556-ECE1B3F462A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8967975-FC79-DC5B-CC21-124523CBBD06}"/>
              </a:ext>
            </a:extLst>
          </p:cNvPr>
          <p:cNvSpPr>
            <a:spLocks noGrp="1"/>
          </p:cNvSpPr>
          <p:nvPr>
            <p:ph type="sldNum" sz="quarter" idx="5"/>
          </p:nvPr>
        </p:nvSpPr>
        <p:spPr/>
        <p:txBody>
          <a:bodyPr/>
          <a:lstStyle/>
          <a:p>
            <a:fld id="{576FF3D1-0F45-2240-9B47-75654C02E24A}" type="slidenum">
              <a:t>12</a:t>
            </a:fld>
            <a:endParaRPr lang="en-VN"/>
          </a:p>
        </p:txBody>
      </p:sp>
    </p:spTree>
    <p:extLst>
      <p:ext uri="{BB962C8B-B14F-4D97-AF65-F5344CB8AC3E}">
        <p14:creationId xmlns:p14="http://schemas.microsoft.com/office/powerpoint/2010/main" val="4127924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2D81-3AC7-35D4-9E63-576AB4FC4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5C5F8-FA58-80DB-791A-894B2823B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FD7B4-5420-9059-D308-624DABD38836}"/>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79FC5B0-9A2F-ADDE-D24F-8B68599DACB6}"/>
              </a:ext>
            </a:extLst>
          </p:cNvPr>
          <p:cNvSpPr>
            <a:spLocks noGrp="1"/>
          </p:cNvSpPr>
          <p:nvPr>
            <p:ph type="sldNum" sz="quarter" idx="5"/>
          </p:nvPr>
        </p:nvSpPr>
        <p:spPr/>
        <p:txBody>
          <a:bodyPr/>
          <a:lstStyle/>
          <a:p>
            <a:fld id="{576FF3D1-0F45-2240-9B47-75654C02E24A}" type="slidenum">
              <a:t>13</a:t>
            </a:fld>
            <a:endParaRPr lang="en-VN"/>
          </a:p>
        </p:txBody>
      </p:sp>
    </p:spTree>
    <p:extLst>
      <p:ext uri="{BB962C8B-B14F-4D97-AF65-F5344CB8AC3E}">
        <p14:creationId xmlns:p14="http://schemas.microsoft.com/office/powerpoint/2010/main" val="418546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F755-BF3E-A0D7-B3B0-CFD473E201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C6D70-022E-A163-86FB-8EFC5466C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9F3CC-3878-9C5B-6A3A-7C39A181D9C3}"/>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EF92240-5C75-900C-78C6-217FBA851D42}"/>
              </a:ext>
            </a:extLst>
          </p:cNvPr>
          <p:cNvSpPr>
            <a:spLocks noGrp="1"/>
          </p:cNvSpPr>
          <p:nvPr>
            <p:ph type="sldNum" sz="quarter" idx="5"/>
          </p:nvPr>
        </p:nvSpPr>
        <p:spPr/>
        <p:txBody>
          <a:bodyPr/>
          <a:lstStyle/>
          <a:p>
            <a:fld id="{576FF3D1-0F45-2240-9B47-75654C02E24A}" type="slidenum">
              <a:t>14</a:t>
            </a:fld>
            <a:endParaRPr lang="en-VN"/>
          </a:p>
        </p:txBody>
      </p:sp>
    </p:spTree>
    <p:extLst>
      <p:ext uri="{BB962C8B-B14F-4D97-AF65-F5344CB8AC3E}">
        <p14:creationId xmlns:p14="http://schemas.microsoft.com/office/powerpoint/2010/main" val="3140727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FB1E7-670C-8D29-DB28-914BEBEFE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D38B0-47AD-F25F-46A5-89AF4CC8C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E9A87-AE25-B856-92C2-12B7E6D89B50}"/>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056F7D0-9E04-5F09-D522-DF5159336A53}"/>
              </a:ext>
            </a:extLst>
          </p:cNvPr>
          <p:cNvSpPr>
            <a:spLocks noGrp="1"/>
          </p:cNvSpPr>
          <p:nvPr>
            <p:ph type="sldNum" sz="quarter" idx="5"/>
          </p:nvPr>
        </p:nvSpPr>
        <p:spPr/>
        <p:txBody>
          <a:bodyPr/>
          <a:lstStyle/>
          <a:p>
            <a:fld id="{576FF3D1-0F45-2240-9B47-75654C02E24A}" type="slidenum">
              <a:t>15</a:t>
            </a:fld>
            <a:endParaRPr lang="en-VN"/>
          </a:p>
        </p:txBody>
      </p:sp>
    </p:spTree>
    <p:extLst>
      <p:ext uri="{BB962C8B-B14F-4D97-AF65-F5344CB8AC3E}">
        <p14:creationId xmlns:p14="http://schemas.microsoft.com/office/powerpoint/2010/main" val="1613599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D29E9-6898-4154-2CDA-CBA2B89C9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4E855B-F38F-8F23-58B5-B6C09C857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CE453-51C0-3766-BC80-56B883C99D2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7437E2A-F2E5-F920-CC22-9E751E4AD9DB}"/>
              </a:ext>
            </a:extLst>
          </p:cNvPr>
          <p:cNvSpPr>
            <a:spLocks noGrp="1"/>
          </p:cNvSpPr>
          <p:nvPr>
            <p:ph type="sldNum" sz="quarter" idx="5"/>
          </p:nvPr>
        </p:nvSpPr>
        <p:spPr/>
        <p:txBody>
          <a:bodyPr/>
          <a:lstStyle/>
          <a:p>
            <a:fld id="{576FF3D1-0F45-2240-9B47-75654C02E24A}" type="slidenum">
              <a:t>16</a:t>
            </a:fld>
            <a:endParaRPr lang="en-VN"/>
          </a:p>
        </p:txBody>
      </p:sp>
    </p:spTree>
    <p:extLst>
      <p:ext uri="{BB962C8B-B14F-4D97-AF65-F5344CB8AC3E}">
        <p14:creationId xmlns:p14="http://schemas.microsoft.com/office/powerpoint/2010/main" val="1082565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89E3D-98D7-93C0-ECBA-3CCE7CF69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DAEC4-8824-DF52-653A-A2BECD234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B5BAC-6FF7-A321-B89B-080F72B02D5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E1B78D4-A995-3162-6D20-7A77E36A6359}"/>
              </a:ext>
            </a:extLst>
          </p:cNvPr>
          <p:cNvSpPr>
            <a:spLocks noGrp="1"/>
          </p:cNvSpPr>
          <p:nvPr>
            <p:ph type="sldNum" sz="quarter" idx="5"/>
          </p:nvPr>
        </p:nvSpPr>
        <p:spPr/>
        <p:txBody>
          <a:bodyPr/>
          <a:lstStyle/>
          <a:p>
            <a:fld id="{576FF3D1-0F45-2240-9B47-75654C02E24A}" type="slidenum">
              <a:t>17</a:t>
            </a:fld>
            <a:endParaRPr lang="en-VN"/>
          </a:p>
        </p:txBody>
      </p:sp>
    </p:spTree>
    <p:extLst>
      <p:ext uri="{BB962C8B-B14F-4D97-AF65-F5344CB8AC3E}">
        <p14:creationId xmlns:p14="http://schemas.microsoft.com/office/powerpoint/2010/main" val="976069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9EB48-6379-9A34-964B-0B5DD6028D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F3DA0-E442-F1E6-A933-BB62D08F8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80B4F-79A8-AC8B-EE36-847671B9719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620155E6-5234-7703-69F2-FD6B3D5E18DC}"/>
              </a:ext>
            </a:extLst>
          </p:cNvPr>
          <p:cNvSpPr>
            <a:spLocks noGrp="1"/>
          </p:cNvSpPr>
          <p:nvPr>
            <p:ph type="sldNum" sz="quarter" idx="5"/>
          </p:nvPr>
        </p:nvSpPr>
        <p:spPr/>
        <p:txBody>
          <a:bodyPr/>
          <a:lstStyle/>
          <a:p>
            <a:fld id="{576FF3D1-0F45-2240-9B47-75654C02E24A}" type="slidenum">
              <a:t>18</a:t>
            </a:fld>
            <a:endParaRPr lang="en-VN"/>
          </a:p>
        </p:txBody>
      </p:sp>
    </p:spTree>
    <p:extLst>
      <p:ext uri="{BB962C8B-B14F-4D97-AF65-F5344CB8AC3E}">
        <p14:creationId xmlns:p14="http://schemas.microsoft.com/office/powerpoint/2010/main" val="2356970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44AF1-7EE0-D5D9-962D-FF0E09A5D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B9D68-98D8-B1ED-B14B-1E453DF541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6BBA77-88BF-7294-2394-D9FF156CA87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85AAD52-C34E-03FF-DAE8-39A90EF7D457}"/>
              </a:ext>
            </a:extLst>
          </p:cNvPr>
          <p:cNvSpPr>
            <a:spLocks noGrp="1"/>
          </p:cNvSpPr>
          <p:nvPr>
            <p:ph type="sldNum" sz="quarter" idx="5"/>
          </p:nvPr>
        </p:nvSpPr>
        <p:spPr/>
        <p:txBody>
          <a:bodyPr/>
          <a:lstStyle/>
          <a:p>
            <a:fld id="{576FF3D1-0F45-2240-9B47-75654C02E24A}" type="slidenum">
              <a:t>19</a:t>
            </a:fld>
            <a:endParaRPr lang="en-VN"/>
          </a:p>
        </p:txBody>
      </p:sp>
    </p:spTree>
    <p:extLst>
      <p:ext uri="{BB962C8B-B14F-4D97-AF65-F5344CB8AC3E}">
        <p14:creationId xmlns:p14="http://schemas.microsoft.com/office/powerpoint/2010/main" val="3810082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B2A6B-1815-214D-1C21-5701E4FF8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ABF54-FEFD-3224-E886-D3A3E920A7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71761-6209-5862-E5DA-51FB2F24D53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52E2A0E-C3B3-AD52-E22C-E9F2B6F4F92A}"/>
              </a:ext>
            </a:extLst>
          </p:cNvPr>
          <p:cNvSpPr>
            <a:spLocks noGrp="1"/>
          </p:cNvSpPr>
          <p:nvPr>
            <p:ph type="sldNum" sz="quarter" idx="5"/>
          </p:nvPr>
        </p:nvSpPr>
        <p:spPr/>
        <p:txBody>
          <a:bodyPr/>
          <a:lstStyle/>
          <a:p>
            <a:fld id="{576FF3D1-0F45-2240-9B47-75654C02E24A}" type="slidenum">
              <a:t>20</a:t>
            </a:fld>
            <a:endParaRPr lang="en-VN"/>
          </a:p>
        </p:txBody>
      </p:sp>
    </p:spTree>
    <p:extLst>
      <p:ext uri="{BB962C8B-B14F-4D97-AF65-F5344CB8AC3E}">
        <p14:creationId xmlns:p14="http://schemas.microsoft.com/office/powerpoint/2010/main" val="2538301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2A2D-7997-DB36-2260-85E6FBDD5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EB59-AEED-14DA-0CDF-CC38519DC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A4216-7EA5-1542-48BF-B83565E2270C}"/>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0DACFC8E-F4B0-9F9C-D120-43B81D2A59D9}"/>
              </a:ext>
            </a:extLst>
          </p:cNvPr>
          <p:cNvSpPr>
            <a:spLocks noGrp="1"/>
          </p:cNvSpPr>
          <p:nvPr>
            <p:ph type="sldNum" sz="quarter" idx="5"/>
          </p:nvPr>
        </p:nvSpPr>
        <p:spPr/>
        <p:txBody>
          <a:bodyPr/>
          <a:lstStyle/>
          <a:p>
            <a:fld id="{576FF3D1-0F45-2240-9B47-75654C02E24A}" type="slidenum">
              <a:t>21</a:t>
            </a:fld>
            <a:endParaRPr lang="en-VN"/>
          </a:p>
        </p:txBody>
      </p:sp>
    </p:spTree>
    <p:extLst>
      <p:ext uri="{BB962C8B-B14F-4D97-AF65-F5344CB8AC3E}">
        <p14:creationId xmlns:p14="http://schemas.microsoft.com/office/powerpoint/2010/main" val="234269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5BDA4-B6FB-1DDC-EBC3-D4841559D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79C5B-5348-4FA1-FE53-C22926630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2B60A-E9AC-882F-DA73-0F7E6583EDB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B01A88CB-78BF-974F-BEDF-4596E2615B1F}"/>
              </a:ext>
            </a:extLst>
          </p:cNvPr>
          <p:cNvSpPr>
            <a:spLocks noGrp="1"/>
          </p:cNvSpPr>
          <p:nvPr>
            <p:ph type="sldNum" sz="quarter" idx="5"/>
          </p:nvPr>
        </p:nvSpPr>
        <p:spPr/>
        <p:txBody>
          <a:bodyPr/>
          <a:lstStyle/>
          <a:p>
            <a:fld id="{576FF3D1-0F45-2240-9B47-75654C02E24A}" type="slidenum">
              <a:t>22</a:t>
            </a:fld>
            <a:endParaRPr lang="en-VN"/>
          </a:p>
        </p:txBody>
      </p:sp>
    </p:spTree>
    <p:extLst>
      <p:ext uri="{BB962C8B-B14F-4D97-AF65-F5344CB8AC3E}">
        <p14:creationId xmlns:p14="http://schemas.microsoft.com/office/powerpoint/2010/main" val="22471311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AC5AC-E5BD-4E7E-1CDD-EBDC8B074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D45C8-1CBF-FCB0-6A8E-BB18524A8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14480-D8B5-1CB3-6C31-C8E4C4881144}"/>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D6E08B5-C9CB-7A3C-AED9-FA58C1A1A421}"/>
              </a:ext>
            </a:extLst>
          </p:cNvPr>
          <p:cNvSpPr>
            <a:spLocks noGrp="1"/>
          </p:cNvSpPr>
          <p:nvPr>
            <p:ph type="sldNum" sz="quarter" idx="5"/>
          </p:nvPr>
        </p:nvSpPr>
        <p:spPr/>
        <p:txBody>
          <a:bodyPr/>
          <a:lstStyle/>
          <a:p>
            <a:fld id="{576FF3D1-0F45-2240-9B47-75654C02E24A}" type="slidenum">
              <a:t>23</a:t>
            </a:fld>
            <a:endParaRPr lang="en-VN"/>
          </a:p>
        </p:txBody>
      </p:sp>
    </p:spTree>
    <p:extLst>
      <p:ext uri="{BB962C8B-B14F-4D97-AF65-F5344CB8AC3E}">
        <p14:creationId xmlns:p14="http://schemas.microsoft.com/office/powerpoint/2010/main" val="1431282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ADD5-4838-DF9C-AF5C-A4C7091BE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E0AD7-9AE5-1BC0-CAA6-6C0FC404B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51978-AB69-155C-C838-57AE82D0C79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8118BB9D-7EEE-7085-8A09-088061EA3C5F}"/>
              </a:ext>
            </a:extLst>
          </p:cNvPr>
          <p:cNvSpPr>
            <a:spLocks noGrp="1"/>
          </p:cNvSpPr>
          <p:nvPr>
            <p:ph type="sldNum" sz="quarter" idx="5"/>
          </p:nvPr>
        </p:nvSpPr>
        <p:spPr/>
        <p:txBody>
          <a:bodyPr/>
          <a:lstStyle/>
          <a:p>
            <a:fld id="{576FF3D1-0F45-2240-9B47-75654C02E24A}" type="slidenum">
              <a:t>24</a:t>
            </a:fld>
            <a:endParaRPr lang="en-VN"/>
          </a:p>
        </p:txBody>
      </p:sp>
    </p:spTree>
    <p:extLst>
      <p:ext uri="{BB962C8B-B14F-4D97-AF65-F5344CB8AC3E}">
        <p14:creationId xmlns:p14="http://schemas.microsoft.com/office/powerpoint/2010/main" val="17395905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5A5F2-176E-0335-49B1-7A93F59DB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A4821-54E7-7FC6-80E4-BCB239529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1ADEF-DEE7-22C6-661F-DAD5A74AD6F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B5C8A40-6CCA-92BE-5C9E-0DDDAD99FF9E}"/>
              </a:ext>
            </a:extLst>
          </p:cNvPr>
          <p:cNvSpPr>
            <a:spLocks noGrp="1"/>
          </p:cNvSpPr>
          <p:nvPr>
            <p:ph type="sldNum" sz="quarter" idx="5"/>
          </p:nvPr>
        </p:nvSpPr>
        <p:spPr/>
        <p:txBody>
          <a:bodyPr/>
          <a:lstStyle/>
          <a:p>
            <a:fld id="{576FF3D1-0F45-2240-9B47-75654C02E24A}" type="slidenum">
              <a:t>25</a:t>
            </a:fld>
            <a:endParaRPr lang="en-VN"/>
          </a:p>
        </p:txBody>
      </p:sp>
    </p:spTree>
    <p:extLst>
      <p:ext uri="{BB962C8B-B14F-4D97-AF65-F5344CB8AC3E}">
        <p14:creationId xmlns:p14="http://schemas.microsoft.com/office/powerpoint/2010/main" val="4166200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4ED11-F8EB-3638-7A40-F1B990B01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54E0A-19A4-B7D0-D8F1-7FC92B09A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69F0F-E754-0A06-21AC-812C9903B6D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AD225915-DD8D-2CC5-C827-25D2ADE4F71F}"/>
              </a:ext>
            </a:extLst>
          </p:cNvPr>
          <p:cNvSpPr>
            <a:spLocks noGrp="1"/>
          </p:cNvSpPr>
          <p:nvPr>
            <p:ph type="sldNum" sz="quarter" idx="5"/>
          </p:nvPr>
        </p:nvSpPr>
        <p:spPr/>
        <p:txBody>
          <a:bodyPr/>
          <a:lstStyle/>
          <a:p>
            <a:fld id="{576FF3D1-0F45-2240-9B47-75654C02E24A}" type="slidenum">
              <a:t>26</a:t>
            </a:fld>
            <a:endParaRPr lang="en-VN"/>
          </a:p>
        </p:txBody>
      </p:sp>
    </p:spTree>
    <p:extLst>
      <p:ext uri="{BB962C8B-B14F-4D97-AF65-F5344CB8AC3E}">
        <p14:creationId xmlns:p14="http://schemas.microsoft.com/office/powerpoint/2010/main" val="566346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8BE71-2198-3BF9-2EBB-158FF61D7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11114-3D28-120B-7BC6-CEAB8C85F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8A98C-4C73-85B1-39FC-00D47B8891E9}"/>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7F9FE48-B907-5230-41AB-A2708506E34D}"/>
              </a:ext>
            </a:extLst>
          </p:cNvPr>
          <p:cNvSpPr>
            <a:spLocks noGrp="1"/>
          </p:cNvSpPr>
          <p:nvPr>
            <p:ph type="sldNum" sz="quarter" idx="5"/>
          </p:nvPr>
        </p:nvSpPr>
        <p:spPr/>
        <p:txBody>
          <a:bodyPr/>
          <a:lstStyle/>
          <a:p>
            <a:fld id="{576FF3D1-0F45-2240-9B47-75654C02E24A}" type="slidenum">
              <a:t>27</a:t>
            </a:fld>
            <a:endParaRPr lang="en-VN"/>
          </a:p>
        </p:txBody>
      </p:sp>
    </p:spTree>
    <p:extLst>
      <p:ext uri="{BB962C8B-B14F-4D97-AF65-F5344CB8AC3E}">
        <p14:creationId xmlns:p14="http://schemas.microsoft.com/office/powerpoint/2010/main" val="15176752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90F2B-CB68-1DBF-04F9-44A6E7EAB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D357EB-E9E0-00FB-6DE2-D2C71D0F6B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5D677-C6EF-5737-A3B4-0237417AD4CD}"/>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5E1DD792-3138-78C1-E660-0AB9F1814E6B}"/>
              </a:ext>
            </a:extLst>
          </p:cNvPr>
          <p:cNvSpPr>
            <a:spLocks noGrp="1"/>
          </p:cNvSpPr>
          <p:nvPr>
            <p:ph type="sldNum" sz="quarter" idx="5"/>
          </p:nvPr>
        </p:nvSpPr>
        <p:spPr/>
        <p:txBody>
          <a:bodyPr/>
          <a:lstStyle/>
          <a:p>
            <a:fld id="{576FF3D1-0F45-2240-9B47-75654C02E24A}" type="slidenum">
              <a:t>28</a:t>
            </a:fld>
            <a:endParaRPr lang="en-VN"/>
          </a:p>
        </p:txBody>
      </p:sp>
    </p:spTree>
    <p:extLst>
      <p:ext uri="{BB962C8B-B14F-4D97-AF65-F5344CB8AC3E}">
        <p14:creationId xmlns:p14="http://schemas.microsoft.com/office/powerpoint/2010/main" val="23042567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49E1D-C839-9CA8-07AA-50149BCD7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BEA93-897A-92E5-5628-E09B4229A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AE8FC-775E-D0CC-B448-C0D14530A91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EE2FBC5-C780-39D8-5E9E-D8CF34C89FF0}"/>
              </a:ext>
            </a:extLst>
          </p:cNvPr>
          <p:cNvSpPr>
            <a:spLocks noGrp="1"/>
          </p:cNvSpPr>
          <p:nvPr>
            <p:ph type="sldNum" sz="quarter" idx="5"/>
          </p:nvPr>
        </p:nvSpPr>
        <p:spPr/>
        <p:txBody>
          <a:bodyPr/>
          <a:lstStyle/>
          <a:p>
            <a:fld id="{576FF3D1-0F45-2240-9B47-75654C02E24A}" type="slidenum">
              <a:t>29</a:t>
            </a:fld>
            <a:endParaRPr lang="en-VN"/>
          </a:p>
        </p:txBody>
      </p:sp>
    </p:spTree>
    <p:extLst>
      <p:ext uri="{BB962C8B-B14F-4D97-AF65-F5344CB8AC3E}">
        <p14:creationId xmlns:p14="http://schemas.microsoft.com/office/powerpoint/2010/main" val="29398584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E22B-F934-0977-AF0B-3B7AFCBF8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AFA16-3DBB-96E1-8A97-49DE4C41F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75DF2-C52E-1B07-0192-6CF6A16E1A1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20D8C49-6CD8-BD5A-8951-E95DC9EDCF9E}"/>
              </a:ext>
            </a:extLst>
          </p:cNvPr>
          <p:cNvSpPr>
            <a:spLocks noGrp="1"/>
          </p:cNvSpPr>
          <p:nvPr>
            <p:ph type="sldNum" sz="quarter" idx="5"/>
          </p:nvPr>
        </p:nvSpPr>
        <p:spPr/>
        <p:txBody>
          <a:bodyPr/>
          <a:lstStyle/>
          <a:p>
            <a:fld id="{576FF3D1-0F45-2240-9B47-75654C02E24A}" type="slidenum">
              <a:t>30</a:t>
            </a:fld>
            <a:endParaRPr lang="en-VN"/>
          </a:p>
        </p:txBody>
      </p:sp>
    </p:spTree>
    <p:extLst>
      <p:ext uri="{BB962C8B-B14F-4D97-AF65-F5344CB8AC3E}">
        <p14:creationId xmlns:p14="http://schemas.microsoft.com/office/powerpoint/2010/main" val="1088588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0F0D-9BC1-9977-BF2E-D527A3C54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777A6-3FF7-7D0F-1CB5-B73A9676F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2FBB1-461A-930E-F056-3B11FBF366AF}"/>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F2B9EA1-A914-175E-06B4-3E898DB242C3}"/>
              </a:ext>
            </a:extLst>
          </p:cNvPr>
          <p:cNvSpPr>
            <a:spLocks noGrp="1"/>
          </p:cNvSpPr>
          <p:nvPr>
            <p:ph type="sldNum" sz="quarter" idx="5"/>
          </p:nvPr>
        </p:nvSpPr>
        <p:spPr/>
        <p:txBody>
          <a:bodyPr/>
          <a:lstStyle/>
          <a:p>
            <a:fld id="{576FF3D1-0F45-2240-9B47-75654C02E24A}" type="slidenum">
              <a:t>31</a:t>
            </a:fld>
            <a:endParaRPr lang="en-VN"/>
          </a:p>
        </p:txBody>
      </p:sp>
    </p:spTree>
    <p:extLst>
      <p:ext uri="{BB962C8B-B14F-4D97-AF65-F5344CB8AC3E}">
        <p14:creationId xmlns:p14="http://schemas.microsoft.com/office/powerpoint/2010/main" val="31548075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47D0-F7FC-FC4F-0B7A-206A1D54E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0E336-6EEC-78D0-87BB-3C5AFAC6D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FBCCE-9D23-183C-D13F-94BEA66EF95A}"/>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E152EC3D-7037-64C1-3F9A-CE9D2BC35B2C}"/>
              </a:ext>
            </a:extLst>
          </p:cNvPr>
          <p:cNvSpPr>
            <a:spLocks noGrp="1"/>
          </p:cNvSpPr>
          <p:nvPr>
            <p:ph type="sldNum" sz="quarter" idx="5"/>
          </p:nvPr>
        </p:nvSpPr>
        <p:spPr/>
        <p:txBody>
          <a:bodyPr/>
          <a:lstStyle/>
          <a:p>
            <a:fld id="{576FF3D1-0F45-2240-9B47-75654C02E24A}" type="slidenum">
              <a:t>32</a:t>
            </a:fld>
            <a:endParaRPr lang="en-VN"/>
          </a:p>
        </p:txBody>
      </p:sp>
    </p:spTree>
    <p:extLst>
      <p:ext uri="{BB962C8B-B14F-4D97-AF65-F5344CB8AC3E}">
        <p14:creationId xmlns:p14="http://schemas.microsoft.com/office/powerpoint/2010/main" val="1623052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61CE6-75C2-E90F-3CDB-DD6072A83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9B5F7-3461-8CE9-F0FE-FF5B0E92D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B5A9D-D97B-AFCB-0B2F-DAB4369400D5}"/>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83D59C0-6AE6-D793-8C58-9569C10B22EE}"/>
              </a:ext>
            </a:extLst>
          </p:cNvPr>
          <p:cNvSpPr>
            <a:spLocks noGrp="1"/>
          </p:cNvSpPr>
          <p:nvPr>
            <p:ph type="sldNum" sz="quarter" idx="5"/>
          </p:nvPr>
        </p:nvSpPr>
        <p:spPr/>
        <p:txBody>
          <a:bodyPr/>
          <a:lstStyle/>
          <a:p>
            <a:fld id="{576FF3D1-0F45-2240-9B47-75654C02E24A}" type="slidenum">
              <a:t>33</a:t>
            </a:fld>
            <a:endParaRPr lang="en-VN"/>
          </a:p>
        </p:txBody>
      </p:sp>
    </p:spTree>
    <p:extLst>
      <p:ext uri="{BB962C8B-B14F-4D97-AF65-F5344CB8AC3E}">
        <p14:creationId xmlns:p14="http://schemas.microsoft.com/office/powerpoint/2010/main" val="24659629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FBCFA-9DA1-0FF3-D392-E70AF997F1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EA147B-5EB0-2502-16B0-4B42717892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675025-0042-6BD2-6D52-C9A6E5F4224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5BFE36B-FD92-CFD0-D7C4-C3FA9E10CD63}"/>
              </a:ext>
            </a:extLst>
          </p:cNvPr>
          <p:cNvSpPr>
            <a:spLocks noGrp="1"/>
          </p:cNvSpPr>
          <p:nvPr>
            <p:ph type="sldNum" sz="quarter" idx="5"/>
          </p:nvPr>
        </p:nvSpPr>
        <p:spPr/>
        <p:txBody>
          <a:bodyPr/>
          <a:lstStyle/>
          <a:p>
            <a:fld id="{576FF3D1-0F45-2240-9B47-75654C02E24A}" type="slidenum">
              <a:t>34</a:t>
            </a:fld>
            <a:endParaRPr lang="en-VN"/>
          </a:p>
        </p:txBody>
      </p:sp>
    </p:spTree>
    <p:extLst>
      <p:ext uri="{BB962C8B-B14F-4D97-AF65-F5344CB8AC3E}">
        <p14:creationId xmlns:p14="http://schemas.microsoft.com/office/powerpoint/2010/main" val="21558330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1A1D7-A03C-21CB-4FE8-22DF704B0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682B1A-1531-7F9A-F92F-B1A02844E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0B465E-C670-DF8B-250E-F840B80C5EB2}"/>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F4AB694D-525D-9155-1E14-B9ED099B2ADC}"/>
              </a:ext>
            </a:extLst>
          </p:cNvPr>
          <p:cNvSpPr>
            <a:spLocks noGrp="1"/>
          </p:cNvSpPr>
          <p:nvPr>
            <p:ph type="sldNum" sz="quarter" idx="5"/>
          </p:nvPr>
        </p:nvSpPr>
        <p:spPr/>
        <p:txBody>
          <a:bodyPr/>
          <a:lstStyle/>
          <a:p>
            <a:fld id="{576FF3D1-0F45-2240-9B47-75654C02E24A}" type="slidenum">
              <a:t>35</a:t>
            </a:fld>
            <a:endParaRPr lang="en-VN"/>
          </a:p>
        </p:txBody>
      </p:sp>
    </p:spTree>
    <p:extLst>
      <p:ext uri="{BB962C8B-B14F-4D97-AF65-F5344CB8AC3E}">
        <p14:creationId xmlns:p14="http://schemas.microsoft.com/office/powerpoint/2010/main" val="11290896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1549C-859C-247A-CE9D-942A732F5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D30E8-2D48-CB94-3335-A9FD62DC3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1D563-AACF-3183-9917-32567FD016B8}"/>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47703807-925F-92C9-2571-9C6B1937E3F1}"/>
              </a:ext>
            </a:extLst>
          </p:cNvPr>
          <p:cNvSpPr>
            <a:spLocks noGrp="1"/>
          </p:cNvSpPr>
          <p:nvPr>
            <p:ph type="sldNum" sz="quarter" idx="5"/>
          </p:nvPr>
        </p:nvSpPr>
        <p:spPr/>
        <p:txBody>
          <a:bodyPr/>
          <a:lstStyle/>
          <a:p>
            <a:fld id="{576FF3D1-0F45-2240-9B47-75654C02E24A}" type="slidenum">
              <a:t>36</a:t>
            </a:fld>
            <a:endParaRPr lang="en-VN"/>
          </a:p>
        </p:txBody>
      </p:sp>
    </p:spTree>
    <p:extLst>
      <p:ext uri="{BB962C8B-B14F-4D97-AF65-F5344CB8AC3E}">
        <p14:creationId xmlns:p14="http://schemas.microsoft.com/office/powerpoint/2010/main" val="3227747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D79C-E97E-0DF3-83EB-572D9DC84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0702B-D15C-7827-A4BF-D8B9F774DA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10214-E1FE-E1E0-FD00-98829089CF2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721F47AF-5E85-7199-80BB-6A882F4C07AB}"/>
              </a:ext>
            </a:extLst>
          </p:cNvPr>
          <p:cNvSpPr>
            <a:spLocks noGrp="1"/>
          </p:cNvSpPr>
          <p:nvPr>
            <p:ph type="sldNum" sz="quarter" idx="5"/>
          </p:nvPr>
        </p:nvSpPr>
        <p:spPr/>
        <p:txBody>
          <a:bodyPr/>
          <a:lstStyle/>
          <a:p>
            <a:fld id="{576FF3D1-0F45-2240-9B47-75654C02E24A}" type="slidenum">
              <a:t>37</a:t>
            </a:fld>
            <a:endParaRPr lang="en-VN"/>
          </a:p>
        </p:txBody>
      </p:sp>
    </p:spTree>
    <p:extLst>
      <p:ext uri="{BB962C8B-B14F-4D97-AF65-F5344CB8AC3E}">
        <p14:creationId xmlns:p14="http://schemas.microsoft.com/office/powerpoint/2010/main" val="19626020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8F39-DC1C-98EE-9046-5AD5ACAAB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ECF73-F887-5BA0-57AA-7ACD6818F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4AF5C-617D-6662-460A-9128B8917307}"/>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2D6E6D71-1A48-A51C-EC11-3879AEE0B38A}"/>
              </a:ext>
            </a:extLst>
          </p:cNvPr>
          <p:cNvSpPr>
            <a:spLocks noGrp="1"/>
          </p:cNvSpPr>
          <p:nvPr>
            <p:ph type="sldNum" sz="quarter" idx="5"/>
          </p:nvPr>
        </p:nvSpPr>
        <p:spPr/>
        <p:txBody>
          <a:bodyPr/>
          <a:lstStyle/>
          <a:p>
            <a:fld id="{576FF3D1-0F45-2240-9B47-75654C02E24A}" type="slidenum">
              <a:t>38</a:t>
            </a:fld>
            <a:endParaRPr lang="en-VN"/>
          </a:p>
        </p:txBody>
      </p:sp>
    </p:spTree>
    <p:extLst>
      <p:ext uri="{BB962C8B-B14F-4D97-AF65-F5344CB8AC3E}">
        <p14:creationId xmlns:p14="http://schemas.microsoft.com/office/powerpoint/2010/main" val="1264399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6AAC7-A2EA-CA0B-638A-7A643C4A4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4BE1EE-185A-5796-9F2A-A36A8AD96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FA633-4CD2-2ABF-5A9E-419EC3659DCE}"/>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D1EC0F55-D0DF-8A1E-3AF2-0CB98AD9346F}"/>
              </a:ext>
            </a:extLst>
          </p:cNvPr>
          <p:cNvSpPr>
            <a:spLocks noGrp="1"/>
          </p:cNvSpPr>
          <p:nvPr>
            <p:ph type="sldNum" sz="quarter" idx="5"/>
          </p:nvPr>
        </p:nvSpPr>
        <p:spPr/>
        <p:txBody>
          <a:bodyPr/>
          <a:lstStyle/>
          <a:p>
            <a:fld id="{576FF3D1-0F45-2240-9B47-75654C02E24A}" type="slidenum">
              <a:t>39</a:t>
            </a:fld>
            <a:endParaRPr lang="en-VN"/>
          </a:p>
        </p:txBody>
      </p:sp>
    </p:spTree>
    <p:extLst>
      <p:ext uri="{BB962C8B-B14F-4D97-AF65-F5344CB8AC3E}">
        <p14:creationId xmlns:p14="http://schemas.microsoft.com/office/powerpoint/2010/main" val="710863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D8E8A-99A2-2515-E64E-F6D04F6F0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2B69D4-3DBD-9799-4378-35B0DDAD9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43E09-5A1F-D689-A725-F927A0F6EDC1}"/>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C5C180AF-E0A6-D4C2-E3E7-B4E12DC91F90}"/>
              </a:ext>
            </a:extLst>
          </p:cNvPr>
          <p:cNvSpPr>
            <a:spLocks noGrp="1"/>
          </p:cNvSpPr>
          <p:nvPr>
            <p:ph type="sldNum" sz="quarter" idx="5"/>
          </p:nvPr>
        </p:nvSpPr>
        <p:spPr/>
        <p:txBody>
          <a:bodyPr/>
          <a:lstStyle/>
          <a:p>
            <a:fld id="{576FF3D1-0F45-2240-9B47-75654C02E24A}" type="slidenum">
              <a:t>40</a:t>
            </a:fld>
            <a:endParaRPr lang="en-VN"/>
          </a:p>
        </p:txBody>
      </p:sp>
    </p:spTree>
    <p:extLst>
      <p:ext uri="{BB962C8B-B14F-4D97-AF65-F5344CB8AC3E}">
        <p14:creationId xmlns:p14="http://schemas.microsoft.com/office/powerpoint/2010/main" val="3798876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A75EF-050E-3A4C-9449-251ABC914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4C456-1832-3953-C9FC-025FFA957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00E4A5-6DE2-E082-2889-CB04715224FB}"/>
              </a:ext>
            </a:extLst>
          </p:cNvPr>
          <p:cNvSpPr>
            <a:spLocks noGrp="1"/>
          </p:cNvSpPr>
          <p:nvPr>
            <p:ph type="body" idx="1"/>
          </p:nvPr>
        </p:nvSpPr>
        <p:spPr/>
        <p:txBody>
          <a:bodyPr/>
          <a:lstStyle/>
          <a:p>
            <a:endParaRPr lang="en-VN"/>
          </a:p>
        </p:txBody>
      </p:sp>
      <p:sp>
        <p:nvSpPr>
          <p:cNvPr id="4" name="Slide Number Placeholder 3">
            <a:extLst>
              <a:ext uri="{FF2B5EF4-FFF2-40B4-BE49-F238E27FC236}">
                <a16:creationId xmlns:a16="http://schemas.microsoft.com/office/drawing/2014/main" id="{63160DD1-9032-99A8-CAB6-58FA2F16417F}"/>
              </a:ext>
            </a:extLst>
          </p:cNvPr>
          <p:cNvSpPr>
            <a:spLocks noGrp="1"/>
          </p:cNvSpPr>
          <p:nvPr>
            <p:ph type="sldNum" sz="quarter" idx="5"/>
          </p:nvPr>
        </p:nvSpPr>
        <p:spPr/>
        <p:txBody>
          <a:bodyPr/>
          <a:lstStyle/>
          <a:p>
            <a:fld id="{576FF3D1-0F45-2240-9B47-75654C02E24A}" type="slidenum">
              <a:t>41</a:t>
            </a:fld>
            <a:endParaRPr lang="en-VN"/>
          </a:p>
        </p:txBody>
      </p:sp>
    </p:spTree>
    <p:extLst>
      <p:ext uri="{BB962C8B-B14F-4D97-AF65-F5344CB8AC3E}">
        <p14:creationId xmlns:p14="http://schemas.microsoft.com/office/powerpoint/2010/main" val="1312267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49E1-0E79-E426-382D-1B1213C504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742DB0-874D-573A-FAF5-E1E1B504C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97BD1B-AB8B-B662-20BA-8EFCDD6613B2}"/>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5" name="Footer Placeholder 4">
            <a:extLst>
              <a:ext uri="{FF2B5EF4-FFF2-40B4-BE49-F238E27FC236}">
                <a16:creationId xmlns:a16="http://schemas.microsoft.com/office/drawing/2014/main" id="{162332DA-B328-C938-C5CC-150A884B9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092F4-C033-8786-943E-2AE1C3273771}"/>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008993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57693-B66D-3FF6-66FB-B2B66B9B59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5D8C97-B2D4-9D9C-F7A8-115F22C5AB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BC4265-6111-645E-966E-B831FDA6AFE9}"/>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5" name="Footer Placeholder 4">
            <a:extLst>
              <a:ext uri="{FF2B5EF4-FFF2-40B4-BE49-F238E27FC236}">
                <a16:creationId xmlns:a16="http://schemas.microsoft.com/office/drawing/2014/main" id="{F7DE0A0A-A8A5-760E-E5D5-68A445A84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0C847C-376C-028A-DCDA-F438CA4C2E0A}"/>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1219484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51A4A-1448-BFB4-783B-B383569CF6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4B3B29-C6AF-4859-0D81-048A8D8E7F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48660D-702B-4436-92F0-7E362647F91F}"/>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5" name="Footer Placeholder 4">
            <a:extLst>
              <a:ext uri="{FF2B5EF4-FFF2-40B4-BE49-F238E27FC236}">
                <a16:creationId xmlns:a16="http://schemas.microsoft.com/office/drawing/2014/main" id="{F121AB1F-50DC-799D-662D-6ABE6F9CF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C0759-C06B-BD43-A867-64E4943CB97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68852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9B286-E109-DF56-3354-9EBB9B5AD3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FBA1BC-FD2E-EC48-7F3D-EAE382EF64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981FB9B-4CC0-59F3-79CE-50BDB1CF57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6D12A-6B6F-D96F-E37E-60E80B018217}"/>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6" name="Footer Placeholder 5">
            <a:extLst>
              <a:ext uri="{FF2B5EF4-FFF2-40B4-BE49-F238E27FC236}">
                <a16:creationId xmlns:a16="http://schemas.microsoft.com/office/drawing/2014/main" id="{6EAB1D1D-9984-1BE0-A9AE-482E21A1F4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9D570-A79C-057C-6355-694323D92B8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122252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2E31-2F30-2FBC-B963-E9A07AEB33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ECD35A-8B39-BC77-3C19-54035D8903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408F13-7339-18A8-8571-F9F2D86771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A57706-1749-9278-F728-58B990AE4E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34423B-8211-534A-22EC-BE8E0E770E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59B804-1DE5-9C35-6F81-3A293D1A90F7}"/>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8" name="Footer Placeholder 7">
            <a:extLst>
              <a:ext uri="{FF2B5EF4-FFF2-40B4-BE49-F238E27FC236}">
                <a16:creationId xmlns:a16="http://schemas.microsoft.com/office/drawing/2014/main" id="{171D4FF6-84CE-0494-D968-CE07AA6D33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568B0D-5839-7A38-CE68-9BEFDA69F38E}"/>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3705768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FDC7-1509-15E3-FC6B-805EA76BD5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55E65-38EA-9E43-0C6D-EB82CBCB3444}"/>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4" name="Footer Placeholder 3">
            <a:extLst>
              <a:ext uri="{FF2B5EF4-FFF2-40B4-BE49-F238E27FC236}">
                <a16:creationId xmlns:a16="http://schemas.microsoft.com/office/drawing/2014/main" id="{01EC6B55-0201-1312-335A-069E8331F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DA86EF-5BE7-951E-E1F1-DB496365FBE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291921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377714-1AE4-D06D-041E-70C6F3BE0678}"/>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3" name="Footer Placeholder 2">
            <a:extLst>
              <a:ext uri="{FF2B5EF4-FFF2-40B4-BE49-F238E27FC236}">
                <a16:creationId xmlns:a16="http://schemas.microsoft.com/office/drawing/2014/main" id="{964B493B-9D46-0485-1C7C-EC89D1B99D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5D092-CD68-93A5-D410-D8D9F0F32E3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844889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A8FCC-59F7-002F-887A-3AE9E3CA33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5E3BF3-66ED-D5F7-4D10-42A1711BC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1EEA8-D320-6867-9BA6-758966E3F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5F5B38-62A1-CE82-8A74-5434C0A4131B}"/>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6" name="Footer Placeholder 5">
            <a:extLst>
              <a:ext uri="{FF2B5EF4-FFF2-40B4-BE49-F238E27FC236}">
                <a16:creationId xmlns:a16="http://schemas.microsoft.com/office/drawing/2014/main" id="{B65B5D93-06AF-21CA-460C-74E6E8B24F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55CCB2-2362-5C44-3188-75821D5703EB}"/>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247508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FF888-87D6-FE2D-6CB5-C363685D3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4AE296-04DC-6316-72BF-93486EDBC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5E4AC3-BDF1-C463-09B8-B7AACAA77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38EDC2-B5DC-02FD-C84A-A77A922DA504}"/>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6" name="Footer Placeholder 5">
            <a:extLst>
              <a:ext uri="{FF2B5EF4-FFF2-40B4-BE49-F238E27FC236}">
                <a16:creationId xmlns:a16="http://schemas.microsoft.com/office/drawing/2014/main" id="{3193FCE8-2ECF-C3F9-9FBA-7159C1FE7A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C1A29-C80D-1CF9-8B56-52DE889EC456}"/>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477129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605A-C9D9-3FEE-4AD7-93E29ECE6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640FCE-C444-FED9-4D9B-911BEFE9A1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A9C4A-29FB-8709-12DA-C4B70DE854EC}"/>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5" name="Footer Placeholder 4">
            <a:extLst>
              <a:ext uri="{FF2B5EF4-FFF2-40B4-BE49-F238E27FC236}">
                <a16:creationId xmlns:a16="http://schemas.microsoft.com/office/drawing/2014/main" id="{FDDD6E77-31D8-44C9-8C00-C85B1FBD58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B131BB-31B3-265D-7085-74DC5991AAE9}"/>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775320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07958B-44E0-1781-BCCB-A1EADD44A0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CEE1AC-BA82-4227-EF6E-CD4C945281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04FCB6-CEB8-F8B1-0ACF-D57EE7B35017}"/>
              </a:ext>
            </a:extLst>
          </p:cNvPr>
          <p:cNvSpPr>
            <a:spLocks noGrp="1"/>
          </p:cNvSpPr>
          <p:nvPr>
            <p:ph type="dt" sz="half" idx="10"/>
          </p:nvPr>
        </p:nvSpPr>
        <p:spPr/>
        <p:txBody>
          <a:bodyPr/>
          <a:lstStyle/>
          <a:p>
            <a:fld id="{BAA8DE05-51EE-4692-B197-877FA1DAAAED}" type="datetimeFigureOut">
              <a:rPr lang="en-US" smtClean="0"/>
              <a:t>12/25/25</a:t>
            </a:fld>
            <a:endParaRPr lang="en-US"/>
          </a:p>
        </p:txBody>
      </p:sp>
      <p:sp>
        <p:nvSpPr>
          <p:cNvPr id="5" name="Footer Placeholder 4">
            <a:extLst>
              <a:ext uri="{FF2B5EF4-FFF2-40B4-BE49-F238E27FC236}">
                <a16:creationId xmlns:a16="http://schemas.microsoft.com/office/drawing/2014/main" id="{EC264267-9C54-4B02-8EEA-5CA8914115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2CB251-E39D-B765-D0D9-DD43E8D38D45}"/>
              </a:ext>
            </a:extLst>
          </p:cNvPr>
          <p:cNvSpPr>
            <a:spLocks noGrp="1"/>
          </p:cNvSpPr>
          <p:nvPr>
            <p:ph type="sldNum" sz="quarter" idx="12"/>
          </p:nvPr>
        </p:nvSpPr>
        <p:spPr/>
        <p:txBody>
          <a:bodyPr/>
          <a:lstStyle/>
          <a:p>
            <a:fld id="{3572391D-08EA-4D13-AA34-90E6B0650B1C}" type="slidenum">
              <a:rPr lang="en-US" smtClean="0"/>
              <a:t>‹#›</a:t>
            </a:fld>
            <a:endParaRPr lang="en-US"/>
          </a:p>
        </p:txBody>
      </p:sp>
    </p:spTree>
    <p:extLst>
      <p:ext uri="{BB962C8B-B14F-4D97-AF65-F5344CB8AC3E}">
        <p14:creationId xmlns:p14="http://schemas.microsoft.com/office/powerpoint/2010/main" val="98694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C09D87-B60C-2F4C-DA19-BB04307F5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374F2-0FF1-114D-5529-1A4E23665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6FAB11-252C-AF3A-1868-D64F46A93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A8DE05-51EE-4692-B197-877FA1DAAAED}" type="datetimeFigureOut">
              <a:rPr lang="en-US" smtClean="0"/>
              <a:t>12/25/25</a:t>
            </a:fld>
            <a:endParaRPr lang="en-US"/>
          </a:p>
        </p:txBody>
      </p:sp>
      <p:sp>
        <p:nvSpPr>
          <p:cNvPr id="5" name="Footer Placeholder 4">
            <a:extLst>
              <a:ext uri="{FF2B5EF4-FFF2-40B4-BE49-F238E27FC236}">
                <a16:creationId xmlns:a16="http://schemas.microsoft.com/office/drawing/2014/main" id="{E54987AE-9E20-DF1B-0ECB-89583BCE6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754B6-F244-E0B6-9D65-0E3B11C54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2391D-08EA-4D13-AA34-90E6B0650B1C}" type="slidenum">
              <a:rPr lang="en-US" smtClean="0"/>
              <a:t>‹#›</a:t>
            </a:fld>
            <a:endParaRPr lang="en-US"/>
          </a:p>
        </p:txBody>
      </p:sp>
    </p:spTree>
    <p:extLst>
      <p:ext uri="{BB962C8B-B14F-4D97-AF65-F5344CB8AC3E}">
        <p14:creationId xmlns:p14="http://schemas.microsoft.com/office/powerpoint/2010/main" val="70480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2DBD-CB83-55BD-128C-2C66E47798F8}"/>
              </a:ext>
            </a:extLst>
          </p:cNvPr>
          <p:cNvSpPr>
            <a:spLocks noGrp="1"/>
          </p:cNvSpPr>
          <p:nvPr>
            <p:ph type="ctrTitle"/>
          </p:nvPr>
        </p:nvSpPr>
        <p:spPr/>
        <p:txBody>
          <a:bodyPr/>
          <a:lstStyle/>
          <a:p>
            <a:r>
              <a:rPr lang="en-US"/>
              <a:t>Java SE 17 – Presentation</a:t>
            </a:r>
          </a:p>
        </p:txBody>
      </p:sp>
      <p:sp>
        <p:nvSpPr>
          <p:cNvPr id="3" name="Subtitle 2">
            <a:extLst>
              <a:ext uri="{FF2B5EF4-FFF2-40B4-BE49-F238E27FC236}">
                <a16:creationId xmlns:a16="http://schemas.microsoft.com/office/drawing/2014/main" id="{96DD8BC4-D539-661E-8A88-53AF6C208F93}"/>
              </a:ext>
            </a:extLst>
          </p:cNvPr>
          <p:cNvSpPr>
            <a:spLocks noGrp="1"/>
          </p:cNvSpPr>
          <p:nvPr>
            <p:ph type="subTitle" idx="1"/>
          </p:nvPr>
        </p:nvSpPr>
        <p:spPr/>
        <p:txBody>
          <a:bodyPr/>
          <a:lstStyle/>
          <a:p>
            <a:r>
              <a:rPr lang="en-US"/>
              <a:t>Chapter 11 – Exceptions and Localizations</a:t>
            </a:r>
          </a:p>
        </p:txBody>
      </p:sp>
    </p:spTree>
    <p:extLst>
      <p:ext uri="{BB962C8B-B14F-4D97-AF65-F5344CB8AC3E}">
        <p14:creationId xmlns:p14="http://schemas.microsoft.com/office/powerpoint/2010/main" val="243732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AB38-D48E-0EE4-3D3B-5EA15FFD2C4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F044ECB-DB4F-474E-E686-B7BB6006BE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2D7D3C87-23C8-5412-EC56-7DDC7DDE941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Understanding Exceptions</a:t>
            </a:r>
          </a:p>
          <a:p>
            <a:pPr algn="l"/>
            <a:r>
              <a:rPr lang="en-US" sz="1800">
                <a:sym typeface="Wingdings" pitchFamily="2" charset="2"/>
              </a:rPr>
              <a:t>- A program can ... for any ...</a:t>
            </a:r>
          </a:p>
          <a:p>
            <a:pPr algn="l"/>
            <a:r>
              <a:rPr lang="en-US" sz="1800">
                <a:sym typeface="Wingdings" pitchFamily="2" charset="2"/>
              </a:rPr>
              <a:t>+) ... lost ...</a:t>
            </a:r>
          </a:p>
          <a:p>
            <a:pPr algn="l"/>
            <a:r>
              <a:rPr lang="en-US" sz="1800">
                <a:sym typeface="Wingdings" pitchFamily="2" charset="2"/>
              </a:rPr>
              <a:t>+) ... index ...</a:t>
            </a:r>
          </a:p>
          <a:p>
            <a:pPr algn="l"/>
            <a:r>
              <a:rPr lang="en-US" sz="1800">
                <a:sym typeface="Wingdings" pitchFamily="2" charset="2"/>
              </a:rPr>
              <a:t>+) ... divide ...</a:t>
            </a:r>
          </a:p>
          <a:p>
            <a:pPr algn="l"/>
            <a:r>
              <a:rPr lang="en-US" sz="1800">
                <a:sym typeface="Wingdings" pitchFamily="2" charset="2"/>
              </a:rPr>
              <a:t>– These are outside ...</a:t>
            </a:r>
          </a:p>
          <a:p>
            <a:pPr algn="l"/>
            <a:r>
              <a:rPr lang="en-US" sz="1800">
                <a:sym typeface="Wingdings" pitchFamily="2" charset="2"/>
              </a:rPr>
              <a:t>– How can we solve these ? ...</a:t>
            </a:r>
          </a:p>
          <a:p>
            <a:pPr algn="l"/>
            <a:r>
              <a:rPr lang="en-US" sz="1800" b="1">
                <a:sym typeface="Wingdings" pitchFamily="2" charset="2"/>
              </a:rPr>
              <a:t>The role of Exception</a:t>
            </a:r>
          </a:p>
          <a:p>
            <a:pPr algn="l"/>
            <a:r>
              <a:rPr lang="en-US" sz="1800">
                <a:sym typeface="Wingdings" pitchFamily="2" charset="2"/>
              </a:rPr>
              <a:t>- Exception in Java means ... "... done ..."</a:t>
            </a:r>
          </a:p>
          <a:p>
            <a:pPr algn="l"/>
            <a:r>
              <a:rPr lang="en-US" sz="1800" b="1">
                <a:sym typeface="Wingdings" pitchFamily="2" charset="2"/>
              </a:rPr>
              <a:t>Return code VS Exceptions</a:t>
            </a:r>
          </a:p>
          <a:p>
            <a:pPr algn="l"/>
            <a:r>
              <a:rPr lang="en-US" sz="1800">
                <a:sym typeface="Wingdings" pitchFamily="2" charset="2"/>
              </a:rPr>
              <a:t>(code illustration snippet 1)</a:t>
            </a:r>
          </a:p>
          <a:p>
            <a:pPr algn="l"/>
            <a:r>
              <a:rPr lang="en-US" sz="1800">
                <a:sym typeface="Wingdings" pitchFamily="2" charset="2"/>
              </a:rPr>
              <a:t>- Most of the ... algo uses ... indicating ... If our code has ... then we should ... instead of ... values... Java also has an entire ... for this...</a:t>
            </a:r>
          </a:p>
        </p:txBody>
      </p:sp>
    </p:spTree>
    <p:extLst>
      <p:ext uri="{BB962C8B-B14F-4D97-AF65-F5344CB8AC3E}">
        <p14:creationId xmlns:p14="http://schemas.microsoft.com/office/powerpoint/2010/main" val="270913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B4FBC-EE36-98B8-C4EF-B9431A25F7F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5B8A797-97D0-8FE2-EBD4-87616CF73281}"/>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1E64A517-C19E-ED40-3D23-BFB9E6DEBBA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Understanding Exception types</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p:txBody>
      </p:sp>
      <p:pic>
        <p:nvPicPr>
          <p:cNvPr id="2" name="Picture 1">
            <a:extLst>
              <a:ext uri="{FF2B5EF4-FFF2-40B4-BE49-F238E27FC236}">
                <a16:creationId xmlns:a16="http://schemas.microsoft.com/office/drawing/2014/main" id="{964C7598-4DA2-D214-3323-6B7CE0BDEBE4}"/>
              </a:ext>
            </a:extLst>
          </p:cNvPr>
          <p:cNvPicPr>
            <a:picLocks noChangeAspect="1"/>
          </p:cNvPicPr>
          <p:nvPr/>
        </p:nvPicPr>
        <p:blipFill>
          <a:blip r:embed="rId3"/>
          <a:stretch>
            <a:fillRect/>
          </a:stretch>
        </p:blipFill>
        <p:spPr>
          <a:xfrm>
            <a:off x="3079750" y="1376362"/>
            <a:ext cx="6032500" cy="4660900"/>
          </a:xfrm>
          <a:prstGeom prst="rect">
            <a:avLst/>
          </a:prstGeom>
        </p:spPr>
      </p:pic>
      <p:sp>
        <p:nvSpPr>
          <p:cNvPr id="5" name="Rectangle 4">
            <a:extLst>
              <a:ext uri="{FF2B5EF4-FFF2-40B4-BE49-F238E27FC236}">
                <a16:creationId xmlns:a16="http://schemas.microsoft.com/office/drawing/2014/main" id="{4CF53C75-EA13-8037-EFE1-D502B30EC4FD}"/>
              </a:ext>
            </a:extLst>
          </p:cNvPr>
          <p:cNvSpPr/>
          <p:nvPr/>
        </p:nvSpPr>
        <p:spPr>
          <a:xfrm>
            <a:off x="5174166" y="1784195"/>
            <a:ext cx="1940312" cy="724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Rectangle 5">
            <a:extLst>
              <a:ext uri="{FF2B5EF4-FFF2-40B4-BE49-F238E27FC236}">
                <a16:creationId xmlns:a16="http://schemas.microsoft.com/office/drawing/2014/main" id="{26CA28C9-6386-BD0B-418A-5314F239F52F}"/>
              </a:ext>
            </a:extLst>
          </p:cNvPr>
          <p:cNvSpPr/>
          <p:nvPr/>
        </p:nvSpPr>
        <p:spPr>
          <a:xfrm>
            <a:off x="3746810" y="3429000"/>
            <a:ext cx="1728439" cy="496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A522C377-A9DB-E5AC-E4C8-F76E4D1BB930}"/>
              </a:ext>
            </a:extLst>
          </p:cNvPr>
          <p:cNvSpPr/>
          <p:nvPr/>
        </p:nvSpPr>
        <p:spPr>
          <a:xfrm>
            <a:off x="3423424" y="4895385"/>
            <a:ext cx="2340560" cy="379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EF568A58-1DC6-CF3E-8887-E057DBBC5268}"/>
              </a:ext>
            </a:extLst>
          </p:cNvPr>
          <p:cNvSpPr/>
          <p:nvPr/>
        </p:nvSpPr>
        <p:spPr>
          <a:xfrm>
            <a:off x="6869151" y="3429000"/>
            <a:ext cx="1494264" cy="4962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62425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004C9-E1D1-F4BA-D408-0EFBE958B67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A65916E-A64B-D902-512A-50AA0AAA569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1DFBE54F-F9F9-17D0-A311-72D6D465F4E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The correct meaning of different exceptions:</a:t>
            </a:r>
          </a:p>
          <a:p>
            <a:pPr algn="l"/>
            <a:r>
              <a:rPr lang="en-US" sz="1800">
                <a:sym typeface="Wingdings" pitchFamily="2" charset="2"/>
              </a:rPr>
              <a:t>+) ...</a:t>
            </a:r>
          </a:p>
          <a:p>
            <a:pPr algn="l"/>
            <a:r>
              <a:rPr lang="en-US" sz="1800">
                <a:sym typeface="Wingdings" pitchFamily="2" charset="2"/>
              </a:rPr>
              <a:t>+) ...</a:t>
            </a:r>
          </a:p>
          <a:p>
            <a:pPr algn="l"/>
            <a:r>
              <a:rPr lang="en-US" sz="1800">
                <a:sym typeface="Wingdings" pitchFamily="2" charset="2"/>
              </a:rPr>
              <a:t>+) ...</a:t>
            </a:r>
          </a:p>
          <a:p>
            <a:pPr algn="l"/>
            <a:r>
              <a:rPr lang="en-US" sz="1800" b="1">
                <a:sym typeface="Wingdings" pitchFamily="2" charset="2"/>
              </a:rPr>
              <a:t>Checked Exception</a:t>
            </a:r>
          </a:p>
          <a:p>
            <a:pPr algn="l"/>
            <a:r>
              <a:rPr lang="en-US" sz="1800">
                <a:sym typeface="Wingdings" pitchFamily="2" charset="2"/>
              </a:rPr>
              <a:t>- In Java, Checked Exception is ...</a:t>
            </a:r>
          </a:p>
          <a:p>
            <a:pPr algn="l"/>
            <a:r>
              <a:rPr lang="en-US" sz="1800">
                <a:sym typeface="Wingdings" pitchFamily="2" charset="2"/>
              </a:rPr>
              <a:t>(code illustration 2,3)</a:t>
            </a:r>
          </a:p>
          <a:p>
            <a:pPr algn="l"/>
            <a:r>
              <a:rPr lang="en-US" sz="1800" b="1">
                <a:sym typeface="Wingdings" pitchFamily="2" charset="2"/>
              </a:rPr>
              <a:t>Unchecked Exception</a:t>
            </a:r>
            <a:endParaRPr lang="en-US" sz="1800">
              <a:sym typeface="Wingdings" pitchFamily="2" charset="2"/>
            </a:endParaRPr>
          </a:p>
          <a:p>
            <a:pPr algn="l"/>
            <a:r>
              <a:rPr lang="en-US" sz="1800">
                <a:sym typeface="Wingdings" pitchFamily="2" charset="2"/>
              </a:rPr>
              <a:t>- In Java, Unchecked Exception is ...</a:t>
            </a:r>
          </a:p>
          <a:p>
            <a:pPr algn="l"/>
            <a:r>
              <a:rPr lang="en-US" sz="1800">
                <a:sym typeface="Wingdings" pitchFamily="2" charset="2"/>
              </a:rPr>
              <a:t>(code illustration snippet 4)</a:t>
            </a:r>
          </a:p>
          <a:p>
            <a:pPr algn="l"/>
            <a:r>
              <a:rPr lang="en-US" sz="1800" b="1">
                <a:sym typeface="Wingdings" pitchFamily="2" charset="2"/>
              </a:rPr>
              <a:t>Error and Throwable</a:t>
            </a:r>
          </a:p>
          <a:p>
            <a:pPr algn="l"/>
            <a:r>
              <a:rPr lang="en-US" sz="1800">
                <a:sym typeface="Wingdings" pitchFamily="2" charset="2"/>
              </a:rPr>
              <a:t>- This is ...</a:t>
            </a:r>
          </a:p>
        </p:txBody>
      </p:sp>
    </p:spTree>
    <p:extLst>
      <p:ext uri="{BB962C8B-B14F-4D97-AF65-F5344CB8AC3E}">
        <p14:creationId xmlns:p14="http://schemas.microsoft.com/office/powerpoint/2010/main" val="304180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225A8-9411-380F-B64F-B7381AE4B60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9570BFC-C751-4268-00C0-18633D3B64B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0E1AB775-ECB6-BCB0-7A64-87A3BE04135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5A332342-E750-5064-01E6-E4DE706AD68B}"/>
              </a:ext>
            </a:extLst>
          </p:cNvPr>
          <p:cNvPicPr>
            <a:picLocks noChangeAspect="1"/>
          </p:cNvPicPr>
          <p:nvPr/>
        </p:nvPicPr>
        <p:blipFill>
          <a:blip r:embed="rId3"/>
          <a:stretch>
            <a:fillRect/>
          </a:stretch>
        </p:blipFill>
        <p:spPr>
          <a:xfrm>
            <a:off x="1234932" y="1756561"/>
            <a:ext cx="9722136" cy="3344877"/>
          </a:xfrm>
          <a:prstGeom prst="rect">
            <a:avLst/>
          </a:prstGeom>
        </p:spPr>
      </p:pic>
      <p:sp>
        <p:nvSpPr>
          <p:cNvPr id="5" name="Rectangle 4">
            <a:extLst>
              <a:ext uri="{FF2B5EF4-FFF2-40B4-BE49-F238E27FC236}">
                <a16:creationId xmlns:a16="http://schemas.microsoft.com/office/drawing/2014/main" id="{B2F6C21D-FC0E-BFF3-6C48-7D68B715B2FD}"/>
              </a:ext>
            </a:extLst>
          </p:cNvPr>
          <p:cNvSpPr/>
          <p:nvPr/>
        </p:nvSpPr>
        <p:spPr>
          <a:xfrm>
            <a:off x="2879124" y="2817341"/>
            <a:ext cx="6388444" cy="20017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58056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2AA6E-586A-D728-87F2-DBCE7FD39B8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7DC4C9C-4E86-1C6D-A1BD-CF8172265BF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9DB10EB7-1410-4EB7-B6E5-AD5B6E2DD9A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Throwing an Exception</a:t>
            </a:r>
          </a:p>
          <a:p>
            <a:pPr algn="l"/>
            <a:r>
              <a:rPr lang="en-US" sz="1800">
                <a:sym typeface="Wingdings" pitchFamily="2" charset="2"/>
              </a:rPr>
              <a:t>(code illustration snippet 5, 6)</a:t>
            </a:r>
          </a:p>
          <a:p>
            <a:pPr algn="l"/>
            <a:r>
              <a:rPr lang="en-US" sz="1800">
                <a:sym typeface="Wingdings" pitchFamily="2" charset="2"/>
              </a:rPr>
              <a:t>- The difference between ... and ... is ...</a:t>
            </a:r>
          </a:p>
          <a:p>
            <a:pPr algn="l"/>
            <a:r>
              <a:rPr lang="en-US" sz="1800">
                <a:sym typeface="Wingdings" pitchFamily="2" charset="2"/>
              </a:rPr>
              <a:t>- When we create our own ... we usually pass ... or ... Convention is ...</a:t>
            </a:r>
          </a:p>
          <a:p>
            <a:pPr algn="l"/>
            <a:r>
              <a:rPr lang="en-US" sz="1800">
                <a:sym typeface="Wingdings" pitchFamily="2" charset="2"/>
              </a:rPr>
              <a:t>(code illustration snipept 7, 8, 9)</a:t>
            </a:r>
          </a:p>
          <a:p>
            <a:pPr algn="l"/>
            <a:r>
              <a:rPr lang="en-US" sz="1800" b="1">
                <a:sym typeface="Wingdings" pitchFamily="2" charset="2"/>
              </a:rPr>
              <a:t>Calling methods that throw Exceptions</a:t>
            </a:r>
          </a:p>
          <a:p>
            <a:pPr algn="l"/>
            <a:r>
              <a:rPr lang="en-US" sz="1800">
                <a:sym typeface="Wingdings" pitchFamily="2" charset="2"/>
              </a:rPr>
              <a:t>(code illustration snippet 10, 11, 12, 13)</a:t>
            </a:r>
          </a:p>
          <a:p>
            <a:pPr algn="l"/>
            <a:r>
              <a:rPr lang="en-US" sz="1800">
                <a:sym typeface="Wingdings" pitchFamily="2" charset="2"/>
              </a:rPr>
              <a:t>- Every time we use ... we must check ... compatible ...</a:t>
            </a:r>
          </a:p>
          <a:p>
            <a:pPr algn="l"/>
            <a:r>
              <a:rPr lang="en-US" sz="1800" b="1">
                <a:sym typeface="Wingdings" pitchFamily="2" charset="2"/>
              </a:rPr>
              <a:t>Overriding methods with Exceptions</a:t>
            </a:r>
          </a:p>
          <a:p>
            <a:pPr algn="l"/>
            <a:r>
              <a:rPr lang="en-US" sz="1800">
                <a:sym typeface="Wingdings" pitchFamily="2" charset="2"/>
              </a:rPr>
              <a:t>(code illustration snippet 14, 15)</a:t>
            </a:r>
          </a:p>
          <a:p>
            <a:pPr algn="l"/>
            <a:r>
              <a:rPr lang="en-US" sz="1800" b="1">
                <a:sym typeface="Wingdings" pitchFamily="2" charset="2"/>
              </a:rPr>
              <a:t>Printing an Exception</a:t>
            </a:r>
          </a:p>
          <a:p>
            <a:pPr algn="l"/>
            <a:r>
              <a:rPr lang="en-US" sz="1800">
                <a:sym typeface="Wingdings" pitchFamily="2" charset="2"/>
              </a:rPr>
              <a:t>(code illustration snippet 16)</a:t>
            </a:r>
          </a:p>
        </p:txBody>
      </p:sp>
    </p:spTree>
    <p:extLst>
      <p:ext uri="{BB962C8B-B14F-4D97-AF65-F5344CB8AC3E}">
        <p14:creationId xmlns:p14="http://schemas.microsoft.com/office/powerpoint/2010/main" val="401832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20F2A-7CFB-AE91-8F50-0BD200840F9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C724D1F-126C-FE92-9DE3-8C04DAF3FA2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CA25E1AE-A9CF-D04D-8CC4-10C05B7F0FEB}"/>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Recognizing Exception Classes</a:t>
            </a:r>
          </a:p>
          <a:p>
            <a:pPr algn="l"/>
            <a:r>
              <a:rPr lang="en-US" sz="1800" b="1">
                <a:sym typeface="Wingdings" pitchFamily="2" charset="2"/>
              </a:rPr>
              <a:t>RuntimeException classes</a:t>
            </a:r>
          </a:p>
          <a:p>
            <a:pPr algn="l"/>
            <a:endParaRPr lang="en-US" sz="1800" b="1">
              <a:sym typeface="Wingdings" pitchFamily="2" charset="2"/>
            </a:endParaRPr>
          </a:p>
        </p:txBody>
      </p:sp>
      <p:pic>
        <p:nvPicPr>
          <p:cNvPr id="2" name="Picture 1">
            <a:extLst>
              <a:ext uri="{FF2B5EF4-FFF2-40B4-BE49-F238E27FC236}">
                <a16:creationId xmlns:a16="http://schemas.microsoft.com/office/drawing/2014/main" id="{AF6F9291-BC2F-DA6C-61C2-E8B7DA4A79DD}"/>
              </a:ext>
            </a:extLst>
          </p:cNvPr>
          <p:cNvPicPr>
            <a:picLocks noChangeAspect="1"/>
          </p:cNvPicPr>
          <p:nvPr/>
        </p:nvPicPr>
        <p:blipFill>
          <a:blip r:embed="rId3"/>
          <a:stretch>
            <a:fillRect/>
          </a:stretch>
        </p:blipFill>
        <p:spPr>
          <a:xfrm>
            <a:off x="2209800" y="1556069"/>
            <a:ext cx="7772400" cy="4833257"/>
          </a:xfrm>
          <a:prstGeom prst="rect">
            <a:avLst/>
          </a:prstGeom>
        </p:spPr>
      </p:pic>
      <p:sp>
        <p:nvSpPr>
          <p:cNvPr id="5" name="Rectangle 4">
            <a:extLst>
              <a:ext uri="{FF2B5EF4-FFF2-40B4-BE49-F238E27FC236}">
                <a16:creationId xmlns:a16="http://schemas.microsoft.com/office/drawing/2014/main" id="{A192867F-07AC-5CBC-9EEC-D021A312E78B}"/>
              </a:ext>
            </a:extLst>
          </p:cNvPr>
          <p:cNvSpPr/>
          <p:nvPr/>
        </p:nvSpPr>
        <p:spPr>
          <a:xfrm>
            <a:off x="5597611" y="2199503"/>
            <a:ext cx="4176584" cy="39665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59844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EA1C3-FF9D-204A-30B7-3CBE19B5C11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5C98B7D-8CFA-890B-DB7F-9DC8477DFED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A91C7F8D-0356-FA77-E65F-C4871AC48FC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ArithmeticException</a:t>
            </a:r>
          </a:p>
          <a:p>
            <a:pPr algn="l"/>
            <a:endParaRPr lang="en-US" sz="1800" b="1">
              <a:sym typeface="Wingdings" pitchFamily="2" charset="2"/>
            </a:endParaRPr>
          </a:p>
          <a:p>
            <a:pPr algn="l"/>
            <a:r>
              <a:rPr lang="en-US" sz="1800" b="1">
                <a:sym typeface="Wingdings" pitchFamily="2" charset="2"/>
              </a:rPr>
              <a:t>ArrayIndexOutOfBoundException</a:t>
            </a:r>
          </a:p>
          <a:p>
            <a:pPr algn="l"/>
            <a:endParaRPr lang="en-US" sz="1800" b="1">
              <a:sym typeface="Wingdings" pitchFamily="2" charset="2"/>
            </a:endParaRPr>
          </a:p>
          <a:p>
            <a:pPr algn="l"/>
            <a:r>
              <a:rPr lang="en-US" sz="1800" b="1">
                <a:sym typeface="Wingdings" pitchFamily="2" charset="2"/>
              </a:rPr>
              <a:t>ClassCastException</a:t>
            </a:r>
          </a:p>
          <a:p>
            <a:pPr algn="l"/>
            <a:endParaRPr lang="en-US" sz="1800" b="1">
              <a:sym typeface="Wingdings" pitchFamily="2" charset="2"/>
            </a:endParaRPr>
          </a:p>
          <a:p>
            <a:pPr algn="l"/>
            <a:r>
              <a:rPr lang="en-US" sz="1800" b="1">
                <a:sym typeface="Wingdings" pitchFamily="2" charset="2"/>
              </a:rPr>
              <a:t>NullPointerException</a:t>
            </a:r>
          </a:p>
          <a:p>
            <a:pPr algn="l"/>
            <a:r>
              <a:rPr lang="en-US" sz="1800">
                <a:sym typeface="Wingdings" pitchFamily="2" charset="2"/>
              </a:rPr>
              <a:t>-Note: In the new version, ... more information ... because it prints ... This is called ... NPE</a:t>
            </a:r>
          </a:p>
          <a:p>
            <a:pPr algn="l"/>
            <a:r>
              <a:rPr lang="en-US" sz="1800">
                <a:sym typeface="Wingdings" pitchFamily="2" charset="2"/>
              </a:rPr>
              <a:t>(code illustration snippet 17)</a:t>
            </a:r>
          </a:p>
          <a:p>
            <a:pPr algn="l"/>
            <a:r>
              <a:rPr lang="en-US" sz="1800">
                <a:sym typeface="Wingdings" pitchFamily="2" charset="2"/>
              </a:rPr>
              <a:t>- By default, when we compile ... it will shows .... If we want to ... we have to compile using ... flag ...</a:t>
            </a:r>
          </a:p>
          <a:p>
            <a:pPr algn="l"/>
            <a:r>
              <a:rPr lang="en-US" sz="1800">
                <a:sym typeface="Wingdings" pitchFamily="2" charset="2"/>
              </a:rPr>
              <a:t>(code illustration snippet 18)</a:t>
            </a:r>
          </a:p>
          <a:p>
            <a:pPr algn="l"/>
            <a:r>
              <a:rPr lang="en-US" sz="1800" b="1">
                <a:sym typeface="Wingdings" pitchFamily="2" charset="2"/>
              </a:rPr>
              <a:t>Enabling/Disabling helpful NPE</a:t>
            </a:r>
          </a:p>
          <a:p>
            <a:pPr algn="l"/>
            <a:r>
              <a:rPr lang="en-US" sz="1800">
                <a:sym typeface="Wingdings" pitchFamily="2" charset="2"/>
              </a:rPr>
              <a:t>- When ... introduced in Java 14, it was a ... so we have to use</a:t>
            </a:r>
          </a:p>
          <a:p>
            <a:pPr algn="l"/>
            <a:endParaRPr lang="en-US" sz="1800">
              <a:sym typeface="Wingdings" pitchFamily="2" charset="2"/>
            </a:endParaRPr>
          </a:p>
        </p:txBody>
      </p:sp>
      <p:pic>
        <p:nvPicPr>
          <p:cNvPr id="6" name="Picture 5">
            <a:extLst>
              <a:ext uri="{FF2B5EF4-FFF2-40B4-BE49-F238E27FC236}">
                <a16:creationId xmlns:a16="http://schemas.microsoft.com/office/drawing/2014/main" id="{04D88020-7EF7-9CE4-57BC-895D03EDD767}"/>
              </a:ext>
            </a:extLst>
          </p:cNvPr>
          <p:cNvPicPr>
            <a:picLocks noChangeAspect="1"/>
          </p:cNvPicPr>
          <p:nvPr/>
        </p:nvPicPr>
        <p:blipFill>
          <a:blip r:embed="rId3"/>
          <a:stretch>
            <a:fillRect/>
          </a:stretch>
        </p:blipFill>
        <p:spPr>
          <a:xfrm>
            <a:off x="2921000" y="5732462"/>
            <a:ext cx="6350000" cy="609600"/>
          </a:xfrm>
          <a:prstGeom prst="rect">
            <a:avLst/>
          </a:prstGeom>
        </p:spPr>
      </p:pic>
    </p:spTree>
    <p:extLst>
      <p:ext uri="{BB962C8B-B14F-4D97-AF65-F5344CB8AC3E}">
        <p14:creationId xmlns:p14="http://schemas.microsoft.com/office/powerpoint/2010/main" val="117281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EAF0-9C2F-2BF3-5C59-C68108D5590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F789528-65CB-E8CF-8844-6EECA90C10A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1E71DFCE-8E42-992E-1D0F-9114570E7DC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However, in Java 15 onward, it has been ...  =&gt; Running with it will ...</a:t>
            </a:r>
          </a:p>
          <a:p>
            <a:pPr algn="l"/>
            <a:r>
              <a:rPr lang="en-US" sz="1800" b="1">
                <a:sym typeface="Wingdings" pitchFamily="2" charset="2"/>
              </a:rPr>
              <a:t>IllegalArgumentException</a:t>
            </a:r>
          </a:p>
          <a:p>
            <a:pPr algn="l"/>
            <a:endParaRPr lang="en-US" sz="1800">
              <a:sym typeface="Wingdings" pitchFamily="2" charset="2"/>
            </a:endParaRPr>
          </a:p>
          <a:p>
            <a:pPr algn="l"/>
            <a:r>
              <a:rPr lang="en-US" sz="1800" b="1">
                <a:sym typeface="Wingdings" pitchFamily="2" charset="2"/>
              </a:rPr>
              <a:t>NumberFormatException</a:t>
            </a:r>
          </a:p>
          <a:p>
            <a:pPr algn="l"/>
            <a:r>
              <a:rPr lang="en-US" sz="1800">
                <a:sym typeface="Wingdings" pitchFamily="2" charset="2"/>
              </a:rPr>
              <a:t>(code illustration snippet 19)</a:t>
            </a:r>
          </a:p>
          <a:p>
            <a:pPr algn="l"/>
            <a:r>
              <a:rPr lang="en-US" sz="1800" b="1">
                <a:sym typeface="Wingdings" pitchFamily="2" charset="2"/>
              </a:rPr>
              <a:t>CheckedException classes</a:t>
            </a:r>
          </a:p>
          <a:p>
            <a:pPr algn="l"/>
            <a:endParaRPr lang="en-US" sz="1800" b="1">
              <a:sym typeface="Wingdings" pitchFamily="2" charset="2"/>
            </a:endParaRPr>
          </a:p>
        </p:txBody>
      </p:sp>
      <p:pic>
        <p:nvPicPr>
          <p:cNvPr id="2" name="Picture 1">
            <a:extLst>
              <a:ext uri="{FF2B5EF4-FFF2-40B4-BE49-F238E27FC236}">
                <a16:creationId xmlns:a16="http://schemas.microsoft.com/office/drawing/2014/main" id="{1C585FF7-E5E5-3496-8A8E-0D48D21F0D8D}"/>
              </a:ext>
            </a:extLst>
          </p:cNvPr>
          <p:cNvPicPr>
            <a:picLocks noChangeAspect="1"/>
          </p:cNvPicPr>
          <p:nvPr/>
        </p:nvPicPr>
        <p:blipFill>
          <a:blip r:embed="rId3"/>
          <a:stretch>
            <a:fillRect/>
          </a:stretch>
        </p:blipFill>
        <p:spPr>
          <a:xfrm>
            <a:off x="3297194" y="2559915"/>
            <a:ext cx="7772400" cy="3789390"/>
          </a:xfrm>
          <a:prstGeom prst="rect">
            <a:avLst/>
          </a:prstGeom>
        </p:spPr>
      </p:pic>
      <p:sp>
        <p:nvSpPr>
          <p:cNvPr id="5" name="Rectangle 4">
            <a:extLst>
              <a:ext uri="{FF2B5EF4-FFF2-40B4-BE49-F238E27FC236}">
                <a16:creationId xmlns:a16="http://schemas.microsoft.com/office/drawing/2014/main" id="{7C1DAA3B-108F-8BB4-2E0F-F721F117BA2B}"/>
              </a:ext>
            </a:extLst>
          </p:cNvPr>
          <p:cNvSpPr/>
          <p:nvPr/>
        </p:nvSpPr>
        <p:spPr>
          <a:xfrm>
            <a:off x="6240162" y="3200400"/>
            <a:ext cx="4522573" cy="28368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2047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585D-3EE7-B45C-BB2D-BA9390D2D4F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A5CAFC2-A895-50E6-959D-41E0D7F3ECD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BB8D67FA-C292-A974-04C3-85310C75ED2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ErrorClasses</a:t>
            </a:r>
          </a:p>
          <a:p>
            <a:pPr algn="l"/>
            <a:endParaRPr lang="en-US" sz="1800" b="1">
              <a:sym typeface="Wingdings" pitchFamily="2" charset="2"/>
            </a:endParaRPr>
          </a:p>
        </p:txBody>
      </p:sp>
      <p:pic>
        <p:nvPicPr>
          <p:cNvPr id="6" name="Picture 5">
            <a:extLst>
              <a:ext uri="{FF2B5EF4-FFF2-40B4-BE49-F238E27FC236}">
                <a16:creationId xmlns:a16="http://schemas.microsoft.com/office/drawing/2014/main" id="{67F2BAB7-F312-A78A-F210-7D339CA3F3DB}"/>
              </a:ext>
            </a:extLst>
          </p:cNvPr>
          <p:cNvPicPr>
            <a:picLocks noChangeAspect="1"/>
          </p:cNvPicPr>
          <p:nvPr/>
        </p:nvPicPr>
        <p:blipFill>
          <a:blip r:embed="rId3"/>
          <a:stretch>
            <a:fillRect/>
          </a:stretch>
        </p:blipFill>
        <p:spPr>
          <a:xfrm>
            <a:off x="1877784" y="1761213"/>
            <a:ext cx="7772400" cy="2940156"/>
          </a:xfrm>
          <a:prstGeom prst="rect">
            <a:avLst/>
          </a:prstGeom>
        </p:spPr>
      </p:pic>
      <p:sp>
        <p:nvSpPr>
          <p:cNvPr id="7" name="Rectangle 6">
            <a:extLst>
              <a:ext uri="{FF2B5EF4-FFF2-40B4-BE49-F238E27FC236}">
                <a16:creationId xmlns:a16="http://schemas.microsoft.com/office/drawing/2014/main" id="{930F2C9D-AB6D-DEB6-F863-F67D09DFDFFE}"/>
              </a:ext>
            </a:extLst>
          </p:cNvPr>
          <p:cNvSpPr/>
          <p:nvPr/>
        </p:nvSpPr>
        <p:spPr>
          <a:xfrm>
            <a:off x="4979773" y="2508422"/>
            <a:ext cx="4448432" cy="1940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64493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D7598-8378-0301-577E-EFE6CE0D211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3473CB8-F2E3-C56A-78FD-4D17DC46A73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6F1ACD1D-1436-2FC7-D5C5-D5BD82DF7E2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Handling Exceptions</a:t>
            </a:r>
          </a:p>
          <a:p>
            <a:pPr algn="l"/>
            <a:r>
              <a:rPr lang="en-US" sz="1800" b="1">
                <a:sym typeface="Wingdings" pitchFamily="2" charset="2"/>
              </a:rPr>
              <a:t>Using try-catch statements</a:t>
            </a:r>
            <a:endParaRPr lang="en-US" sz="1800">
              <a:sym typeface="Wingdings" pitchFamily="2" charset="2"/>
            </a:endParaRPr>
          </a:p>
          <a:p>
            <a:pPr algn="l"/>
            <a:endParaRPr lang="en-US" sz="1800" b="1">
              <a:sym typeface="Wingdings" pitchFamily="2" charset="2"/>
            </a:endParaRPr>
          </a:p>
        </p:txBody>
      </p:sp>
      <p:pic>
        <p:nvPicPr>
          <p:cNvPr id="2" name="Picture 1">
            <a:extLst>
              <a:ext uri="{FF2B5EF4-FFF2-40B4-BE49-F238E27FC236}">
                <a16:creationId xmlns:a16="http://schemas.microsoft.com/office/drawing/2014/main" id="{CD007AEF-EE9D-DC9F-6170-B2B84E6E3FCF}"/>
              </a:ext>
            </a:extLst>
          </p:cNvPr>
          <p:cNvPicPr>
            <a:picLocks noChangeAspect="1"/>
          </p:cNvPicPr>
          <p:nvPr/>
        </p:nvPicPr>
        <p:blipFill>
          <a:blip r:embed="rId3"/>
          <a:stretch>
            <a:fillRect/>
          </a:stretch>
        </p:blipFill>
        <p:spPr>
          <a:xfrm>
            <a:off x="2209800" y="1588660"/>
            <a:ext cx="7772400" cy="3680679"/>
          </a:xfrm>
          <a:prstGeom prst="rect">
            <a:avLst/>
          </a:prstGeom>
        </p:spPr>
      </p:pic>
      <p:sp>
        <p:nvSpPr>
          <p:cNvPr id="5" name="Rectangle 4">
            <a:extLst>
              <a:ext uri="{FF2B5EF4-FFF2-40B4-BE49-F238E27FC236}">
                <a16:creationId xmlns:a16="http://schemas.microsoft.com/office/drawing/2014/main" id="{A2128BFC-6E61-9F9C-2BFC-CD87675FD110}"/>
              </a:ext>
            </a:extLst>
          </p:cNvPr>
          <p:cNvSpPr/>
          <p:nvPr/>
        </p:nvSpPr>
        <p:spPr>
          <a:xfrm>
            <a:off x="3558746" y="2063578"/>
            <a:ext cx="1198605" cy="259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62A2F4A0-9BD0-EDB8-0157-6CF4AD2661AC}"/>
              </a:ext>
            </a:extLst>
          </p:cNvPr>
          <p:cNvSpPr/>
          <p:nvPr/>
        </p:nvSpPr>
        <p:spPr>
          <a:xfrm>
            <a:off x="2323070" y="2891481"/>
            <a:ext cx="1223319" cy="5375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ADDD40E2-72B3-DA7A-920B-BD656857F615}"/>
              </a:ext>
            </a:extLst>
          </p:cNvPr>
          <p:cNvSpPr/>
          <p:nvPr/>
        </p:nvSpPr>
        <p:spPr>
          <a:xfrm>
            <a:off x="3558746" y="4621427"/>
            <a:ext cx="1346886" cy="4077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9" name="Rectangle 8">
            <a:extLst>
              <a:ext uri="{FF2B5EF4-FFF2-40B4-BE49-F238E27FC236}">
                <a16:creationId xmlns:a16="http://schemas.microsoft.com/office/drawing/2014/main" id="{6B1D53AF-2590-3AE4-3DE0-3C450EA4D9AC}"/>
              </a:ext>
            </a:extLst>
          </p:cNvPr>
          <p:cNvSpPr/>
          <p:nvPr/>
        </p:nvSpPr>
        <p:spPr>
          <a:xfrm>
            <a:off x="8377881" y="2891481"/>
            <a:ext cx="1396314" cy="13345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0423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334A9-AA41-2964-A1FB-FF90B8254E4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ABB6AE2-BB47-D2E6-4843-B0EA2A91F16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DAF44E6F-FEB3-A0FD-731A-64B6999043D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20,21,22)</a:t>
            </a:r>
          </a:p>
          <a:p>
            <a:pPr algn="l"/>
            <a:r>
              <a:rPr lang="en-US" sz="1800" b="1">
                <a:sym typeface="Wingdings" pitchFamily="2" charset="2"/>
              </a:rPr>
              <a:t>Chaining Catch block</a:t>
            </a:r>
          </a:p>
          <a:p>
            <a:pPr algn="l"/>
            <a:r>
              <a:rPr lang="en-US" sz="1800">
                <a:sym typeface="Wingdings" pitchFamily="2" charset="2"/>
              </a:rPr>
              <a:t>- This means</a:t>
            </a:r>
          </a:p>
          <a:p>
            <a:pPr algn="l"/>
            <a:r>
              <a:rPr lang="en-US" sz="1800">
                <a:sym typeface="Wingdings" pitchFamily="2" charset="2"/>
              </a:rPr>
              <a:t>(code illustration snippet 23, 24,25,26,27)</a:t>
            </a:r>
          </a:p>
          <a:p>
            <a:pPr algn="l"/>
            <a:r>
              <a:rPr lang="en-US" sz="1800" b="1">
                <a:sym typeface="Wingdings" pitchFamily="2" charset="2"/>
              </a:rPr>
              <a:t>Applying a Multi-catch block</a:t>
            </a:r>
          </a:p>
          <a:p>
            <a:pPr algn="l"/>
            <a:r>
              <a:rPr lang="en-US" sz="1800">
                <a:sym typeface="Wingdings" pitchFamily="2" charset="2"/>
              </a:rPr>
              <a:t>- In most cases, we want ... same for multiuple ... no matter ...</a:t>
            </a:r>
          </a:p>
          <a:p>
            <a:pPr algn="l"/>
            <a:r>
              <a:rPr lang="en-US" sz="1800">
                <a:sym typeface="Wingdings" pitchFamily="2" charset="2"/>
              </a:rPr>
              <a:t>(code illustration snippet 28)</a:t>
            </a:r>
          </a:p>
          <a:p>
            <a:pPr algn="l"/>
            <a:r>
              <a:rPr lang="en-US" sz="1800">
                <a:sym typeface="Wingdings" pitchFamily="2" charset="2"/>
              </a:rPr>
              <a:t>– We can handle this using ...</a:t>
            </a:r>
          </a:p>
          <a:p>
            <a:pPr algn="l"/>
            <a:r>
              <a:rPr lang="en-US" sz="1800">
                <a:sym typeface="Wingdings" pitchFamily="2" charset="2"/>
              </a:rPr>
              <a:t>(code illustration snippet 29)</a:t>
            </a:r>
          </a:p>
        </p:txBody>
      </p:sp>
      <p:pic>
        <p:nvPicPr>
          <p:cNvPr id="6" name="Picture 5">
            <a:extLst>
              <a:ext uri="{FF2B5EF4-FFF2-40B4-BE49-F238E27FC236}">
                <a16:creationId xmlns:a16="http://schemas.microsoft.com/office/drawing/2014/main" id="{15321FB9-1C2A-FF93-B3D7-DEBB0D5295FF}"/>
              </a:ext>
            </a:extLst>
          </p:cNvPr>
          <p:cNvPicPr>
            <a:picLocks noChangeAspect="1"/>
          </p:cNvPicPr>
          <p:nvPr/>
        </p:nvPicPr>
        <p:blipFill>
          <a:blip r:embed="rId3"/>
          <a:stretch>
            <a:fillRect/>
          </a:stretch>
        </p:blipFill>
        <p:spPr>
          <a:xfrm>
            <a:off x="3335466" y="3605598"/>
            <a:ext cx="7226300" cy="2933700"/>
          </a:xfrm>
          <a:prstGeom prst="rect">
            <a:avLst/>
          </a:prstGeom>
        </p:spPr>
      </p:pic>
      <p:sp>
        <p:nvSpPr>
          <p:cNvPr id="10" name="Rectangle 9">
            <a:extLst>
              <a:ext uri="{FF2B5EF4-FFF2-40B4-BE49-F238E27FC236}">
                <a16:creationId xmlns:a16="http://schemas.microsoft.com/office/drawing/2014/main" id="{EB3A4161-5621-E5ED-5F0D-B5E2A34392DF}"/>
              </a:ext>
            </a:extLst>
          </p:cNvPr>
          <p:cNvSpPr/>
          <p:nvPr/>
        </p:nvSpPr>
        <p:spPr>
          <a:xfrm>
            <a:off x="7698259" y="4065373"/>
            <a:ext cx="1717590" cy="65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95507513-12A4-6841-6234-71DDD9E2EC36}"/>
              </a:ext>
            </a:extLst>
          </p:cNvPr>
          <p:cNvSpPr/>
          <p:nvPr/>
        </p:nvSpPr>
        <p:spPr>
          <a:xfrm>
            <a:off x="8711514" y="4979773"/>
            <a:ext cx="1806574" cy="6549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Rectangle 11">
            <a:extLst>
              <a:ext uri="{FF2B5EF4-FFF2-40B4-BE49-F238E27FC236}">
                <a16:creationId xmlns:a16="http://schemas.microsoft.com/office/drawing/2014/main" id="{A3E55C5F-A659-69DE-3C70-78C270ED9C58}"/>
              </a:ext>
            </a:extLst>
          </p:cNvPr>
          <p:cNvSpPr/>
          <p:nvPr/>
        </p:nvSpPr>
        <p:spPr>
          <a:xfrm>
            <a:off x="6722076" y="5770605"/>
            <a:ext cx="1834978" cy="6005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84878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EA2BB-32ED-1B09-33DE-F0FE1C3E944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DEA01C5-1DBE-9ACF-A435-2B5BB24BE3D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4E94D0C4-6C7E-976D-2812-0D6278AE35A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7" name="Picture 6">
            <a:extLst>
              <a:ext uri="{FF2B5EF4-FFF2-40B4-BE49-F238E27FC236}">
                <a16:creationId xmlns:a16="http://schemas.microsoft.com/office/drawing/2014/main" id="{90F82732-35EC-EBDD-5B86-F256AA9499CB}"/>
              </a:ext>
            </a:extLst>
          </p:cNvPr>
          <p:cNvPicPr>
            <a:picLocks noChangeAspect="1"/>
          </p:cNvPicPr>
          <p:nvPr/>
        </p:nvPicPr>
        <p:blipFill>
          <a:blip r:embed="rId3"/>
          <a:stretch>
            <a:fillRect/>
          </a:stretch>
        </p:blipFill>
        <p:spPr>
          <a:xfrm>
            <a:off x="2622550" y="2451100"/>
            <a:ext cx="6946900" cy="1955800"/>
          </a:xfrm>
          <a:prstGeom prst="rect">
            <a:avLst/>
          </a:prstGeom>
        </p:spPr>
      </p:pic>
    </p:spTree>
    <p:extLst>
      <p:ext uri="{BB962C8B-B14F-4D97-AF65-F5344CB8AC3E}">
        <p14:creationId xmlns:p14="http://schemas.microsoft.com/office/powerpoint/2010/main" val="362454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E358-1BF8-0F21-D6F8-92A51279A4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8C79C7A-E514-72AD-117A-4B75DD9FB8E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A9751496-8B95-1D8A-0ACE-53865C56116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30,31)</a:t>
            </a:r>
          </a:p>
          <a:p>
            <a:pPr algn="l"/>
            <a:r>
              <a:rPr lang="en-US" sz="1800" b="1">
                <a:sym typeface="Wingdings" pitchFamily="2" charset="2"/>
              </a:rPr>
              <a:t>Adding a finally block</a:t>
            </a:r>
          </a:p>
          <a:p>
            <a:pPr algn="l"/>
            <a:r>
              <a:rPr lang="en-US" sz="1800">
                <a:sym typeface="Wingdings" pitchFamily="2" charset="2"/>
              </a:rPr>
              <a:t>- Finally clauses ... always ...</a:t>
            </a:r>
          </a:p>
          <a:p>
            <a:pPr algn="l"/>
            <a:r>
              <a:rPr lang="en-US" sz="1800">
                <a:sym typeface="Wingdings" pitchFamily="2" charset="2"/>
              </a:rPr>
              <a:t>- try ... finally ..., catch ... finally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DE8872C4-7CC4-8BA9-9D4F-CC3B08C26A78}"/>
              </a:ext>
            </a:extLst>
          </p:cNvPr>
          <p:cNvPicPr>
            <a:picLocks noChangeAspect="1"/>
          </p:cNvPicPr>
          <p:nvPr/>
        </p:nvPicPr>
        <p:blipFill>
          <a:blip r:embed="rId3"/>
          <a:stretch>
            <a:fillRect/>
          </a:stretch>
        </p:blipFill>
        <p:spPr>
          <a:xfrm>
            <a:off x="3729681" y="1894717"/>
            <a:ext cx="7772400" cy="4142545"/>
          </a:xfrm>
          <a:prstGeom prst="rect">
            <a:avLst/>
          </a:prstGeom>
        </p:spPr>
      </p:pic>
      <p:sp>
        <p:nvSpPr>
          <p:cNvPr id="5" name="Rectangle 4">
            <a:extLst>
              <a:ext uri="{FF2B5EF4-FFF2-40B4-BE49-F238E27FC236}">
                <a16:creationId xmlns:a16="http://schemas.microsoft.com/office/drawing/2014/main" id="{F01F3AE7-06E3-C71B-65F4-EE3E1A188E5E}"/>
              </a:ext>
            </a:extLst>
          </p:cNvPr>
          <p:cNvSpPr/>
          <p:nvPr/>
        </p:nvSpPr>
        <p:spPr>
          <a:xfrm>
            <a:off x="8538519" y="2421924"/>
            <a:ext cx="2323070" cy="5436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A99CD211-4259-E3DB-C4BF-CE36E157E722}"/>
              </a:ext>
            </a:extLst>
          </p:cNvPr>
          <p:cNvSpPr/>
          <p:nvPr/>
        </p:nvSpPr>
        <p:spPr>
          <a:xfrm>
            <a:off x="9255211" y="4436076"/>
            <a:ext cx="1519881"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47D3C6A-B08A-D85F-3914-C30726039EB1}"/>
              </a:ext>
            </a:extLst>
          </p:cNvPr>
          <p:cNvSpPr/>
          <p:nvPr/>
        </p:nvSpPr>
        <p:spPr>
          <a:xfrm>
            <a:off x="5226908" y="5585254"/>
            <a:ext cx="1865870" cy="405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06094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A0B35-B20E-5A0F-1AF5-F9F2056F00D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037A125-EE89-1FCD-ED95-285D7A2A5032}"/>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4DBCA3A6-F20A-6A23-699D-C46EE9D6CB60}"/>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32,33,34,35,36)</a:t>
            </a:r>
          </a:p>
          <a:p>
            <a:pPr algn="l"/>
            <a:r>
              <a:rPr lang="en-US" sz="1800">
                <a:sym typeface="Wingdings" pitchFamily="2" charset="2"/>
              </a:rPr>
              <a:t>- What happen if 32 throws NPE ?</a:t>
            </a:r>
          </a:p>
          <a:p>
            <a:pPr algn="l"/>
            <a:endParaRPr lang="en-US" sz="1800">
              <a:sym typeface="Wingdings" pitchFamily="2" charset="2"/>
            </a:endParaRPr>
          </a:p>
        </p:txBody>
      </p:sp>
      <p:pic>
        <p:nvPicPr>
          <p:cNvPr id="6" name="Picture 5">
            <a:extLst>
              <a:ext uri="{FF2B5EF4-FFF2-40B4-BE49-F238E27FC236}">
                <a16:creationId xmlns:a16="http://schemas.microsoft.com/office/drawing/2014/main" id="{2CCF441E-3A5A-57DA-EECF-D56E3FB7C986}"/>
              </a:ext>
            </a:extLst>
          </p:cNvPr>
          <p:cNvPicPr>
            <a:picLocks noChangeAspect="1"/>
          </p:cNvPicPr>
          <p:nvPr/>
        </p:nvPicPr>
        <p:blipFill>
          <a:blip r:embed="rId3"/>
          <a:stretch>
            <a:fillRect/>
          </a:stretch>
        </p:blipFill>
        <p:spPr>
          <a:xfrm>
            <a:off x="1656371" y="1784693"/>
            <a:ext cx="8879258" cy="3288614"/>
          </a:xfrm>
          <a:prstGeom prst="rect">
            <a:avLst/>
          </a:prstGeom>
        </p:spPr>
      </p:pic>
    </p:spTree>
    <p:extLst>
      <p:ext uri="{BB962C8B-B14F-4D97-AF65-F5344CB8AC3E}">
        <p14:creationId xmlns:p14="http://schemas.microsoft.com/office/powerpoint/2010/main" val="95686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01ED7-0DA2-3D3E-57F3-CE147A3ADE9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B258B59-77AE-3273-918A-3DA840407E8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E9EE287D-246D-3204-E45D-7051A813A20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System.exit()</a:t>
            </a:r>
          </a:p>
          <a:p>
            <a:pPr algn="l"/>
            <a:r>
              <a:rPr lang="en-US" sz="1800">
                <a:sym typeface="Wingdings" pitchFamily="2" charset="2"/>
              </a:rPr>
              <a:t>- There is only 1 ... where finally ..., which is ...</a:t>
            </a:r>
          </a:p>
          <a:p>
            <a:pPr algn="l"/>
            <a:r>
              <a:rPr lang="en-US" sz="1800">
                <a:sym typeface="Wingdings" pitchFamily="2" charset="2"/>
              </a:rPr>
              <a:t>(code illustration snippet 37)</a:t>
            </a:r>
          </a:p>
          <a:p>
            <a:pPr algn="l"/>
            <a:r>
              <a:rPr lang="en-US" sz="1800" b="1">
                <a:sym typeface="Wingdings" pitchFamily="2" charset="2"/>
              </a:rPr>
              <a:t>Automating Resource Management</a:t>
            </a:r>
          </a:p>
          <a:p>
            <a:pPr algn="l"/>
            <a:r>
              <a:rPr lang="en-US" sz="1800">
                <a:sym typeface="Wingdings" pitchFamily="2" charset="2"/>
              </a:rPr>
              <a:t>- Most of the time, our app works with ..., ... and others ... =&gt; We call this as ...</a:t>
            </a:r>
          </a:p>
          <a:p>
            <a:pPr algn="l"/>
            <a:r>
              <a:rPr lang="en-US" sz="1800">
                <a:sym typeface="Wingdings" pitchFamily="2" charset="2"/>
              </a:rPr>
              <a:t>– In many cases, we open ... with them (no matter ... or ...) and we .../... on it. Then we ... to indicate ...</a:t>
            </a:r>
          </a:p>
          <a:p>
            <a:pPr algn="l"/>
            <a:r>
              <a:rPr lang="en-US" sz="1800">
                <a:sym typeface="Wingdings" pitchFamily="2" charset="2"/>
              </a:rPr>
              <a:t>– If we don't ... the resources ... =&gt; Many things will ...</a:t>
            </a:r>
          </a:p>
          <a:p>
            <a:pPr algn="l"/>
            <a:r>
              <a:rPr lang="en-US" sz="1800">
                <a:sym typeface="Wingdings" pitchFamily="2" charset="2"/>
              </a:rPr>
              <a:t>– If it is database, then no ... can ... until ...</a:t>
            </a:r>
          </a:p>
          <a:p>
            <a:pPr algn="l"/>
            <a:r>
              <a:rPr lang="en-US" sz="1800">
                <a:sym typeface="Wingdings" pitchFamily="2" charset="2"/>
              </a:rPr>
              <a:t>- These problems are called resources ...(similar to ... ) =&gt; Making the resource ...</a:t>
            </a:r>
          </a:p>
          <a:p>
            <a:pPr algn="l"/>
            <a:r>
              <a:rPr lang="en-US" sz="1800" b="1">
                <a:sym typeface="Wingdings" pitchFamily="2" charset="2"/>
              </a:rPr>
              <a:t>Introducing try-with-resource</a:t>
            </a:r>
          </a:p>
          <a:p>
            <a:pPr algn="l"/>
            <a:r>
              <a:rPr lang="en-US" sz="1800">
                <a:sym typeface="Wingdings" pitchFamily="2" charset="2"/>
              </a:rPr>
              <a:t>(code illustration snippet 38)</a:t>
            </a:r>
          </a:p>
          <a:p>
            <a:pPr algn="l"/>
            <a:r>
              <a:rPr lang="en-US" sz="1800">
                <a:sym typeface="Wingdings" pitchFamily="2" charset="2"/>
              </a:rPr>
              <a:t>- This is a long ... (because there are ... IOE ... handle)</a:t>
            </a:r>
          </a:p>
          <a:p>
            <a:pPr algn="l"/>
            <a:r>
              <a:rPr lang="en-US" sz="1800">
                <a:sym typeface="Wingdings" pitchFamily="2" charset="2"/>
              </a:rPr>
              <a:t>- Half of ... just ... More resources = ... (for example, if we have many ... and we have to ... in order .... What if one of them throw ...). </a:t>
            </a:r>
          </a:p>
          <a:p>
            <a:pPr algn="l"/>
            <a:r>
              <a:rPr lang="en-US" sz="1800">
                <a:sym typeface="Wingdings" pitchFamily="2" charset="2"/>
              </a:rPr>
              <a:t>- Java solved this using .... to close ... in try ... (it has other name which is ... because Java does this ...)</a:t>
            </a:r>
          </a:p>
          <a:p>
            <a:pPr algn="l"/>
            <a:r>
              <a:rPr lang="en-US" sz="1800">
                <a:sym typeface="Wingdings" pitchFamily="2" charset="2"/>
              </a:rPr>
              <a:t>(code illustration snippet 39)</a:t>
            </a:r>
          </a:p>
        </p:txBody>
      </p:sp>
    </p:spTree>
    <p:extLst>
      <p:ext uri="{BB962C8B-B14F-4D97-AF65-F5344CB8AC3E}">
        <p14:creationId xmlns:p14="http://schemas.microsoft.com/office/powerpoint/2010/main" val="180110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CEF5-5778-BD5A-07C1-1B85250FA57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6735CAF-E414-573B-FF55-7172C9E62E2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BBB85956-1A0B-05C6-7887-EE0370D4493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Technically, these 2 codes are ... However, the important parts is not ... but Java will automatically ... when the resource out ... </a:t>
            </a:r>
          </a:p>
          <a:p>
            <a:pPr algn="l"/>
            <a:r>
              <a:rPr lang="en-US" sz="1800">
                <a:sym typeface="Wingdings" pitchFamily="2" charset="2"/>
              </a:rPr>
              <a:t>- Behind try-with-resource is a ... clauses =&gt; This is called .... because compiler ... we still can create ... however, we must rememeber that ... before our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08DE3D3E-BB75-1A9F-0537-E59AB2972047}"/>
              </a:ext>
            </a:extLst>
          </p:cNvPr>
          <p:cNvPicPr>
            <a:picLocks noChangeAspect="1"/>
          </p:cNvPicPr>
          <p:nvPr/>
        </p:nvPicPr>
        <p:blipFill>
          <a:blip r:embed="rId3"/>
          <a:stretch>
            <a:fillRect/>
          </a:stretch>
        </p:blipFill>
        <p:spPr>
          <a:xfrm>
            <a:off x="2209800" y="1961938"/>
            <a:ext cx="7772400" cy="4075324"/>
          </a:xfrm>
          <a:prstGeom prst="rect">
            <a:avLst/>
          </a:prstGeom>
        </p:spPr>
      </p:pic>
      <p:sp>
        <p:nvSpPr>
          <p:cNvPr id="5" name="Rectangle 4">
            <a:extLst>
              <a:ext uri="{FF2B5EF4-FFF2-40B4-BE49-F238E27FC236}">
                <a16:creationId xmlns:a16="http://schemas.microsoft.com/office/drawing/2014/main" id="{1C1598DA-F60B-B322-F0F1-D18D343B7F16}"/>
              </a:ext>
            </a:extLst>
          </p:cNvPr>
          <p:cNvSpPr/>
          <p:nvPr/>
        </p:nvSpPr>
        <p:spPr>
          <a:xfrm>
            <a:off x="8118389" y="2458995"/>
            <a:ext cx="1519881" cy="5066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6" name="Rectangle 5">
            <a:extLst>
              <a:ext uri="{FF2B5EF4-FFF2-40B4-BE49-F238E27FC236}">
                <a16:creationId xmlns:a16="http://schemas.microsoft.com/office/drawing/2014/main" id="{97E89FD9-50EC-C0E1-DC1E-72EB3181812B}"/>
              </a:ext>
            </a:extLst>
          </p:cNvPr>
          <p:cNvSpPr/>
          <p:nvPr/>
        </p:nvSpPr>
        <p:spPr>
          <a:xfrm>
            <a:off x="4769708" y="2582562"/>
            <a:ext cx="729049" cy="358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7" name="Rectangle 6">
            <a:extLst>
              <a:ext uri="{FF2B5EF4-FFF2-40B4-BE49-F238E27FC236}">
                <a16:creationId xmlns:a16="http://schemas.microsoft.com/office/drawing/2014/main" id="{EE763A71-DF60-EDE6-3269-B7E46B225011}"/>
              </a:ext>
            </a:extLst>
          </p:cNvPr>
          <p:cNvSpPr/>
          <p:nvPr/>
        </p:nvSpPr>
        <p:spPr>
          <a:xfrm>
            <a:off x="2755557" y="4201297"/>
            <a:ext cx="976184" cy="7537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34173593-E778-6D1E-0BE6-E7C815293982}"/>
              </a:ext>
            </a:extLst>
          </p:cNvPr>
          <p:cNvSpPr/>
          <p:nvPr/>
        </p:nvSpPr>
        <p:spPr>
          <a:xfrm>
            <a:off x="7191632" y="3719384"/>
            <a:ext cx="2446638" cy="13592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04190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013BE-AE6A-A075-E670-693308F548E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D00E314-A6B4-0182-78C4-61A065FDC8E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E2312872-0FC9-FF58-EF9E-738D8FC62ED8}"/>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40)</a:t>
            </a:r>
          </a:p>
          <a:p>
            <a:pPr algn="l"/>
            <a:r>
              <a:rPr lang="en-US" sz="1800" b="1">
                <a:sym typeface="Wingdings" pitchFamily="2" charset="2"/>
              </a:rPr>
              <a:t>Constructing Try-with-resource statements</a:t>
            </a:r>
          </a:p>
          <a:p>
            <a:pPr algn="l"/>
            <a:r>
              <a:rPr lang="en-US" sz="1800">
                <a:sym typeface="Wingdings" pitchFamily="2" charset="2"/>
              </a:rPr>
              <a:t>- Only classes that implements ... can be classified ...</a:t>
            </a:r>
          </a:p>
          <a:p>
            <a:pPr algn="l"/>
            <a:endParaRPr lang="en-US" sz="1800">
              <a:sym typeface="Wingdings" pitchFamily="2" charset="2"/>
            </a:endParaRPr>
          </a:p>
        </p:txBody>
      </p:sp>
      <p:pic>
        <p:nvPicPr>
          <p:cNvPr id="9" name="Picture 8">
            <a:extLst>
              <a:ext uri="{FF2B5EF4-FFF2-40B4-BE49-F238E27FC236}">
                <a16:creationId xmlns:a16="http://schemas.microsoft.com/office/drawing/2014/main" id="{2ED0DEE1-92D1-83A1-9314-30B85E2E8CA5}"/>
              </a:ext>
            </a:extLst>
          </p:cNvPr>
          <p:cNvPicPr>
            <a:picLocks noChangeAspect="1"/>
          </p:cNvPicPr>
          <p:nvPr/>
        </p:nvPicPr>
        <p:blipFill>
          <a:blip r:embed="rId3"/>
          <a:stretch>
            <a:fillRect/>
          </a:stretch>
        </p:blipFill>
        <p:spPr>
          <a:xfrm>
            <a:off x="1822456" y="2021446"/>
            <a:ext cx="7883056" cy="870036"/>
          </a:xfrm>
          <a:prstGeom prst="rect">
            <a:avLst/>
          </a:prstGeom>
        </p:spPr>
      </p:pic>
      <p:pic>
        <p:nvPicPr>
          <p:cNvPr id="10" name="Picture 9">
            <a:extLst>
              <a:ext uri="{FF2B5EF4-FFF2-40B4-BE49-F238E27FC236}">
                <a16:creationId xmlns:a16="http://schemas.microsoft.com/office/drawing/2014/main" id="{2690ABD2-B870-8461-151A-9B0541C84092}"/>
              </a:ext>
            </a:extLst>
          </p:cNvPr>
          <p:cNvPicPr>
            <a:picLocks noChangeAspect="1"/>
          </p:cNvPicPr>
          <p:nvPr/>
        </p:nvPicPr>
        <p:blipFill>
          <a:blip r:embed="rId4"/>
          <a:stretch>
            <a:fillRect/>
          </a:stretch>
        </p:blipFill>
        <p:spPr>
          <a:xfrm>
            <a:off x="2169568" y="3491556"/>
            <a:ext cx="7852864" cy="1755346"/>
          </a:xfrm>
          <a:prstGeom prst="rect">
            <a:avLst/>
          </a:prstGeom>
        </p:spPr>
      </p:pic>
    </p:spTree>
    <p:extLst>
      <p:ext uri="{BB962C8B-B14F-4D97-AF65-F5344CB8AC3E}">
        <p14:creationId xmlns:p14="http://schemas.microsoft.com/office/powerpoint/2010/main" val="3802710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F811-C791-0154-E499-BBCDF1591EA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A098C98-6135-BB2F-2F6D-248B351D374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DB7F90E7-CCFE-99CA-87B8-B32C37B997A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Of course ... override ...</a:t>
            </a:r>
          </a:p>
          <a:p>
            <a:pPr algn="l"/>
            <a:r>
              <a:rPr lang="en-US" sz="1800">
                <a:sym typeface="Wingdings" pitchFamily="2" charset="2"/>
              </a:rPr>
              <a:t>(code illustration snippet 41)</a:t>
            </a:r>
          </a:p>
          <a:p>
            <a:pPr algn="l"/>
            <a:r>
              <a:rPr lang="en-US" sz="1800">
                <a:sym typeface="Wingdings" pitchFamily="2" charset="2"/>
              </a:rPr>
              <a:t>- In chapter 14, we will see some ... implements ... instead of ... Since ... is a child of ..., both of them support ...</a:t>
            </a:r>
          </a:p>
          <a:p>
            <a:pPr algn="l"/>
            <a:r>
              <a:rPr lang="en-US" sz="1800">
                <a:sym typeface="Wingdings" pitchFamily="2" charset="2"/>
              </a:rPr>
              <a:t>– The difference is that ... throws ... and ... throws ... </a:t>
            </a:r>
          </a:p>
          <a:p>
            <a:pPr algn="l"/>
            <a:r>
              <a:rPr lang="en-US" sz="1800" b="1">
                <a:sym typeface="Wingdings" pitchFamily="2" charset="2"/>
              </a:rPr>
              <a:t>Declaring Resources</a:t>
            </a:r>
          </a:p>
          <a:p>
            <a:pPr algn="l"/>
            <a:r>
              <a:rPr lang="en-US" sz="1800">
                <a:sym typeface="Wingdings" pitchFamily="2" charset="2"/>
              </a:rPr>
              <a:t>(code illustration snippet 42)</a:t>
            </a:r>
          </a:p>
          <a:p>
            <a:pPr algn="l"/>
            <a:r>
              <a:rPr lang="en-US" sz="1800">
                <a:sym typeface="Wingdings" pitchFamily="2" charset="2"/>
              </a:rPr>
              <a:t>- Because resource is just like ..., we can use local variable ...</a:t>
            </a:r>
          </a:p>
          <a:p>
            <a:pPr algn="l"/>
            <a:r>
              <a:rPr lang="en-US" sz="1800">
                <a:sym typeface="Wingdings" pitchFamily="2" charset="2"/>
              </a:rPr>
              <a:t>(code illustration snippet 43)</a:t>
            </a:r>
          </a:p>
          <a:p>
            <a:pPr algn="l"/>
            <a:r>
              <a:rPr lang="en-US" sz="1800" b="1">
                <a:sym typeface="Wingdings" pitchFamily="2" charset="2"/>
              </a:rPr>
              <a:t>Scope of Try-with-resource</a:t>
            </a:r>
          </a:p>
          <a:p>
            <a:pPr algn="l"/>
            <a:r>
              <a:rPr lang="en-US" sz="1800">
                <a:sym typeface="Wingdings" pitchFamily="2" charset="2"/>
              </a:rPr>
              <a:t>- Opened resource has scope ... This is a way to remember that ... first then ... (because after it ..., how can we use ...)</a:t>
            </a:r>
          </a:p>
          <a:p>
            <a:pPr algn="l"/>
            <a:r>
              <a:rPr lang="en-US" sz="1800">
                <a:sym typeface="Wingdings" pitchFamily="2" charset="2"/>
              </a:rPr>
              <a:t>(code illustration snippet 44)</a:t>
            </a:r>
          </a:p>
          <a:p>
            <a:pPr algn="l"/>
            <a:r>
              <a:rPr lang="en-US" sz="1800" b="1">
                <a:sym typeface="Wingdings" pitchFamily="2" charset="2"/>
              </a:rPr>
              <a:t>Following Order of operation</a:t>
            </a:r>
          </a:p>
          <a:p>
            <a:pPr algn="l"/>
            <a:r>
              <a:rPr lang="en-US" sz="1800">
                <a:sym typeface="Wingdings" pitchFamily="2" charset="2"/>
              </a:rPr>
              <a:t>- Java will close ... in ... order</a:t>
            </a:r>
          </a:p>
          <a:p>
            <a:pPr algn="l"/>
            <a:r>
              <a:rPr lang="en-US" sz="1800">
                <a:sym typeface="Wingdings" pitchFamily="2" charset="2"/>
              </a:rPr>
              <a:t>(code illustration snippet 45)</a:t>
            </a:r>
          </a:p>
        </p:txBody>
      </p:sp>
    </p:spTree>
    <p:extLst>
      <p:ext uri="{BB962C8B-B14F-4D97-AF65-F5344CB8AC3E}">
        <p14:creationId xmlns:p14="http://schemas.microsoft.com/office/powerpoint/2010/main" val="399269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3E05-63FF-353E-B002-F75444FA02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17B199E-A194-434D-D622-4ABA9276689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20455B72-93E1-8EF2-E1EE-D1BBED84752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Applying Effectively final</a:t>
            </a:r>
          </a:p>
          <a:p>
            <a:pPr algn="l"/>
            <a:r>
              <a:rPr lang="en-US" sz="1800">
                <a:sym typeface="Wingdings" pitchFamily="2" charset="2"/>
              </a:rPr>
              <a:t>- In most cases, we ... resources in ... However, we can ... beforehand, but it must be ... or ...</a:t>
            </a:r>
          </a:p>
          <a:p>
            <a:pPr algn="l"/>
            <a:r>
              <a:rPr lang="en-US" sz="1800">
                <a:sym typeface="Wingdings" pitchFamily="2" charset="2"/>
              </a:rPr>
              <a:t>(code illustration snippet 46,47)</a:t>
            </a: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endParaRPr lang="en-US" sz="1800">
              <a:sym typeface="Wingdings" pitchFamily="2" charset="2"/>
            </a:endParaRPr>
          </a:p>
          <a:p>
            <a:pPr algn="l"/>
            <a:r>
              <a:rPr lang="en-US" sz="1800" b="1">
                <a:sym typeface="Wingdings" pitchFamily="2" charset="2"/>
              </a:rPr>
              <a:t>Understanding Supressed Exceptions</a:t>
            </a:r>
          </a:p>
          <a:p>
            <a:pPr algn="l"/>
            <a:r>
              <a:rPr lang="en-US" sz="1800">
                <a:sym typeface="Wingdings" pitchFamily="2" charset="2"/>
              </a:rPr>
              <a:t>- This is the hardest topic, the question of this topic is "what if close() throws ..."</a:t>
            </a:r>
          </a:p>
          <a:p>
            <a:pPr algn="l"/>
            <a:r>
              <a:rPr lang="en-US" sz="1800">
                <a:sym typeface="Wingdings" pitchFamily="2" charset="2"/>
              </a:rPr>
              <a:t>(code illustration snippet 48,49)</a:t>
            </a:r>
          </a:p>
          <a:p>
            <a:pPr algn="l"/>
            <a:r>
              <a:rPr lang="en-US" sz="1800">
                <a:sym typeface="Wingdings" pitchFamily="2" charset="2"/>
              </a:rPr>
              <a:t>- What if try also ... If there are multiple ... then all ... except ... will be ... and the first one will be ... (The idea is that Java will consider the first .... is ... and all of the other one willl be ... during the ...)</a:t>
            </a:r>
          </a:p>
          <a:p>
            <a:pPr algn="l"/>
            <a:r>
              <a:rPr lang="en-US" sz="1800">
                <a:sym typeface="Wingdings" pitchFamily="2" charset="2"/>
              </a:rPr>
              <a:t>(code illustration snippet 50,51)</a:t>
            </a:r>
          </a:p>
          <a:p>
            <a:pPr algn="l"/>
            <a:r>
              <a:rPr lang="en-US" sz="1800">
                <a:sym typeface="Wingdings" pitchFamily="2" charset="2"/>
              </a:rPr>
              <a:t>- In general, ... exceptions will follow the ... order (just like normal) and the first ... will be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F8DB189A-BCE4-7FB2-AA63-193B3ABE1AB4}"/>
              </a:ext>
            </a:extLst>
          </p:cNvPr>
          <p:cNvPicPr>
            <a:picLocks noChangeAspect="1"/>
          </p:cNvPicPr>
          <p:nvPr/>
        </p:nvPicPr>
        <p:blipFill>
          <a:blip r:embed="rId3"/>
          <a:stretch>
            <a:fillRect/>
          </a:stretch>
        </p:blipFill>
        <p:spPr>
          <a:xfrm>
            <a:off x="2119084" y="2255794"/>
            <a:ext cx="7289800" cy="1778000"/>
          </a:xfrm>
          <a:prstGeom prst="rect">
            <a:avLst/>
          </a:prstGeom>
        </p:spPr>
      </p:pic>
    </p:spTree>
    <p:extLst>
      <p:ext uri="{BB962C8B-B14F-4D97-AF65-F5344CB8AC3E}">
        <p14:creationId xmlns:p14="http://schemas.microsoft.com/office/powerpoint/2010/main" val="317482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F4451-5D0B-C511-E1D4-B979A56799B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67B6993-86FA-286C-5948-CD7F538C04E8}"/>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37DC98BF-0158-1C4E-5DAF-9D0C6717812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Please be careful that this only happen if ... in ... and ... only</a:t>
            </a:r>
          </a:p>
          <a:p>
            <a:pPr algn="l"/>
            <a:r>
              <a:rPr lang="en-US" sz="1800">
                <a:sym typeface="Wingdings" pitchFamily="2" charset="2"/>
              </a:rPr>
              <a:t>(code illustration snippet 52)</a:t>
            </a:r>
          </a:p>
          <a:p>
            <a:pPr algn="l"/>
            <a:r>
              <a:rPr lang="en-US" sz="1800">
                <a:sym typeface="Wingdings" pitchFamily="2" charset="2"/>
              </a:rPr>
              <a:t>- Note: This code doesn't run because this is how Java ... If finally ... and try also ... then finally ... and ... ignored</a:t>
            </a:r>
          </a:p>
          <a:p>
            <a:pPr algn="l"/>
            <a:r>
              <a:rPr lang="en-US" sz="1800" b="1">
                <a:sym typeface="Wingdings" pitchFamily="2" charset="2"/>
              </a:rPr>
              <a:t>Formatting values</a:t>
            </a:r>
          </a:p>
          <a:p>
            <a:pPr algn="l"/>
            <a:r>
              <a:rPr lang="en-US" sz="1800">
                <a:sym typeface="Wingdings" pitchFamily="2" charset="2"/>
              </a:rPr>
              <a:t>- We come back to old ... </a:t>
            </a:r>
          </a:p>
          <a:p>
            <a:pPr algn="l"/>
            <a:r>
              <a:rPr lang="en-US" sz="1800" b="1">
                <a:sym typeface="Wingdings" pitchFamily="2" charset="2"/>
              </a:rPr>
              <a:t>Formatting Numbers</a:t>
            </a:r>
          </a:p>
          <a:p>
            <a:pPr algn="l"/>
            <a:r>
              <a:rPr lang="en-US" sz="1800">
                <a:sym typeface="Wingdings" pitchFamily="2" charset="2"/>
              </a:rPr>
              <a:t>- In chapter 4, we studied about String .... However, it is kinda ... and the mechanism is ... =&gt; We need a better solution =&gt; Introducing NumberFormat ... (idk why the books said ..., when it is a ... class)</a:t>
            </a:r>
          </a:p>
          <a:p>
            <a:pPr algn="l"/>
            <a:endParaRPr lang="en-US" sz="1800">
              <a:sym typeface="Wingdings" pitchFamily="2" charset="2"/>
            </a:endParaRPr>
          </a:p>
        </p:txBody>
      </p:sp>
      <p:pic>
        <p:nvPicPr>
          <p:cNvPr id="5" name="Picture 4">
            <a:extLst>
              <a:ext uri="{FF2B5EF4-FFF2-40B4-BE49-F238E27FC236}">
                <a16:creationId xmlns:a16="http://schemas.microsoft.com/office/drawing/2014/main" id="{33009F19-B2C1-4B81-21BD-E4E1BFBE08A9}"/>
              </a:ext>
            </a:extLst>
          </p:cNvPr>
          <p:cNvPicPr>
            <a:picLocks noChangeAspect="1"/>
          </p:cNvPicPr>
          <p:nvPr/>
        </p:nvPicPr>
        <p:blipFill>
          <a:blip r:embed="rId3"/>
          <a:stretch>
            <a:fillRect/>
          </a:stretch>
        </p:blipFill>
        <p:spPr>
          <a:xfrm>
            <a:off x="1976162" y="4130417"/>
            <a:ext cx="8239676" cy="1269485"/>
          </a:xfrm>
          <a:prstGeom prst="rect">
            <a:avLst/>
          </a:prstGeom>
        </p:spPr>
      </p:pic>
    </p:spTree>
    <p:extLst>
      <p:ext uri="{BB962C8B-B14F-4D97-AF65-F5344CB8AC3E}">
        <p14:creationId xmlns:p14="http://schemas.microsoft.com/office/powerpoint/2010/main" val="78730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CA8D2-40FB-DCD6-6858-568FD341806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D205D32-01BB-8BF1-D5C5-59402263071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3D45243C-CBD3-C9C5-C82A-DA0D212BBA8F}"/>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Since ... is a ... class =&gt; we need a ... class to use ...</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CA91772A-85D5-941C-57F9-B2905C5363DA}"/>
              </a:ext>
            </a:extLst>
          </p:cNvPr>
          <p:cNvPicPr>
            <a:picLocks noChangeAspect="1"/>
          </p:cNvPicPr>
          <p:nvPr/>
        </p:nvPicPr>
        <p:blipFill>
          <a:blip r:embed="rId3"/>
          <a:stretch>
            <a:fillRect/>
          </a:stretch>
        </p:blipFill>
        <p:spPr>
          <a:xfrm>
            <a:off x="1322289" y="2607276"/>
            <a:ext cx="8883390" cy="1324232"/>
          </a:xfrm>
          <a:prstGeom prst="rect">
            <a:avLst/>
          </a:prstGeom>
        </p:spPr>
      </p:pic>
    </p:spTree>
    <p:extLst>
      <p:ext uri="{BB962C8B-B14F-4D97-AF65-F5344CB8AC3E}">
        <p14:creationId xmlns:p14="http://schemas.microsoft.com/office/powerpoint/2010/main" val="326339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843A4-B43A-F0CE-5B1D-D19BFCFC776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2C9E149-58F3-5400-E442-72DDD223D23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0CB26E9F-AEFB-C359-D22B-071D8DF09EA2}"/>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5" name="Picture 4">
            <a:extLst>
              <a:ext uri="{FF2B5EF4-FFF2-40B4-BE49-F238E27FC236}">
                <a16:creationId xmlns:a16="http://schemas.microsoft.com/office/drawing/2014/main" id="{CAF23A53-9871-2E96-1976-DA27727CA1ED}"/>
              </a:ext>
            </a:extLst>
          </p:cNvPr>
          <p:cNvPicPr>
            <a:picLocks noChangeAspect="1"/>
          </p:cNvPicPr>
          <p:nvPr/>
        </p:nvPicPr>
        <p:blipFill>
          <a:blip r:embed="rId3"/>
          <a:stretch>
            <a:fillRect/>
          </a:stretch>
        </p:blipFill>
        <p:spPr>
          <a:xfrm>
            <a:off x="1257441" y="2319106"/>
            <a:ext cx="9677117" cy="2219788"/>
          </a:xfrm>
          <a:prstGeom prst="rect">
            <a:avLst/>
          </a:prstGeom>
        </p:spPr>
      </p:pic>
      <p:sp>
        <p:nvSpPr>
          <p:cNvPr id="6" name="Rectangle 5">
            <a:extLst>
              <a:ext uri="{FF2B5EF4-FFF2-40B4-BE49-F238E27FC236}">
                <a16:creationId xmlns:a16="http://schemas.microsoft.com/office/drawing/2014/main" id="{4468C515-7D4C-52E2-7212-7B6ADAD9600D}"/>
              </a:ext>
            </a:extLst>
          </p:cNvPr>
          <p:cNvSpPr/>
          <p:nvPr/>
        </p:nvSpPr>
        <p:spPr>
          <a:xfrm>
            <a:off x="3459892" y="3249827"/>
            <a:ext cx="6153665" cy="10626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82560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5CB6-0009-E4CE-5CC1-BF8CBFC067C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55EE045-5432-FD0F-1ADC-3EC73936C0D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C1EE6AED-0875-BB8D-2A44-1456A43C98D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Note: We just need to specify ... and Java will ... it (no matter ...). Also, if the number is too ... (double only) then it will be ... due to ... Moreover, if we specify ... like 000,00 or 00,000, then Java will ... </a:t>
            </a:r>
          </a:p>
          <a:p>
            <a:pPr algn="l"/>
            <a:r>
              <a:rPr lang="en-US" sz="1800">
                <a:sym typeface="Wingdings" pitchFamily="2" charset="2"/>
              </a:rPr>
              <a:t>(code illustration snippet 53)</a:t>
            </a:r>
          </a:p>
          <a:p>
            <a:pPr algn="l"/>
            <a:r>
              <a:rPr lang="en-US" sz="1800">
                <a:sym typeface="Wingdings" pitchFamily="2" charset="2"/>
              </a:rPr>
              <a:t>- Later on in Localization, there will be another ...</a:t>
            </a:r>
          </a:p>
          <a:p>
            <a:pPr algn="l"/>
            <a:r>
              <a:rPr lang="en-US" sz="1800" b="1">
                <a:sym typeface="Wingdings" pitchFamily="2" charset="2"/>
              </a:rPr>
              <a:t>Formatting Dates and Times</a:t>
            </a:r>
          </a:p>
          <a:p>
            <a:pPr algn="l"/>
            <a:r>
              <a:rPr lang="en-US" sz="1800">
                <a:sym typeface="Wingdings" pitchFamily="2" charset="2"/>
              </a:rPr>
              <a:t>(code illustration snippet 54, 55,56)</a:t>
            </a:r>
          </a:p>
          <a:p>
            <a:pPr algn="l"/>
            <a:r>
              <a:rPr lang="en-US" sz="1800" b="1">
                <a:sym typeface="Wingdings" pitchFamily="2" charset="2"/>
              </a:rPr>
              <a:t>Customizing the Date/Time Format</a:t>
            </a:r>
          </a:p>
          <a:p>
            <a:pPr algn="l"/>
            <a:r>
              <a:rPr lang="en-US" sz="1800">
                <a:sym typeface="Wingdings" pitchFamily="2" charset="2"/>
              </a:rPr>
              <a:t>- If we don't ..., we can ...</a:t>
            </a:r>
          </a:p>
          <a:p>
            <a:pPr algn="l"/>
            <a:r>
              <a:rPr lang="en-US" sz="1800">
                <a:sym typeface="Wingdings" pitchFamily="2" charset="2"/>
              </a:rPr>
              <a:t>(code illustration snippet 57)</a:t>
            </a:r>
          </a:p>
          <a:p>
            <a:pPr algn="l"/>
            <a:r>
              <a:rPr lang="en-US" sz="1800">
                <a:sym typeface="Wingdings" pitchFamily="2" charset="2"/>
              </a:rPr>
              <a:t>- Every char is ... </a:t>
            </a:r>
          </a:p>
          <a:p>
            <a:pPr algn="l"/>
            <a:r>
              <a:rPr lang="en-US" sz="1800">
                <a:sym typeface="Wingdings" pitchFamily="2" charset="2"/>
              </a:rPr>
              <a:t>- The number of char ...</a:t>
            </a:r>
          </a:p>
          <a:p>
            <a:pPr algn="l"/>
            <a:r>
              <a:rPr lang="en-US" sz="1800">
                <a:sym typeface="Wingdings" pitchFamily="2" charset="2"/>
              </a:rPr>
              <a:t>– In the exam, there will be possibilities that it will ask us an old ... SimpleDateFormat ... just know that ... compatible</a:t>
            </a:r>
          </a:p>
          <a:p>
            <a:pPr algn="l"/>
            <a:endParaRPr lang="en-US" sz="1800">
              <a:sym typeface="Wingdings" pitchFamily="2" charset="2"/>
            </a:endParaRPr>
          </a:p>
        </p:txBody>
      </p:sp>
    </p:spTree>
    <p:extLst>
      <p:ext uri="{BB962C8B-B14F-4D97-AF65-F5344CB8AC3E}">
        <p14:creationId xmlns:p14="http://schemas.microsoft.com/office/powerpoint/2010/main" val="354039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E65E6-5050-6A34-2E7D-041A8F01601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F8B9CF-A4A5-EEE5-DD74-A62C7979B397}"/>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7B5E84C4-6C97-1ED0-AE16-65A536BEC89A}"/>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sz="1800">
              <a:sym typeface="Wingdings" pitchFamily="2" charset="2"/>
            </a:endParaRPr>
          </a:p>
        </p:txBody>
      </p:sp>
      <p:pic>
        <p:nvPicPr>
          <p:cNvPr id="2" name="Picture 1">
            <a:extLst>
              <a:ext uri="{FF2B5EF4-FFF2-40B4-BE49-F238E27FC236}">
                <a16:creationId xmlns:a16="http://schemas.microsoft.com/office/drawing/2014/main" id="{116E580B-2FB7-C68B-A5BE-C63CEFC2F369}"/>
              </a:ext>
            </a:extLst>
          </p:cNvPr>
          <p:cNvPicPr>
            <a:picLocks noChangeAspect="1"/>
          </p:cNvPicPr>
          <p:nvPr/>
        </p:nvPicPr>
        <p:blipFill>
          <a:blip r:embed="rId3"/>
          <a:stretch>
            <a:fillRect/>
          </a:stretch>
        </p:blipFill>
        <p:spPr>
          <a:xfrm>
            <a:off x="2560385" y="520700"/>
            <a:ext cx="7071230" cy="6351963"/>
          </a:xfrm>
          <a:prstGeom prst="rect">
            <a:avLst/>
          </a:prstGeom>
        </p:spPr>
      </p:pic>
      <p:sp>
        <p:nvSpPr>
          <p:cNvPr id="5" name="Rectangle 4">
            <a:extLst>
              <a:ext uri="{FF2B5EF4-FFF2-40B4-BE49-F238E27FC236}">
                <a16:creationId xmlns:a16="http://schemas.microsoft.com/office/drawing/2014/main" id="{0B5979EC-3990-D3E6-E57E-1AD2F25822ED}"/>
              </a:ext>
            </a:extLst>
          </p:cNvPr>
          <p:cNvSpPr/>
          <p:nvPr/>
        </p:nvSpPr>
        <p:spPr>
          <a:xfrm>
            <a:off x="4337222" y="820738"/>
            <a:ext cx="4917989" cy="60372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4611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6576D-F7DD-2A83-3B50-16BABDAB4CE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FE3B3F6-5B87-C727-5A82-48F785776EA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88A440C7-DCD0-A7AE-DF90-43B11B3B6005}"/>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(code illustration snippet 58)</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93D8A701-AD54-F006-5BD5-174239253738}"/>
              </a:ext>
            </a:extLst>
          </p:cNvPr>
          <p:cNvPicPr>
            <a:picLocks noChangeAspect="1"/>
          </p:cNvPicPr>
          <p:nvPr/>
        </p:nvPicPr>
        <p:blipFill>
          <a:blip r:embed="rId3"/>
          <a:stretch>
            <a:fillRect/>
          </a:stretch>
        </p:blipFill>
        <p:spPr>
          <a:xfrm>
            <a:off x="2209800" y="1433626"/>
            <a:ext cx="7772400" cy="4811485"/>
          </a:xfrm>
          <a:prstGeom prst="rect">
            <a:avLst/>
          </a:prstGeom>
        </p:spPr>
      </p:pic>
      <p:sp>
        <p:nvSpPr>
          <p:cNvPr id="5" name="Rectangle 4">
            <a:extLst>
              <a:ext uri="{FF2B5EF4-FFF2-40B4-BE49-F238E27FC236}">
                <a16:creationId xmlns:a16="http://schemas.microsoft.com/office/drawing/2014/main" id="{ED6A3B17-E345-705F-C425-E28646626CCA}"/>
              </a:ext>
            </a:extLst>
          </p:cNvPr>
          <p:cNvSpPr/>
          <p:nvPr/>
        </p:nvSpPr>
        <p:spPr>
          <a:xfrm>
            <a:off x="3991232" y="2248930"/>
            <a:ext cx="5659395" cy="3788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98566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9ED9B-79B0-ED61-2C85-40DB6A69F4D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8A8CFDC-9C10-1A3D-2D75-25DD95DD07B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7D9EDE91-3D61-628F-7E0F-FF97F6722EF3}"/>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Selecting a format() Method</a:t>
            </a:r>
          </a:p>
          <a:p>
            <a:pPr algn="l"/>
            <a:r>
              <a:rPr lang="en-US" sz="1800">
                <a:sym typeface="Wingdings" pitchFamily="2" charset="2"/>
              </a:rPr>
              <a:t>- DateTime has ... and DateTimeFormatter has ... =&gt; ... </a:t>
            </a:r>
          </a:p>
          <a:p>
            <a:pPr algn="l"/>
            <a:r>
              <a:rPr lang="en-US" sz="1800">
                <a:sym typeface="Wingdings" pitchFamily="2" charset="2"/>
              </a:rPr>
              <a:t>(code illustration snippet 59) </a:t>
            </a:r>
          </a:p>
          <a:p>
            <a:pPr algn="l"/>
            <a:r>
              <a:rPr lang="en-US" sz="1800" b="1">
                <a:sym typeface="Wingdings" pitchFamily="2" charset="2"/>
              </a:rPr>
              <a:t>Adding Custom Text Values</a:t>
            </a:r>
          </a:p>
          <a:p>
            <a:pPr algn="l"/>
            <a:r>
              <a:rPr lang="en-US" sz="1800">
                <a:sym typeface="Wingdings" pitchFamily="2" charset="2"/>
              </a:rPr>
              <a:t>- However, String format will ... each char is ... =&gt; If we ...</a:t>
            </a:r>
          </a:p>
          <a:p>
            <a:pPr algn="l"/>
            <a:r>
              <a:rPr lang="en-US" sz="1800">
                <a:sym typeface="Wingdings" pitchFamily="2" charset="2"/>
              </a:rPr>
              <a:t>- A way to solve this is ... String ...</a:t>
            </a:r>
          </a:p>
          <a:p>
            <a:pPr algn="l"/>
            <a:r>
              <a:rPr lang="en-US" sz="1800">
                <a:sym typeface="Wingdings" pitchFamily="2" charset="2"/>
              </a:rPr>
              <a:t>(code illustration snippet 60)</a:t>
            </a:r>
          </a:p>
          <a:p>
            <a:pPr algn="l"/>
            <a:r>
              <a:rPr lang="en-US" sz="1800">
                <a:sym typeface="Wingdings" pitchFamily="2" charset="2"/>
              </a:rPr>
              <a:t>- However, if the code is getting more ... =&gt; ... long =&gt; Java allows us to ... additional ... using single ...</a:t>
            </a:r>
          </a:p>
          <a:p>
            <a:pPr algn="l"/>
            <a:r>
              <a:rPr lang="en-US" sz="1800">
                <a:sym typeface="Wingdings" pitchFamily="2" charset="2"/>
              </a:rPr>
              <a:t>(code illustration snuppet 61)</a:t>
            </a:r>
          </a:p>
          <a:p>
            <a:pPr algn="l"/>
            <a:r>
              <a:rPr lang="en-US" sz="1800">
                <a:sym typeface="Wingdings" pitchFamily="2" charset="2"/>
              </a:rPr>
              <a:t>- But what if we still want to use single ... in our ... too ? Then we can use ... just like how we use ...</a:t>
            </a:r>
          </a:p>
          <a:p>
            <a:pPr algn="l"/>
            <a:r>
              <a:rPr lang="en-US" sz="1800">
                <a:sym typeface="Wingdings" pitchFamily="2" charset="2"/>
              </a:rPr>
              <a:t>(code illustration snippet 62,63,64)</a:t>
            </a:r>
          </a:p>
          <a:p>
            <a:pPr algn="l"/>
            <a:r>
              <a:rPr lang="en-US" sz="1800">
                <a:sym typeface="Wingdings" pitchFamily="2" charset="2"/>
              </a:rPr>
              <a:t>- If we don't use ... then ...</a:t>
            </a:r>
          </a:p>
          <a:p>
            <a:pPr algn="l"/>
            <a:r>
              <a:rPr lang="en-US" sz="1800">
                <a:sym typeface="Wingdings" pitchFamily="2" charset="2"/>
              </a:rPr>
              <a:t>(code illustration snippet 65,66)</a:t>
            </a:r>
          </a:p>
        </p:txBody>
      </p:sp>
    </p:spTree>
    <p:extLst>
      <p:ext uri="{BB962C8B-B14F-4D97-AF65-F5344CB8AC3E}">
        <p14:creationId xmlns:p14="http://schemas.microsoft.com/office/powerpoint/2010/main" val="57907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99242-73D4-F8B8-0EBF-9AEA936AD7A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A2A6846-D8B8-4CB3-F4E0-20841F4A597C}"/>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6DD28804-B60D-3B2C-628F-9E39B34AFB3E}"/>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Supporting Internationalization and Localization</a:t>
            </a:r>
          </a:p>
          <a:p>
            <a:pPr algn="l"/>
            <a:r>
              <a:rPr lang="en-US" sz="1800">
                <a:sym typeface="Wingdings" pitchFamily="2" charset="2"/>
              </a:rPr>
              <a:t>- Many apps have to ... in different ... with ... different (for example, an ... in 1-4 in ... will be interpreted as ... in British) If we ... app in different ... we must use ... format</a:t>
            </a:r>
          </a:p>
          <a:p>
            <a:pPr algn="l"/>
            <a:r>
              <a:rPr lang="en-US" sz="1800">
                <a:sym typeface="Wingdings" pitchFamily="2" charset="2"/>
              </a:rPr>
              <a:t>– Internationalization (...) is a process that ... This process puts ... into a file called ... and ensure that we use ...</a:t>
            </a:r>
          </a:p>
          <a:p>
            <a:pPr algn="l"/>
            <a:r>
              <a:rPr lang="en-US" sz="1800">
                <a:sym typeface="Wingdings" pitchFamily="2" charset="2"/>
              </a:rPr>
              <a:t>- Localization (...) means ... many different ... and .... region ... We can understand ... as ... pair of ... and ...</a:t>
            </a:r>
          </a:p>
          <a:p>
            <a:pPr algn="l"/>
            <a:r>
              <a:rPr lang="en-US" sz="1800">
                <a:sym typeface="Wingdings" pitchFamily="2" charset="2"/>
              </a:rPr>
              <a:t>- Localization includes ..., converting ... into ...</a:t>
            </a:r>
          </a:p>
          <a:p>
            <a:pPr algn="l"/>
            <a:r>
              <a:rPr lang="en-US" sz="1800">
                <a:sym typeface="Wingdings" pitchFamily="2" charset="2"/>
              </a:rPr>
              <a:t>– Note: In the first stage of ... we dont need, .... We will need ... later on ...</a:t>
            </a:r>
          </a:p>
          <a:p>
            <a:pPr algn="l"/>
            <a:r>
              <a:rPr lang="en-US" sz="1800" b="1">
                <a:sym typeface="Wingdings" pitchFamily="2" charset="2"/>
              </a:rPr>
              <a:t>Picking a Locale</a:t>
            </a:r>
          </a:p>
          <a:p>
            <a:pPr algn="l"/>
            <a:r>
              <a:rPr lang="en-US" sz="1800">
                <a:sym typeface="Wingdings" pitchFamily="2" charset="2"/>
              </a:rPr>
              <a:t>- In the exam, we only need ... The real ... of Locale is ... but we ...</a:t>
            </a:r>
          </a:p>
          <a:p>
            <a:pPr algn="l"/>
            <a:r>
              <a:rPr lang="en-US" sz="1800">
                <a:sym typeface="Wingdings" pitchFamily="2" charset="2"/>
              </a:rPr>
              <a:t>– The class ... resides in ... package ... The first ... we must ... is the ... user ...</a:t>
            </a:r>
          </a:p>
          <a:p>
            <a:pPr algn="l"/>
            <a:r>
              <a:rPr lang="en-US" sz="1800">
                <a:sym typeface="Wingdings" pitchFamily="2" charset="2"/>
              </a:rPr>
              <a:t>(code illustration snippet 67)</a:t>
            </a:r>
          </a:p>
          <a:p>
            <a:pPr algn="l"/>
            <a:r>
              <a:rPr lang="en-US" sz="1800">
                <a:sym typeface="Wingdings" pitchFamily="2" charset="2"/>
              </a:rPr>
              <a:t>- When we run the ..., it will ... out "en_US" (could be ..., depends on ...) This means the ... is English and the ... is US</a:t>
            </a:r>
          </a:p>
          <a:p>
            <a:pPr algn="l"/>
            <a:r>
              <a:rPr lang="en-US" sz="1800">
                <a:sym typeface="Wingdings" pitchFamily="2" charset="2"/>
              </a:rPr>
              <a:t>- Notice the format is that ... and ... (the ... is optional)</a:t>
            </a:r>
          </a:p>
          <a:p>
            <a:pPr algn="l"/>
            <a:endParaRPr lang="en-US" sz="1800">
              <a:sym typeface="Wingdings" pitchFamily="2" charset="2"/>
            </a:endParaRPr>
          </a:p>
        </p:txBody>
      </p:sp>
      <p:pic>
        <p:nvPicPr>
          <p:cNvPr id="2" name="Picture 1">
            <a:extLst>
              <a:ext uri="{FF2B5EF4-FFF2-40B4-BE49-F238E27FC236}">
                <a16:creationId xmlns:a16="http://schemas.microsoft.com/office/drawing/2014/main" id="{2F4C688E-4A36-0AF2-228F-66B41ACA570C}"/>
              </a:ext>
            </a:extLst>
          </p:cNvPr>
          <p:cNvPicPr>
            <a:picLocks noChangeAspect="1"/>
          </p:cNvPicPr>
          <p:nvPr/>
        </p:nvPicPr>
        <p:blipFill>
          <a:blip r:embed="rId3"/>
          <a:stretch>
            <a:fillRect/>
          </a:stretch>
        </p:blipFill>
        <p:spPr>
          <a:xfrm>
            <a:off x="5632450" y="5262562"/>
            <a:ext cx="927100" cy="1549400"/>
          </a:xfrm>
          <a:prstGeom prst="rect">
            <a:avLst/>
          </a:prstGeom>
        </p:spPr>
      </p:pic>
    </p:spTree>
    <p:extLst>
      <p:ext uri="{BB962C8B-B14F-4D97-AF65-F5344CB8AC3E}">
        <p14:creationId xmlns:p14="http://schemas.microsoft.com/office/powerpoint/2010/main" val="2859801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3F446-6D4D-B3EA-6180-E20DA9D0AAE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6ACC7FC-99AB-344D-FF72-733CDB1E6F2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35F6D484-7409-F0C9-A55C-D6EEBDA2A1E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a:sym typeface="Wingdings" pitchFamily="2" charset="2"/>
              </a:rPr>
              <a:t>- In the exam, we only need ... We dont need to ... all ... and ...</a:t>
            </a:r>
          </a:p>
          <a:p>
            <a:pPr algn="l"/>
            <a:r>
              <a:rPr lang="en-US" sz="1800">
                <a:sym typeface="Wingdings" pitchFamily="2" charset="2"/>
              </a:rPr>
              <a:t>– As a developer, we must pick ... There are ... ways to do this</a:t>
            </a:r>
          </a:p>
          <a:p>
            <a:pPr algn="l"/>
            <a:r>
              <a:rPr lang="en-US" sz="1800">
                <a:sym typeface="Wingdings" pitchFamily="2" charset="2"/>
              </a:rPr>
              <a:t>- The first way is to use ... in ... class for ... popular ...</a:t>
            </a:r>
          </a:p>
          <a:p>
            <a:pPr algn="l"/>
            <a:r>
              <a:rPr lang="en-US" sz="1800">
                <a:sym typeface="Wingdings" pitchFamily="2" charset="2"/>
              </a:rPr>
              <a:t>(code illustration snippet 68)</a:t>
            </a:r>
          </a:p>
          <a:p>
            <a:pPr algn="l"/>
            <a:r>
              <a:rPr lang="en-US" sz="1800">
                <a:sym typeface="Wingdings" pitchFamily="2" charset="2"/>
              </a:rPr>
              <a:t>- The second way to do this is to ... pass in a ....</a:t>
            </a:r>
          </a:p>
          <a:p>
            <a:pPr algn="l"/>
            <a:r>
              <a:rPr lang="en-US" sz="1800">
                <a:sym typeface="Wingdings" pitchFamily="2" charset="2"/>
              </a:rPr>
              <a:t>(code illustration snipept 69)</a:t>
            </a:r>
          </a:p>
          <a:p>
            <a:pPr algn="l"/>
            <a:r>
              <a:rPr lang="en-US" sz="1800">
                <a:sym typeface="Wingdings" pitchFamily="2" charset="2"/>
              </a:rPr>
              <a:t>- Java allows ... new ... by just pass in ... However, there will be ... match ... and the program will run ...</a:t>
            </a:r>
          </a:p>
          <a:p>
            <a:pPr algn="l"/>
            <a:r>
              <a:rPr lang="en-US" sz="1800">
                <a:sym typeface="Wingdings" pitchFamily="2" charset="2"/>
              </a:rPr>
              <a:t>- The third way to ... that is more ... is using ... builder ... We can ... any ... order</a:t>
            </a:r>
          </a:p>
          <a:p>
            <a:pPr algn="l"/>
            <a:r>
              <a:rPr lang="en-US" sz="1800">
                <a:sym typeface="Wingdings" pitchFamily="2" charset="2"/>
              </a:rPr>
              <a:t>(code illustration snippet 70)</a:t>
            </a:r>
          </a:p>
          <a:p>
            <a:pPr algn="l"/>
            <a:r>
              <a:rPr lang="en-US" sz="1800">
                <a:sym typeface="Wingdings" pitchFamily="2" charset="2"/>
              </a:rPr>
              <a:t>- Although we ... the order, but Java will ...</a:t>
            </a:r>
          </a:p>
          <a:p>
            <a:pPr algn="l"/>
            <a:r>
              <a:rPr lang="en-US" sz="1800">
                <a:sym typeface="Wingdings" pitchFamily="2" charset="2"/>
              </a:rPr>
              <a:t>– When testing ..., we might want to use ... rather than default ...</a:t>
            </a:r>
          </a:p>
          <a:p>
            <a:pPr algn="l"/>
            <a:r>
              <a:rPr lang="en-US" sz="1800">
                <a:sym typeface="Wingdings" pitchFamily="2" charset="2"/>
              </a:rPr>
              <a:t>(code illustration snippet 71)</a:t>
            </a:r>
          </a:p>
          <a:p>
            <a:pPr algn="l"/>
            <a:r>
              <a:rPr lang="en-US" sz="1800">
                <a:sym typeface="Wingdings" pitchFamily="2" charset="2"/>
              </a:rPr>
              <a:t>- Note: the exam changes the ... because it can't assume ... However, in real ... we rarely ...</a:t>
            </a:r>
          </a:p>
        </p:txBody>
      </p:sp>
    </p:spTree>
    <p:extLst>
      <p:ext uri="{BB962C8B-B14F-4D97-AF65-F5344CB8AC3E}">
        <p14:creationId xmlns:p14="http://schemas.microsoft.com/office/powerpoint/2010/main" val="372695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4CFCA-AD76-0D95-F46A-13642B7E706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79EFFA1-C648-160E-3533-5A6A09733DF1}"/>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7C6BFE2F-9A1F-C8A7-1ED7-58EB74A743D1}"/>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a:sym typeface="Wingdings" pitchFamily="2" charset="2"/>
              </a:rPr>
              <a:t>Localizing Number</a:t>
            </a:r>
          </a:p>
          <a:p>
            <a:pPr algn="l"/>
            <a:r>
              <a:rPr lang="en-US" sz="1800">
                <a:sym typeface="Wingdings" pitchFamily="2" charset="2"/>
              </a:rPr>
              <a:t>- Formatting, parsing ..., or ... can be changed depending on which ... (for example, $2.15 .... 2,15 pound)</a:t>
            </a:r>
          </a:p>
          <a:p>
            <a:pPr algn="l"/>
            <a:r>
              <a:rPr lang="en-US" sz="1800">
                <a:sym typeface="Wingdings" pitchFamily="2" charset="2"/>
              </a:rPr>
              <a:t>- Fortunately, the package ... included some ... that save times when ...</a:t>
            </a:r>
          </a:p>
          <a:p>
            <a:pPr algn="l"/>
            <a:r>
              <a:rPr lang="en-US" sz="1800">
                <a:sym typeface="Wingdings" pitchFamily="2" charset="2"/>
              </a:rPr>
              <a:t>- The first thing before ... is to have an instance of ...</a:t>
            </a:r>
          </a:p>
          <a:p>
            <a:pPr algn="l"/>
            <a:r>
              <a:rPr lang="en-US" sz="1800">
                <a:sym typeface="Wingdings" pitchFamily="2" charset="2"/>
              </a:rPr>
              <a:t>– When we have the ... we can format ... or convert ... to .... </a:t>
            </a:r>
          </a:p>
          <a:p>
            <a:pPr algn="l"/>
            <a:endParaRPr lang="en-VN"/>
          </a:p>
        </p:txBody>
      </p:sp>
    </p:spTree>
    <p:extLst>
      <p:ext uri="{BB962C8B-B14F-4D97-AF65-F5344CB8AC3E}">
        <p14:creationId xmlns:p14="http://schemas.microsoft.com/office/powerpoint/2010/main" val="222690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A1CD7-C4D6-7A3C-D10B-83E5D2EE095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B87601-F8E0-CDCC-E9C5-B0BE611138B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986B892F-ED3F-09F7-F74B-6CF994CF38B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VN"/>
          </a:p>
        </p:txBody>
      </p:sp>
      <p:pic>
        <p:nvPicPr>
          <p:cNvPr id="2" name="Picture 1">
            <a:extLst>
              <a:ext uri="{FF2B5EF4-FFF2-40B4-BE49-F238E27FC236}">
                <a16:creationId xmlns:a16="http://schemas.microsoft.com/office/drawing/2014/main" id="{305E0E30-7FC8-00B8-988A-162D20B47992}"/>
              </a:ext>
            </a:extLst>
          </p:cNvPr>
          <p:cNvPicPr>
            <a:picLocks noChangeAspect="1"/>
          </p:cNvPicPr>
          <p:nvPr/>
        </p:nvPicPr>
        <p:blipFill>
          <a:blip r:embed="rId3"/>
          <a:stretch>
            <a:fillRect/>
          </a:stretch>
        </p:blipFill>
        <p:spPr>
          <a:xfrm>
            <a:off x="2209800" y="1049566"/>
            <a:ext cx="7772400" cy="4758868"/>
          </a:xfrm>
          <a:prstGeom prst="rect">
            <a:avLst/>
          </a:prstGeom>
        </p:spPr>
      </p:pic>
      <p:sp>
        <p:nvSpPr>
          <p:cNvPr id="5" name="Rectangle 4">
            <a:extLst>
              <a:ext uri="{FF2B5EF4-FFF2-40B4-BE49-F238E27FC236}">
                <a16:creationId xmlns:a16="http://schemas.microsoft.com/office/drawing/2014/main" id="{B015E546-B640-8B8E-89CB-941A67C6B80D}"/>
              </a:ext>
            </a:extLst>
          </p:cNvPr>
          <p:cNvSpPr/>
          <p:nvPr/>
        </p:nvSpPr>
        <p:spPr>
          <a:xfrm>
            <a:off x="4650059" y="1761893"/>
            <a:ext cx="5084956" cy="37914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56483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7CF14-F904-C414-1A44-1BF71D05B92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859295C-C816-CEB3-FECC-883C1A1315AF}"/>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9E2F86EF-D77C-A991-1320-1D8FC511D08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b="1"/>
              <a:t>Formatting Numbers</a:t>
            </a:r>
          </a:p>
          <a:p>
            <a:pPr algn="l"/>
            <a:r>
              <a:rPr lang="en-VN" sz="1800"/>
              <a:t>- When we format ... usually from ... to .... =&gt; we have method ... () to ... depend on the ... we use that is linked to the ... instance</a:t>
            </a:r>
          </a:p>
          <a:p>
            <a:pPr algn="l"/>
            <a:r>
              <a:rPr lang="en-VN" sz="1800"/>
              <a:t>(code illustration snippet 72)</a:t>
            </a:r>
          </a:p>
          <a:p>
            <a:pPr algn="l"/>
            <a:r>
              <a:rPr lang="en-VN" sz="1800"/>
              <a:t>- ... currency ...</a:t>
            </a:r>
          </a:p>
          <a:p>
            <a:pPr algn="l"/>
            <a:r>
              <a:rPr lang="en-VN" sz="1800"/>
              <a:t>(code illustration snippet 73)</a:t>
            </a:r>
          </a:p>
          <a:p>
            <a:pPr algn="l"/>
            <a:r>
              <a:rPr lang="en-VN" sz="1800"/>
              <a:t>- In the real world, money will be ... in ... or ... because if we use double, then ... due to ... =&gt; Lost ... will result in ... </a:t>
            </a:r>
          </a:p>
          <a:p>
            <a:pPr algn="l"/>
            <a:r>
              <a:rPr lang="en-VN" sz="1800"/>
              <a:t>- ... percentage ...</a:t>
            </a:r>
          </a:p>
          <a:p>
            <a:pPr algn="l"/>
            <a:r>
              <a:rPr lang="en-VN" sz="1800"/>
              <a:t>(code illustration snippet 74)</a:t>
            </a:r>
          </a:p>
          <a:p>
            <a:pPr algn="l"/>
            <a:r>
              <a:rPr lang="en-VN" sz="1800" b="1"/>
              <a:t>Parsing Numbers</a:t>
            </a:r>
          </a:p>
          <a:p>
            <a:pPr algn="l"/>
            <a:r>
              <a:rPr lang="en-VN" sz="1800"/>
              <a:t>- When we ... data, we convert from ... to ... and ... =&gt; The method ...() will be used to ... and it is related to ...</a:t>
            </a:r>
          </a:p>
          <a:p>
            <a:pPr algn="l"/>
            <a:r>
              <a:rPr lang="en-VN" sz="1800"/>
              <a:t>- parse() appears in ... forms ... and it throws ... that must be ...</a:t>
            </a:r>
          </a:p>
          <a:p>
            <a:pPr algn="l"/>
            <a:r>
              <a:rPr lang="en-VN" sz="1800"/>
              <a:t>(code illustration snippet 75, 76)</a:t>
            </a:r>
          </a:p>
          <a:p>
            <a:pPr algn="l"/>
            <a:r>
              <a:rPr lang="en-VN" sz="1800"/>
              <a:t>- Note: the return type is ... =&gt; a ... operation must be ...</a:t>
            </a:r>
          </a:p>
          <a:p>
            <a:pPr algn="l"/>
            <a:endParaRPr lang="en-VN" sz="1800"/>
          </a:p>
        </p:txBody>
      </p:sp>
    </p:spTree>
    <p:extLst>
      <p:ext uri="{BB962C8B-B14F-4D97-AF65-F5344CB8AC3E}">
        <p14:creationId xmlns:p14="http://schemas.microsoft.com/office/powerpoint/2010/main" val="3981844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08198-4333-9724-A758-CCB44EBA0B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021068F-95B7-A426-5083-75C046EE638D}"/>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EB8A37F4-B023-CE16-A96D-32DF4E13E00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b="1"/>
              <a:t>Formatting with CompactNumberFormat</a:t>
            </a:r>
          </a:p>
          <a:p>
            <a:pPr algn="l"/>
            <a:r>
              <a:rPr lang="en-VN" sz="1800"/>
              <a:t>- The 2nd class that ... NumberFormat is CompactNumberFormat. This guy is the same as ... Format but used in cases where ... printing ... limited</a:t>
            </a:r>
          </a:p>
          <a:p>
            <a:pPr algn="l"/>
            <a:r>
              <a:rPr lang="en-VN" sz="1800"/>
              <a:t>- ... customizable with different ... and different ...</a:t>
            </a:r>
          </a:p>
          <a:p>
            <a:pPr algn="l"/>
            <a:r>
              <a:rPr lang="en-VN" sz="1800"/>
              <a:t>(code illustration snippet 77)</a:t>
            </a:r>
          </a:p>
          <a:p>
            <a:pPr algn="l"/>
            <a:r>
              <a:rPr lang="en-VN" sz="1800"/>
              <a:t>- If we don't ... style, short ... used ... The value after .... will be ... Moreover, the postfix for ... such as K, M ...</a:t>
            </a:r>
          </a:p>
          <a:p>
            <a:pPr algn="l"/>
            <a:r>
              <a:rPr lang="en-VN" sz="1800"/>
              <a:t>(code illustration snippet 78)</a:t>
            </a:r>
          </a:p>
          <a:p>
            <a:pPr algn="l"/>
            <a:r>
              <a:rPr lang="en-VN" sz="1800"/>
              <a:t>- Notice that ... round ... for the ... that use ... Format ...</a:t>
            </a:r>
          </a:p>
          <a:p>
            <a:pPr algn="l"/>
            <a:r>
              <a:rPr lang="en-VN" sz="1800"/>
              <a:t>– Some rules for the CompactNumberFormat:</a:t>
            </a:r>
          </a:p>
          <a:p>
            <a:pPr algn="l"/>
            <a:r>
              <a:rPr lang="en-VN" sz="1800"/>
              <a:t>+) It will determine the ... (B,M,K) ?</a:t>
            </a:r>
          </a:p>
          <a:p>
            <a:pPr algn="l"/>
            <a:r>
              <a:rPr lang="en-VN" sz="1800"/>
              <a:t>+) .... round up to ...</a:t>
            </a:r>
          </a:p>
          <a:p>
            <a:pPr algn="l"/>
            <a:r>
              <a:rPr lang="en-VN" sz="1800"/>
              <a:t>+) If short then ... If long then ...</a:t>
            </a:r>
          </a:p>
          <a:p>
            <a:pPr algn="l"/>
            <a:r>
              <a:rPr lang="en-VN" sz="1800" b="1"/>
              <a:t>Localizing Dates</a:t>
            </a:r>
          </a:p>
        </p:txBody>
      </p:sp>
    </p:spTree>
    <p:extLst>
      <p:ext uri="{BB962C8B-B14F-4D97-AF65-F5344CB8AC3E}">
        <p14:creationId xmlns:p14="http://schemas.microsoft.com/office/powerpoint/2010/main" val="57144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74D3-D192-6335-DA32-701C921C1E0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B1B2F24-03AA-F6C4-8F6C-2268445D6A4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66D32438-EF62-E597-D435-0A59B37FEE84}"/>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VN" sz="1800" b="1"/>
          </a:p>
        </p:txBody>
      </p:sp>
      <p:pic>
        <p:nvPicPr>
          <p:cNvPr id="2" name="Picture 1">
            <a:extLst>
              <a:ext uri="{FF2B5EF4-FFF2-40B4-BE49-F238E27FC236}">
                <a16:creationId xmlns:a16="http://schemas.microsoft.com/office/drawing/2014/main" id="{8BFC77F9-9B52-6834-A031-D1C9D68368D7}"/>
              </a:ext>
            </a:extLst>
          </p:cNvPr>
          <p:cNvPicPr>
            <a:picLocks noChangeAspect="1"/>
          </p:cNvPicPr>
          <p:nvPr/>
        </p:nvPicPr>
        <p:blipFill>
          <a:blip r:embed="rId3"/>
          <a:stretch>
            <a:fillRect/>
          </a:stretch>
        </p:blipFill>
        <p:spPr>
          <a:xfrm>
            <a:off x="1037936" y="1311358"/>
            <a:ext cx="10116127" cy="4235284"/>
          </a:xfrm>
          <a:prstGeom prst="rect">
            <a:avLst/>
          </a:prstGeom>
        </p:spPr>
      </p:pic>
      <p:sp>
        <p:nvSpPr>
          <p:cNvPr id="5" name="Rectangle 4">
            <a:extLst>
              <a:ext uri="{FF2B5EF4-FFF2-40B4-BE49-F238E27FC236}">
                <a16:creationId xmlns:a16="http://schemas.microsoft.com/office/drawing/2014/main" id="{59BCB95C-FB68-9B71-B9CD-43749359372F}"/>
              </a:ext>
            </a:extLst>
          </p:cNvPr>
          <p:cNvSpPr/>
          <p:nvPr/>
        </p:nvSpPr>
        <p:spPr>
          <a:xfrm>
            <a:off x="4237463" y="2029522"/>
            <a:ext cx="6713035" cy="34122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0466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9173-D373-8CEA-9706-562746D6AF1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631C73E-309F-0318-673A-011316576689}"/>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1F7CB442-86CB-EF8C-E3DF-19B427680DB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a:t>- Each method requires ... (..., ..., ..., ...) ...</a:t>
            </a:r>
          </a:p>
          <a:p>
            <a:pPr algn="l"/>
            <a:r>
              <a:rPr lang="en-VN" sz="1800"/>
              <a:t>- If we need a particular ...er and ... we can just use with...(...) and append it to the ...</a:t>
            </a:r>
          </a:p>
          <a:p>
            <a:pPr algn="l"/>
            <a:r>
              <a:rPr lang="en-VN" sz="1800"/>
              <a:t>(code illustration snippet 79)</a:t>
            </a:r>
          </a:p>
          <a:p>
            <a:pPr algn="l"/>
            <a:r>
              <a:rPr lang="en-VN" sz="1800" b="1"/>
              <a:t>Specifying a Locale Category</a:t>
            </a:r>
          </a:p>
          <a:p>
            <a:pPr algn="l"/>
            <a:r>
              <a:rPr lang="en-VN" sz="1800"/>
              <a:t>- When we call ...() with a locale, some ... has been chosen inside ... not us </a:t>
            </a:r>
          </a:p>
          <a:p>
            <a:pPr algn="l"/>
            <a:r>
              <a:rPr lang="en-VN" sz="1800"/>
              <a:t>- If we want finer-grained ... Java separated with .... inside ... enum </a:t>
            </a:r>
          </a:p>
          <a:p>
            <a:pPr algn="l"/>
            <a:r>
              <a:rPr lang="en-VN" sz="1800"/>
              <a:t>- This is a nested type in ... class that divides ...</a:t>
            </a:r>
          </a:p>
          <a:p>
            <a:pPr algn="l"/>
            <a:endParaRPr lang="en-VN" sz="1800"/>
          </a:p>
        </p:txBody>
      </p:sp>
      <p:pic>
        <p:nvPicPr>
          <p:cNvPr id="2" name="Picture 1">
            <a:extLst>
              <a:ext uri="{FF2B5EF4-FFF2-40B4-BE49-F238E27FC236}">
                <a16:creationId xmlns:a16="http://schemas.microsoft.com/office/drawing/2014/main" id="{45B194DE-01CF-9996-7764-81C93EAC7EC8}"/>
              </a:ext>
            </a:extLst>
          </p:cNvPr>
          <p:cNvPicPr>
            <a:picLocks noChangeAspect="1"/>
          </p:cNvPicPr>
          <p:nvPr/>
        </p:nvPicPr>
        <p:blipFill>
          <a:blip r:embed="rId3"/>
          <a:stretch>
            <a:fillRect/>
          </a:stretch>
        </p:blipFill>
        <p:spPr>
          <a:xfrm>
            <a:off x="2209800" y="3926011"/>
            <a:ext cx="7772400" cy="1905296"/>
          </a:xfrm>
          <a:prstGeom prst="rect">
            <a:avLst/>
          </a:prstGeom>
        </p:spPr>
      </p:pic>
      <p:sp>
        <p:nvSpPr>
          <p:cNvPr id="5" name="Rectangle 4">
            <a:extLst>
              <a:ext uri="{FF2B5EF4-FFF2-40B4-BE49-F238E27FC236}">
                <a16:creationId xmlns:a16="http://schemas.microsoft.com/office/drawing/2014/main" id="{60A0BAA9-FFB5-03DA-8234-47908C5DF616}"/>
              </a:ext>
            </a:extLst>
          </p:cNvPr>
          <p:cNvSpPr/>
          <p:nvPr/>
        </p:nvSpPr>
        <p:spPr>
          <a:xfrm>
            <a:off x="2308302" y="4861932"/>
            <a:ext cx="6512313" cy="7248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033990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7463C-181F-5CDA-306C-B51ECA57B0E1}"/>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91E1518-20EC-BB67-B022-2A0A77976283}"/>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B083D260-C9C1-2319-EF73-D412CF1FD6D7}"/>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a:t>(code illustration snippet 80)</a:t>
            </a:r>
          </a:p>
          <a:p>
            <a:pPr algn="l"/>
            <a:r>
              <a:rPr lang="en-VN" sz="1800" b="1"/>
              <a:t>Loading Properties with Resource Bundles</a:t>
            </a:r>
          </a:p>
          <a:p>
            <a:pPr algn="l"/>
            <a:r>
              <a:rPr lang="en-VN" sz="1800"/>
              <a:t>- Up until now, we ... all text ... for user inside .... However, Localization requires us to ... it ...</a:t>
            </a:r>
          </a:p>
          <a:p>
            <a:pPr algn="l"/>
            <a:r>
              <a:rPr lang="en-VN" sz="1800"/>
              <a:t>– Resource bundle contains ...-specific ... for us to use the ...</a:t>
            </a:r>
          </a:p>
          <a:p>
            <a:pPr algn="l"/>
            <a:r>
              <a:rPr lang="en-VN" sz="1800"/>
              <a:t>– It is a form of ... pair ... Resource bundle are stored in ... file</a:t>
            </a:r>
          </a:p>
          <a:p>
            <a:pPr algn="l"/>
            <a:r>
              <a:rPr lang="en-VN" sz="1800"/>
              <a:t>- ... file is a special ... file that has format of ... </a:t>
            </a:r>
          </a:p>
          <a:p>
            <a:pPr algn="l"/>
            <a:r>
              <a:rPr lang="en-VN" sz="1800"/>
              <a:t>- Our last program is ... now we need ... USA, Paris, Canada ...</a:t>
            </a:r>
          </a:p>
          <a:p>
            <a:pPr algn="l"/>
            <a:r>
              <a:rPr lang="en-VN" sz="1800"/>
              <a:t>(code illustration snippet 81)</a:t>
            </a:r>
          </a:p>
          <a:p>
            <a:pPr algn="l"/>
            <a:r>
              <a:rPr lang="en-VN" sz="1800"/>
              <a:t>- In the next part, we will create ... It is literally a ... with each line ... pair ... separared with ... or ...</a:t>
            </a:r>
          </a:p>
          <a:p>
            <a:pPr algn="l"/>
            <a:r>
              <a:rPr lang="en-VN" sz="1800" b="1"/>
              <a:t>Creating a Resource Bundle</a:t>
            </a:r>
          </a:p>
          <a:p>
            <a:pPr algn="l"/>
            <a:r>
              <a:rPr lang="en-VN" sz="1800"/>
              <a:t>- Now we will update ... to support the ... Lucklily that Java doesn't require us to ... If we don't have the ... then Java will use the ... </a:t>
            </a:r>
          </a:p>
          <a:p>
            <a:pPr algn="l"/>
            <a:r>
              <a:rPr lang="en-VN" sz="1800"/>
              <a:t>- We will now create ... US and France</a:t>
            </a:r>
          </a:p>
          <a:p>
            <a:pPr algn="l"/>
            <a:r>
              <a:rPr lang="en-VN" sz="1800"/>
              <a:t>(code illustration snippet 82)</a:t>
            </a:r>
          </a:p>
          <a:p>
            <a:pPr algn="l"/>
            <a:r>
              <a:rPr lang="en-VN" sz="1800"/>
              <a:t>- Notice that the file name must ... followed by ... and then ended with ...</a:t>
            </a:r>
          </a:p>
          <a:p>
            <a:pPr algn="l"/>
            <a:r>
              <a:rPr lang="en-VN" sz="1800"/>
              <a:t>(code illustration snippet 83)</a:t>
            </a:r>
          </a:p>
        </p:txBody>
      </p:sp>
    </p:spTree>
    <p:extLst>
      <p:ext uri="{BB962C8B-B14F-4D97-AF65-F5344CB8AC3E}">
        <p14:creationId xmlns:p14="http://schemas.microsoft.com/office/powerpoint/2010/main" val="3275010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60F3A-27EA-1239-9B8B-8A06BAFAACC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72DB24E-7C7A-3289-BA61-0D1FED05552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74087E9F-3FC9-1EC4-0B46-58DF5B94A3D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a:t>- Because Resource Bundle is a bunch of ... we can loop through ...</a:t>
            </a:r>
          </a:p>
          <a:p>
            <a:pPr algn="l"/>
            <a:r>
              <a:rPr lang="en-VN" sz="1800"/>
              <a:t>(code illustration snippet 84)</a:t>
            </a:r>
          </a:p>
          <a:p>
            <a:pPr algn="l"/>
            <a:r>
              <a:rPr lang="en-VN" sz="1800" b="1"/>
              <a:t>Loading Resource Bundle files at runtime</a:t>
            </a:r>
          </a:p>
          <a:p>
            <a:pPr algn="l"/>
            <a:r>
              <a:rPr lang="en-VN" sz="1800"/>
              <a:t>- In the exam, just assume that ... we don't need to know where ...</a:t>
            </a:r>
          </a:p>
          <a:p>
            <a:pPr algn="l"/>
            <a:r>
              <a:rPr lang="en-VN" sz="1800"/>
              <a:t>– In real life, resource bundle could be ... We can put them in .. file but it is not recommended ... because if we change ...=&gt; we have to re... the whole ... </a:t>
            </a:r>
          </a:p>
          <a:p>
            <a:pPr algn="l"/>
            <a:r>
              <a:rPr lang="en-VN" sz="1800"/>
              <a:t>- An advantage of using ... is the separation between ... and ... </a:t>
            </a:r>
          </a:p>
          <a:p>
            <a:pPr algn="l"/>
            <a:r>
              <a:rPr lang="en-VN" sz="1800"/>
              <a:t>- We should separate ... into a separate JAR and load it using .... when ... because we can change ... without ...</a:t>
            </a:r>
          </a:p>
          <a:p>
            <a:pPr algn="l"/>
            <a:r>
              <a:rPr lang="en-VN" sz="1800" b="1"/>
              <a:t>Picking a Resource Bundle</a:t>
            </a:r>
          </a:p>
          <a:p>
            <a:pPr algn="l"/>
            <a:r>
              <a:rPr lang="en-VN" sz="1800"/>
              <a:t>- There are ... ways of getting ... First, we specify ... only, second, we specify ... and required ...</a:t>
            </a:r>
          </a:p>
          <a:p>
            <a:pPr algn="l"/>
            <a:endParaRPr lang="en-VN" sz="1800"/>
          </a:p>
        </p:txBody>
      </p:sp>
      <p:pic>
        <p:nvPicPr>
          <p:cNvPr id="2" name="Picture 1">
            <a:extLst>
              <a:ext uri="{FF2B5EF4-FFF2-40B4-BE49-F238E27FC236}">
                <a16:creationId xmlns:a16="http://schemas.microsoft.com/office/drawing/2014/main" id="{0373B3EE-A633-9501-4FD7-083B6E0A0E2B}"/>
              </a:ext>
            </a:extLst>
          </p:cNvPr>
          <p:cNvPicPr>
            <a:picLocks noChangeAspect="1"/>
          </p:cNvPicPr>
          <p:nvPr/>
        </p:nvPicPr>
        <p:blipFill>
          <a:blip r:embed="rId3"/>
          <a:stretch>
            <a:fillRect/>
          </a:stretch>
        </p:blipFill>
        <p:spPr>
          <a:xfrm>
            <a:off x="2616200" y="4598329"/>
            <a:ext cx="6959600" cy="939800"/>
          </a:xfrm>
          <a:prstGeom prst="rect">
            <a:avLst/>
          </a:prstGeom>
        </p:spPr>
      </p:pic>
    </p:spTree>
    <p:extLst>
      <p:ext uri="{BB962C8B-B14F-4D97-AF65-F5344CB8AC3E}">
        <p14:creationId xmlns:p14="http://schemas.microsoft.com/office/powerpoint/2010/main" val="2078674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65707-B102-1B16-CAD6-79E1B98037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36699ED-491D-9440-6835-F39BA7650ED0}"/>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92DEB44E-68C1-1114-7E56-8586252ACA3C}"/>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a:t>- The first one ...</a:t>
            </a:r>
          </a:p>
          <a:p>
            <a:pPr algn="l"/>
            <a:r>
              <a:rPr lang="en-VN" sz="1800"/>
              <a:t>– The second one ...</a:t>
            </a:r>
          </a:p>
          <a:p>
            <a:pPr algn="l"/>
            <a:r>
              <a:rPr lang="en-VN" sz="1800"/>
              <a:t>– Java handle the finding .... for a specific ... using ... order ...</a:t>
            </a:r>
          </a:p>
          <a:p>
            <a:pPr algn="l"/>
            <a:r>
              <a:rPr lang="en-VN" sz="1800"/>
              <a:t>– The table here is the order .... with default ... for finding ... </a:t>
            </a:r>
          </a:p>
          <a:p>
            <a:pPr algn="l"/>
            <a:endParaRPr lang="en-VN" sz="1800"/>
          </a:p>
        </p:txBody>
      </p:sp>
      <p:pic>
        <p:nvPicPr>
          <p:cNvPr id="5" name="Picture 4">
            <a:extLst>
              <a:ext uri="{FF2B5EF4-FFF2-40B4-BE49-F238E27FC236}">
                <a16:creationId xmlns:a16="http://schemas.microsoft.com/office/drawing/2014/main" id="{BB2A4E91-C0C2-5BB7-0ABF-1DD7F449240B}"/>
              </a:ext>
            </a:extLst>
          </p:cNvPr>
          <p:cNvPicPr>
            <a:picLocks noChangeAspect="1"/>
          </p:cNvPicPr>
          <p:nvPr/>
        </p:nvPicPr>
        <p:blipFill>
          <a:blip r:embed="rId3"/>
          <a:stretch>
            <a:fillRect/>
          </a:stretch>
        </p:blipFill>
        <p:spPr>
          <a:xfrm>
            <a:off x="2109439" y="2267824"/>
            <a:ext cx="7772400" cy="3972734"/>
          </a:xfrm>
          <a:prstGeom prst="rect">
            <a:avLst/>
          </a:prstGeom>
        </p:spPr>
      </p:pic>
      <p:sp>
        <p:nvSpPr>
          <p:cNvPr id="6" name="Rectangle 5">
            <a:extLst>
              <a:ext uri="{FF2B5EF4-FFF2-40B4-BE49-F238E27FC236}">
                <a16:creationId xmlns:a16="http://schemas.microsoft.com/office/drawing/2014/main" id="{AF3D6CDD-C3F2-30C1-85D7-17F3E8F1284A}"/>
              </a:ext>
            </a:extLst>
          </p:cNvPr>
          <p:cNvSpPr/>
          <p:nvPr/>
        </p:nvSpPr>
        <p:spPr>
          <a:xfrm>
            <a:off x="2743200" y="2832410"/>
            <a:ext cx="7014117" cy="32048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137758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563B5-99EF-0953-F8D6-620B5F651A8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0FF055E-7C17-0D03-E5FB-B124DA1DCA7A}"/>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42CCF167-5007-4BBE-2936-B301360E29C6}"/>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a:t>- The order is:</a:t>
            </a:r>
          </a:p>
          <a:p>
            <a:pPr algn="l"/>
            <a:r>
              <a:rPr lang="en-VN" sz="1800"/>
              <a:t>+) Find ... with requested locale, then continues with ...</a:t>
            </a:r>
          </a:p>
          <a:p>
            <a:pPr algn="l"/>
            <a:r>
              <a:rPr lang="en-VN" sz="1800"/>
              <a:t>+) With each ..., ....full ... and ... only ...</a:t>
            </a:r>
          </a:p>
          <a:p>
            <a:pPr algn="l"/>
            <a:r>
              <a:rPr lang="en-VN" sz="1800"/>
              <a:t>+) Use default ... when ....</a:t>
            </a:r>
          </a:p>
          <a:p>
            <a:pPr algn="l"/>
            <a:r>
              <a:rPr lang="en-VN" sz="1800"/>
              <a:t>- Question how many files are related with the finding of the resource bundle in this code ?</a:t>
            </a:r>
          </a:p>
          <a:p>
            <a:pPr algn="l"/>
            <a:endParaRPr lang="en-VN" sz="1800"/>
          </a:p>
        </p:txBody>
      </p:sp>
      <p:pic>
        <p:nvPicPr>
          <p:cNvPr id="2" name="Picture 1">
            <a:extLst>
              <a:ext uri="{FF2B5EF4-FFF2-40B4-BE49-F238E27FC236}">
                <a16:creationId xmlns:a16="http://schemas.microsoft.com/office/drawing/2014/main" id="{8EC834AF-3095-6582-4578-1DC0FFB1CAE8}"/>
              </a:ext>
            </a:extLst>
          </p:cNvPr>
          <p:cNvPicPr>
            <a:picLocks noChangeAspect="1"/>
          </p:cNvPicPr>
          <p:nvPr/>
        </p:nvPicPr>
        <p:blipFill>
          <a:blip r:embed="rId3"/>
          <a:stretch>
            <a:fillRect/>
          </a:stretch>
        </p:blipFill>
        <p:spPr>
          <a:xfrm>
            <a:off x="2209800" y="2967142"/>
            <a:ext cx="7772400" cy="678389"/>
          </a:xfrm>
          <a:prstGeom prst="rect">
            <a:avLst/>
          </a:prstGeom>
        </p:spPr>
      </p:pic>
      <p:pic>
        <p:nvPicPr>
          <p:cNvPr id="7" name="Picture 6">
            <a:extLst>
              <a:ext uri="{FF2B5EF4-FFF2-40B4-BE49-F238E27FC236}">
                <a16:creationId xmlns:a16="http://schemas.microsoft.com/office/drawing/2014/main" id="{163B9848-BAA2-2A8A-2872-2406ADFAA19A}"/>
              </a:ext>
            </a:extLst>
          </p:cNvPr>
          <p:cNvPicPr>
            <a:picLocks noChangeAspect="1"/>
          </p:cNvPicPr>
          <p:nvPr/>
        </p:nvPicPr>
        <p:blipFill>
          <a:blip r:embed="rId4"/>
          <a:stretch>
            <a:fillRect/>
          </a:stretch>
        </p:blipFill>
        <p:spPr>
          <a:xfrm>
            <a:off x="4425950" y="3764660"/>
            <a:ext cx="3340100" cy="1282700"/>
          </a:xfrm>
          <a:prstGeom prst="rect">
            <a:avLst/>
          </a:prstGeom>
        </p:spPr>
      </p:pic>
    </p:spTree>
    <p:extLst>
      <p:ext uri="{BB962C8B-B14F-4D97-AF65-F5344CB8AC3E}">
        <p14:creationId xmlns:p14="http://schemas.microsoft.com/office/powerpoint/2010/main" val="401920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5059F-4733-03A6-686D-80BE4F0481E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2342483-852B-2E3A-741D-EB77DAD88325}"/>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F4C9C2C8-CED8-F75C-25A3-73B86E6957ED}"/>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b="1"/>
              <a:t>Selecting Resource Bundle values</a:t>
            </a:r>
          </a:p>
          <a:p>
            <a:pPr algn="l"/>
            <a:r>
              <a:rPr lang="en-VN" sz="1800"/>
              <a:t>- A thing to remember is that a key willl ... in a single ... </a:t>
            </a:r>
          </a:p>
          <a:p>
            <a:pPr algn="l"/>
            <a:endParaRPr lang="en-VN" sz="1800"/>
          </a:p>
        </p:txBody>
      </p:sp>
      <p:pic>
        <p:nvPicPr>
          <p:cNvPr id="5" name="Picture 4">
            <a:extLst>
              <a:ext uri="{FF2B5EF4-FFF2-40B4-BE49-F238E27FC236}">
                <a16:creationId xmlns:a16="http://schemas.microsoft.com/office/drawing/2014/main" id="{CAFDAC89-46D4-B1A2-55CD-0D48E1B27BC0}"/>
              </a:ext>
            </a:extLst>
          </p:cNvPr>
          <p:cNvPicPr>
            <a:picLocks noChangeAspect="1"/>
          </p:cNvPicPr>
          <p:nvPr/>
        </p:nvPicPr>
        <p:blipFill>
          <a:blip r:embed="rId3"/>
          <a:stretch>
            <a:fillRect/>
          </a:stretch>
        </p:blipFill>
        <p:spPr>
          <a:xfrm>
            <a:off x="2209800" y="2615818"/>
            <a:ext cx="7772400" cy="1626363"/>
          </a:xfrm>
          <a:prstGeom prst="rect">
            <a:avLst/>
          </a:prstGeom>
        </p:spPr>
      </p:pic>
      <p:sp>
        <p:nvSpPr>
          <p:cNvPr id="6" name="Rectangle 5">
            <a:extLst>
              <a:ext uri="{FF2B5EF4-FFF2-40B4-BE49-F238E27FC236}">
                <a16:creationId xmlns:a16="http://schemas.microsoft.com/office/drawing/2014/main" id="{EE8722EF-77D3-127E-17B8-0454C395E400}"/>
              </a:ext>
            </a:extLst>
          </p:cNvPr>
          <p:cNvSpPr/>
          <p:nvPr/>
        </p:nvSpPr>
        <p:spPr>
          <a:xfrm>
            <a:off x="5597912" y="3144644"/>
            <a:ext cx="2319454" cy="8809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522359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F6718-699F-F38B-0E4C-53B9C353236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5327E4-90AA-8F2B-258B-A755684E2B06}"/>
              </a:ext>
            </a:extLst>
          </p:cNvPr>
          <p:cNvSpPr>
            <a:spLocks noGrp="1"/>
          </p:cNvSpPr>
          <p:nvPr>
            <p:ph type="subTitle" idx="1"/>
          </p:nvPr>
        </p:nvSpPr>
        <p:spPr>
          <a:xfrm>
            <a:off x="152399" y="217488"/>
            <a:ext cx="11223171" cy="303212"/>
          </a:xfrm>
        </p:spPr>
        <p:txBody>
          <a:bodyPr>
            <a:normAutofit fontScale="92500" lnSpcReduction="20000"/>
          </a:bodyPr>
          <a:lstStyle/>
          <a:p>
            <a:r>
              <a:rPr lang="en-US" sz="1800" b="1"/>
              <a:t>Chapter 11 – Exceptions and Localization</a:t>
            </a:r>
          </a:p>
        </p:txBody>
      </p:sp>
      <p:sp>
        <p:nvSpPr>
          <p:cNvPr id="4" name="Subtitle 2">
            <a:extLst>
              <a:ext uri="{FF2B5EF4-FFF2-40B4-BE49-F238E27FC236}">
                <a16:creationId xmlns:a16="http://schemas.microsoft.com/office/drawing/2014/main" id="{36E663BE-06B1-D40F-3F3E-A9B28DDCB9D9}"/>
              </a:ext>
            </a:extLst>
          </p:cNvPr>
          <p:cNvSpPr txBox="1">
            <a:spLocks/>
          </p:cNvSpPr>
          <p:nvPr/>
        </p:nvSpPr>
        <p:spPr>
          <a:xfrm>
            <a:off x="0" y="820738"/>
            <a:ext cx="12192000" cy="60372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VN" sz="1800"/>
              <a:t>- Once a ... is chosen, only ... fron that ... is ...</a:t>
            </a:r>
          </a:p>
          <a:p>
            <a:pPr algn="l"/>
            <a:r>
              <a:rPr lang="en-VN" sz="1800"/>
              <a:t>- Default ... will only be chosen if ... </a:t>
            </a:r>
          </a:p>
          <a:p>
            <a:pPr algn="l"/>
            <a:r>
              <a:rPr lang="en-VN" sz="1800"/>
              <a:t>- If both full ... and only ... are found, then ... + .... will be used ...</a:t>
            </a:r>
          </a:p>
          <a:p>
            <a:pPr algn="l"/>
            <a:r>
              <a:rPr lang="en-VN" sz="1800"/>
              <a:t>(code illustration snippet 85)</a:t>
            </a:r>
          </a:p>
          <a:p>
            <a:pPr algn="l"/>
            <a:r>
              <a:rPr lang="en-VN" sz="1800"/>
              <a:t>- If the previous example refers to ... An ... will be thrown ... </a:t>
            </a:r>
          </a:p>
          <a:p>
            <a:pPr algn="l"/>
            <a:r>
              <a:rPr lang="en-VN" sz="1800" b="1"/>
              <a:t>Formatting mesdsages</a:t>
            </a:r>
          </a:p>
          <a:p>
            <a:pPr algn="l"/>
            <a:r>
              <a:rPr lang="en-VN" sz="1800"/>
              <a:t>- Normally we just ... however, sometime, we might want to ... variables ... =&gt; We have a convention of using ... with ... to indicate the ...</a:t>
            </a:r>
          </a:p>
          <a:p>
            <a:pPr algn="l"/>
            <a:r>
              <a:rPr lang="en-VN" sz="1800"/>
              <a:t>– Although normal ... doesn't support, we have a class called ... to do that</a:t>
            </a:r>
          </a:p>
          <a:p>
            <a:pPr algn="l"/>
            <a:r>
              <a:rPr lang="en-VN" sz="1800"/>
              <a:t>(code illustration snippet 86)</a:t>
            </a:r>
          </a:p>
          <a:p>
            <a:pPr algn="l"/>
            <a:r>
              <a:rPr lang="en-VN" sz="1800" b="1"/>
              <a:t>Using the Properties class</a:t>
            </a:r>
          </a:p>
          <a:p>
            <a:pPr algn="l"/>
            <a:r>
              <a:rPr lang="en-VN" sz="1800"/>
              <a:t>- When working with ... we also encounter a class called ... It works just like ...&lt;...&gt; </a:t>
            </a:r>
          </a:p>
          <a:p>
            <a:pPr algn="l"/>
            <a:r>
              <a:rPr lang="en-VN" sz="1800"/>
              <a:t>(code illustration snippet 87)</a:t>
            </a:r>
          </a:p>
          <a:p>
            <a:pPr algn="l"/>
            <a:r>
              <a:rPr lang="en-VN" sz="1800"/>
              <a:t>- The method ...() will return ... and return ... if ...</a:t>
            </a:r>
          </a:p>
          <a:p>
            <a:pPr algn="l"/>
            <a:r>
              <a:rPr lang="en-VN" sz="1800"/>
              <a:t>– Properties class also have another method ...() that won't accept ... and will ...</a:t>
            </a:r>
          </a:p>
          <a:p>
            <a:pPr algn="l"/>
            <a:r>
              <a:rPr lang="en-VN" sz="1800"/>
              <a:t>(code illustration snippet 88)</a:t>
            </a:r>
          </a:p>
        </p:txBody>
      </p:sp>
    </p:spTree>
    <p:extLst>
      <p:ext uri="{BB962C8B-B14F-4D97-AF65-F5344CB8AC3E}">
        <p14:creationId xmlns:p14="http://schemas.microsoft.com/office/powerpoint/2010/main" val="205687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20511</TotalTime>
  <Words>3164</Words>
  <Application>Microsoft Macintosh PowerPoint</Application>
  <PresentationFormat>Widescreen</PresentationFormat>
  <Paragraphs>361</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Wingdings</vt:lpstr>
      <vt:lpstr>Office Theme</vt:lpstr>
      <vt:lpstr>Java SE 17 –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Dinh Vinh Mai</dc:creator>
  <cp:lastModifiedBy>Mai Dinh Vinh  (S.CECS)</cp:lastModifiedBy>
  <cp:revision>53</cp:revision>
  <dcterms:created xsi:type="dcterms:W3CDTF">2024-07-05T03:43:45Z</dcterms:created>
  <dcterms:modified xsi:type="dcterms:W3CDTF">2025-12-25T05:42:44Z</dcterms:modified>
</cp:coreProperties>
</file>